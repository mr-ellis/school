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4"/>
  </p:sldMasterIdLst>
  <p:notesMasterIdLst>
    <p:notesMasterId r:id="rId26"/>
  </p:notesMasterIdLst>
  <p:sldIdLst>
    <p:sldId id="260" r:id="rId5"/>
    <p:sldId id="262" r:id="rId6"/>
    <p:sldId id="279" r:id="rId7"/>
    <p:sldId id="263" r:id="rId8"/>
    <p:sldId id="282" r:id="rId9"/>
    <p:sldId id="265" r:id="rId10"/>
    <p:sldId id="266" r:id="rId11"/>
    <p:sldId id="274" r:id="rId12"/>
    <p:sldId id="277" r:id="rId13"/>
    <p:sldId id="275" r:id="rId14"/>
    <p:sldId id="278" r:id="rId15"/>
    <p:sldId id="267" r:id="rId16"/>
    <p:sldId id="268" r:id="rId17"/>
    <p:sldId id="269" r:id="rId18"/>
    <p:sldId id="270" r:id="rId19"/>
    <p:sldId id="271" r:id="rId20"/>
    <p:sldId id="272" r:id="rId21"/>
    <p:sldId id="273" r:id="rId22"/>
    <p:sldId id="280" r:id="rId23"/>
    <p:sldId id="281" r:id="rId24"/>
    <p:sldId id="276" r:id="rId25"/>
  </p:sldIdLst>
  <p:sldSz cx="9144000" cy="6858000" type="screen4x3"/>
  <p:notesSz cx="6858000" cy="9144000"/>
  <p:embeddedFontLst>
    <p:embeddedFont>
      <p:font typeface="Calibri" panose="020F0502020204030204" pitchFamily="34" charset="0"/>
      <p:regular r:id="rId27"/>
      <p:bold r:id="rId28"/>
      <p:italic r:id="rId29"/>
      <p:boldItalic r:id="rId30"/>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253" userDrawn="1">
          <p15:clr>
            <a:srgbClr val="A4A3A4"/>
          </p15:clr>
        </p15:guide>
        <p15:guide id="2" orient="horz" pos="3232">
          <p15:clr>
            <a:srgbClr val="A4A3A4"/>
          </p15:clr>
        </p15:guide>
        <p15:guide id="3" orient="horz" pos="1912">
          <p15:clr>
            <a:srgbClr val="A4A3A4"/>
          </p15:clr>
        </p15:guide>
        <p15:guide id="4" pos="5380">
          <p15:clr>
            <a:srgbClr val="A4A3A4"/>
          </p15:clr>
        </p15:guide>
        <p15:guide id="5" pos="2959">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James Franklin" initials="JF" lastIdx="9" clrIdx="0">
    <p:extLst>
      <p:ext uri="{19B8F6BF-5375-455C-9EA6-DF929625EA0E}">
        <p15:presenceInfo xmlns:p15="http://schemas.microsoft.com/office/powerpoint/2012/main" userId="S::james.franklin@pgonline.co.uk::cf915d05-507f-491f-b4a6-b2aa085ee4b1"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8ACA5"/>
    <a:srgbClr val="0E463C"/>
    <a:srgbClr val="B32E25"/>
    <a:srgbClr val="FE7A2F"/>
    <a:srgbClr val="1950A3"/>
    <a:srgbClr val="170116"/>
    <a:srgbClr val="2A100C"/>
    <a:srgbClr val="6EC6F0"/>
    <a:srgbClr val="B5CA34"/>
    <a:srgbClr val="E0D83E"/>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7965" autoAdjust="0"/>
    <p:restoredTop sz="94663"/>
  </p:normalViewPr>
  <p:slideViewPr>
    <p:cSldViewPr snapToGrid="0" snapToObjects="1" showGuides="1">
      <p:cViewPr varScale="1">
        <p:scale>
          <a:sx n="104" d="100"/>
          <a:sy n="104" d="100"/>
        </p:scale>
        <p:origin x="2184" y="108"/>
      </p:cViewPr>
      <p:guideLst>
        <p:guide orient="horz" pos="1253"/>
        <p:guide orient="horz" pos="3232"/>
        <p:guide orient="horz" pos="1912"/>
        <p:guide pos="5380"/>
        <p:guide pos="2959"/>
      </p:guideLst>
    </p:cSldViewPr>
  </p:slideViewPr>
  <p:notesTextViewPr>
    <p:cViewPr>
      <p:scale>
        <a:sx n="100" d="100"/>
        <a:sy n="100" d="100"/>
      </p:scale>
      <p:origin x="0" y="0"/>
    </p:cViewPr>
  </p:notesTextViewPr>
  <p:sorterViewPr>
    <p:cViewPr varScale="1">
      <p:scale>
        <a:sx n="1" d="1"/>
        <a:sy n="1" d="1"/>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font" Target="fonts/font3.fntdata"/><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font" Target="fonts/font2.fntdata"/><Relationship Id="rId36" Type="http://schemas.microsoft.com/office/2016/11/relationships/changesInfo" Target="changesInfos/changesInfo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commentAuthors" Target="commentAuthor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font" Target="fonts/font1.fntdata"/><Relationship Id="rId30" Type="http://schemas.openxmlformats.org/officeDocument/2006/relationships/font" Target="fonts/font4.fntdata"/><Relationship Id="rId35"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ames Franklin" userId="cf915d05-507f-491f-b4a6-b2aa085ee4b1" providerId="ADAL" clId="{6DB28825-C053-40EE-870F-555114A412F0}"/>
    <pc:docChg chg="custSel modSld">
      <pc:chgData name="James Franklin" userId="cf915d05-507f-491f-b4a6-b2aa085ee4b1" providerId="ADAL" clId="{6DB28825-C053-40EE-870F-555114A412F0}" dt="2020-03-11T09:57:47.729" v="1"/>
      <pc:docMkLst>
        <pc:docMk/>
      </pc:docMkLst>
      <pc:sldChg chg="addCm modCm">
        <pc:chgData name="James Franklin" userId="cf915d05-507f-491f-b4a6-b2aa085ee4b1" providerId="ADAL" clId="{6DB28825-C053-40EE-870F-555114A412F0}" dt="2020-03-11T09:57:47.729" v="1"/>
        <pc:sldMkLst>
          <pc:docMk/>
          <pc:sldMk cId="2021957821" sldId="264"/>
        </pc:sldMkLst>
      </pc:sldChg>
    </pc:docChg>
  </pc:docChgLst>
  <pc:docChgLst>
    <pc:chgData name="Mike Bloys" userId="1248c4d8-7b2b-4b32-b8bd-163ae845f9bb" providerId="ADAL" clId="{E91C93D8-8D03-4B41-9CF3-F53EBD7FB242}"/>
    <pc:docChg chg="modMainMaster">
      <pc:chgData name="Mike Bloys" userId="1248c4d8-7b2b-4b32-b8bd-163ae845f9bb" providerId="ADAL" clId="{E91C93D8-8D03-4B41-9CF3-F53EBD7FB242}" dt="2020-05-29T14:05:11.042" v="0"/>
      <pc:docMkLst>
        <pc:docMk/>
      </pc:docMkLst>
      <pc:sldMasterChg chg="modSldLayout">
        <pc:chgData name="Mike Bloys" userId="1248c4d8-7b2b-4b32-b8bd-163ae845f9bb" providerId="ADAL" clId="{E91C93D8-8D03-4B41-9CF3-F53EBD7FB242}" dt="2020-05-29T14:05:11.042" v="0"/>
        <pc:sldMasterMkLst>
          <pc:docMk/>
          <pc:sldMasterMk cId="3316734550" sldId="2147483648"/>
        </pc:sldMasterMkLst>
        <pc:sldLayoutChg chg="addSp modSp">
          <pc:chgData name="Mike Bloys" userId="1248c4d8-7b2b-4b32-b8bd-163ae845f9bb" providerId="ADAL" clId="{E91C93D8-8D03-4B41-9CF3-F53EBD7FB242}" dt="2020-05-29T14:05:11.042" v="0"/>
          <pc:sldLayoutMkLst>
            <pc:docMk/>
            <pc:sldMasterMk cId="3316734550" sldId="2147483648"/>
            <pc:sldLayoutMk cId="3886385901" sldId="2147483649"/>
          </pc:sldLayoutMkLst>
          <pc:spChg chg="mod">
            <ac:chgData name="Mike Bloys" userId="1248c4d8-7b2b-4b32-b8bd-163ae845f9bb" providerId="ADAL" clId="{E91C93D8-8D03-4B41-9CF3-F53EBD7FB242}" dt="2020-05-29T14:05:11.042" v="0"/>
            <ac:spMkLst>
              <pc:docMk/>
              <pc:sldMasterMk cId="3316734550" sldId="2147483648"/>
              <pc:sldLayoutMk cId="3886385901" sldId="2147483649"/>
              <ac:spMk id="5" creationId="{BD987CBE-AFB0-4EEB-9A5B-E9F282398BAF}"/>
            </ac:spMkLst>
          </pc:spChg>
          <pc:grpChg chg="add mod">
            <ac:chgData name="Mike Bloys" userId="1248c4d8-7b2b-4b32-b8bd-163ae845f9bb" providerId="ADAL" clId="{E91C93D8-8D03-4B41-9CF3-F53EBD7FB242}" dt="2020-05-29T14:05:11.042" v="0"/>
            <ac:grpSpMkLst>
              <pc:docMk/>
              <pc:sldMasterMk cId="3316734550" sldId="2147483648"/>
              <pc:sldLayoutMk cId="3886385901" sldId="2147483649"/>
              <ac:grpSpMk id="4" creationId="{CCC69524-E5FC-4472-A654-6A2B67923092}"/>
            </ac:grpSpMkLst>
          </pc:grpChg>
          <pc:picChg chg="mod">
            <ac:chgData name="Mike Bloys" userId="1248c4d8-7b2b-4b32-b8bd-163ae845f9bb" providerId="ADAL" clId="{E91C93D8-8D03-4B41-9CF3-F53EBD7FB242}" dt="2020-05-29T14:05:11.042" v="0"/>
            <ac:picMkLst>
              <pc:docMk/>
              <pc:sldMasterMk cId="3316734550" sldId="2147483648"/>
              <pc:sldLayoutMk cId="3886385901" sldId="2147483649"/>
              <ac:picMk id="6" creationId="{146F75D9-0D7A-466C-9309-440E697475DC}"/>
            </ac:picMkLst>
          </pc:picChg>
        </pc:sldLayoutChg>
      </pc:sldMasterChg>
    </pc:docChg>
  </pc:docChgLst>
  <pc:docChgLst>
    <pc:chgData name="James Franklin" userId="cf915d05-507f-491f-b4a6-b2aa085ee4b1" providerId="ADAL" clId="{6CAD0755-6958-48B4-9712-1BA87C0645E4}"/>
    <pc:docChg chg="custSel addSld delSld modSld">
      <pc:chgData name="James Franklin" userId="cf915d05-507f-491f-b4a6-b2aa085ee4b1" providerId="ADAL" clId="{6CAD0755-6958-48B4-9712-1BA87C0645E4}" dt="2021-07-23T09:31:07.627" v="304" actId="20577"/>
      <pc:docMkLst>
        <pc:docMk/>
      </pc:docMkLst>
      <pc:sldChg chg="modSp mod">
        <pc:chgData name="James Franklin" userId="cf915d05-507f-491f-b4a6-b2aa085ee4b1" providerId="ADAL" clId="{6CAD0755-6958-48B4-9712-1BA87C0645E4}" dt="2021-07-19T09:59:20.210" v="59" actId="20577"/>
        <pc:sldMkLst>
          <pc:docMk/>
          <pc:sldMk cId="4090538755" sldId="262"/>
        </pc:sldMkLst>
        <pc:spChg chg="mod">
          <ac:chgData name="James Franklin" userId="cf915d05-507f-491f-b4a6-b2aa085ee4b1" providerId="ADAL" clId="{6CAD0755-6958-48B4-9712-1BA87C0645E4}" dt="2021-07-19T09:59:20.210" v="59" actId="20577"/>
          <ac:spMkLst>
            <pc:docMk/>
            <pc:sldMk cId="4090538755" sldId="262"/>
            <ac:spMk id="4" creationId="{00000000-0000-0000-0000-000000000000}"/>
          </ac:spMkLst>
        </pc:spChg>
      </pc:sldChg>
      <pc:sldChg chg="addSp delSp modSp mod">
        <pc:chgData name="James Franklin" userId="cf915d05-507f-491f-b4a6-b2aa085ee4b1" providerId="ADAL" clId="{6CAD0755-6958-48B4-9712-1BA87C0645E4}" dt="2021-07-23T09:31:07.627" v="304" actId="20577"/>
        <pc:sldMkLst>
          <pc:docMk/>
          <pc:sldMk cId="3236221385" sldId="263"/>
        </pc:sldMkLst>
        <pc:spChg chg="add del mod">
          <ac:chgData name="James Franklin" userId="cf915d05-507f-491f-b4a6-b2aa085ee4b1" providerId="ADAL" clId="{6CAD0755-6958-48B4-9712-1BA87C0645E4}" dt="2021-07-22T12:00:39.716" v="272" actId="478"/>
          <ac:spMkLst>
            <pc:docMk/>
            <pc:sldMk cId="3236221385" sldId="263"/>
            <ac:spMk id="2" creationId="{BD700137-7BA3-4252-9BEB-B40CB67195C5}"/>
          </ac:spMkLst>
        </pc:spChg>
        <pc:spChg chg="mod">
          <ac:chgData name="James Franklin" userId="cf915d05-507f-491f-b4a6-b2aa085ee4b1" providerId="ADAL" clId="{6CAD0755-6958-48B4-9712-1BA87C0645E4}" dt="2021-07-23T09:31:07.627" v="304" actId="20577"/>
          <ac:spMkLst>
            <pc:docMk/>
            <pc:sldMk cId="3236221385" sldId="263"/>
            <ac:spMk id="4" creationId="{00000000-0000-0000-0000-000000000000}"/>
          </ac:spMkLst>
        </pc:spChg>
        <pc:spChg chg="mod">
          <ac:chgData name="James Franklin" userId="cf915d05-507f-491f-b4a6-b2aa085ee4b1" providerId="ADAL" clId="{6CAD0755-6958-48B4-9712-1BA87C0645E4}" dt="2021-07-22T11:37:35.308" v="184" actId="14100"/>
          <ac:spMkLst>
            <pc:docMk/>
            <pc:sldMk cId="3236221385" sldId="263"/>
            <ac:spMk id="10" creationId="{00000000-0000-0000-0000-000000000000}"/>
          </ac:spMkLst>
        </pc:spChg>
        <pc:spChg chg="add mod">
          <ac:chgData name="James Franklin" userId="cf915d05-507f-491f-b4a6-b2aa085ee4b1" providerId="ADAL" clId="{6CAD0755-6958-48B4-9712-1BA87C0645E4}" dt="2021-07-22T12:01:36.106" v="287" actId="6549"/>
          <ac:spMkLst>
            <pc:docMk/>
            <pc:sldMk cId="3236221385" sldId="263"/>
            <ac:spMk id="46" creationId="{21C81F41-9F0B-42B1-B5A2-35F182E75585}"/>
          </ac:spMkLst>
        </pc:spChg>
        <pc:grpChg chg="del mod">
          <ac:chgData name="James Franklin" userId="cf915d05-507f-491f-b4a6-b2aa085ee4b1" providerId="ADAL" clId="{6CAD0755-6958-48B4-9712-1BA87C0645E4}" dt="2021-07-22T12:00:39.716" v="272" actId="478"/>
          <ac:grpSpMkLst>
            <pc:docMk/>
            <pc:sldMk cId="3236221385" sldId="263"/>
            <ac:grpSpMk id="7" creationId="{00000000-0000-0000-0000-000000000000}"/>
          </ac:grpSpMkLst>
        </pc:grpChg>
        <pc:grpChg chg="add mod">
          <ac:chgData name="James Franklin" userId="cf915d05-507f-491f-b4a6-b2aa085ee4b1" providerId="ADAL" clId="{6CAD0755-6958-48B4-9712-1BA87C0645E4}" dt="2021-07-22T12:00:55.068" v="274" actId="1076"/>
          <ac:grpSpMkLst>
            <pc:docMk/>
            <pc:sldMk cId="3236221385" sldId="263"/>
            <ac:grpSpMk id="20" creationId="{F0E8B191-4C55-4796-8FCB-E859763083CE}"/>
          </ac:grpSpMkLst>
        </pc:grpChg>
        <pc:grpChg chg="mod">
          <ac:chgData name="James Franklin" userId="cf915d05-507f-491f-b4a6-b2aa085ee4b1" providerId="ADAL" clId="{6CAD0755-6958-48B4-9712-1BA87C0645E4}" dt="2021-07-22T12:00:49" v="273"/>
          <ac:grpSpMkLst>
            <pc:docMk/>
            <pc:sldMk cId="3236221385" sldId="263"/>
            <ac:grpSpMk id="21" creationId="{9EBEF77B-2147-4259-91FE-39ECFE6F1B3F}"/>
          </ac:grpSpMkLst>
        </pc:grpChg>
        <pc:cxnChg chg="mod">
          <ac:chgData name="James Franklin" userId="cf915d05-507f-491f-b4a6-b2aa085ee4b1" providerId="ADAL" clId="{6CAD0755-6958-48B4-9712-1BA87C0645E4}" dt="2021-07-22T12:00:49" v="273"/>
          <ac:cxnSpMkLst>
            <pc:docMk/>
            <pc:sldMk cId="3236221385" sldId="263"/>
            <ac:cxnSpMk id="22" creationId="{C0E74E25-9F23-440B-90D8-891D355247FF}"/>
          </ac:cxnSpMkLst>
        </pc:cxnChg>
        <pc:cxnChg chg="mod">
          <ac:chgData name="James Franklin" userId="cf915d05-507f-491f-b4a6-b2aa085ee4b1" providerId="ADAL" clId="{6CAD0755-6958-48B4-9712-1BA87C0645E4}" dt="2021-07-22T12:00:49" v="273"/>
          <ac:cxnSpMkLst>
            <pc:docMk/>
            <pc:sldMk cId="3236221385" sldId="263"/>
            <ac:cxnSpMk id="23" creationId="{E60A3048-6432-46C3-A922-5FE5865D6CAB}"/>
          </ac:cxnSpMkLst>
        </pc:cxnChg>
        <pc:cxnChg chg="mod">
          <ac:chgData name="James Franklin" userId="cf915d05-507f-491f-b4a6-b2aa085ee4b1" providerId="ADAL" clId="{6CAD0755-6958-48B4-9712-1BA87C0645E4}" dt="2021-07-22T12:00:49" v="273"/>
          <ac:cxnSpMkLst>
            <pc:docMk/>
            <pc:sldMk cId="3236221385" sldId="263"/>
            <ac:cxnSpMk id="24" creationId="{DA34D7BB-DDFD-4BD4-9155-80D658937C30}"/>
          </ac:cxnSpMkLst>
        </pc:cxnChg>
        <pc:cxnChg chg="mod">
          <ac:chgData name="James Franklin" userId="cf915d05-507f-491f-b4a6-b2aa085ee4b1" providerId="ADAL" clId="{6CAD0755-6958-48B4-9712-1BA87C0645E4}" dt="2021-07-22T12:00:49" v="273"/>
          <ac:cxnSpMkLst>
            <pc:docMk/>
            <pc:sldMk cId="3236221385" sldId="263"/>
            <ac:cxnSpMk id="25" creationId="{05B3ED51-BE6A-485B-B1BB-AB4990778643}"/>
          </ac:cxnSpMkLst>
        </pc:cxnChg>
        <pc:cxnChg chg="mod">
          <ac:chgData name="James Franklin" userId="cf915d05-507f-491f-b4a6-b2aa085ee4b1" providerId="ADAL" clId="{6CAD0755-6958-48B4-9712-1BA87C0645E4}" dt="2021-07-22T12:00:49" v="273"/>
          <ac:cxnSpMkLst>
            <pc:docMk/>
            <pc:sldMk cId="3236221385" sldId="263"/>
            <ac:cxnSpMk id="26" creationId="{EB5A595E-1DFB-4556-AA45-C7F0F723A35F}"/>
          </ac:cxnSpMkLst>
        </pc:cxnChg>
        <pc:cxnChg chg="mod">
          <ac:chgData name="James Franklin" userId="cf915d05-507f-491f-b4a6-b2aa085ee4b1" providerId="ADAL" clId="{6CAD0755-6958-48B4-9712-1BA87C0645E4}" dt="2021-07-22T12:00:49" v="273"/>
          <ac:cxnSpMkLst>
            <pc:docMk/>
            <pc:sldMk cId="3236221385" sldId="263"/>
            <ac:cxnSpMk id="27" creationId="{EEFC7BC2-C38A-4C2D-8774-CD43DE9F222E}"/>
          </ac:cxnSpMkLst>
        </pc:cxnChg>
        <pc:cxnChg chg="mod">
          <ac:chgData name="James Franklin" userId="cf915d05-507f-491f-b4a6-b2aa085ee4b1" providerId="ADAL" clId="{6CAD0755-6958-48B4-9712-1BA87C0645E4}" dt="2021-07-22T12:00:49" v="273"/>
          <ac:cxnSpMkLst>
            <pc:docMk/>
            <pc:sldMk cId="3236221385" sldId="263"/>
            <ac:cxnSpMk id="28" creationId="{E47DB36D-CE17-413F-8104-395BF16A7B71}"/>
          </ac:cxnSpMkLst>
        </pc:cxnChg>
        <pc:cxnChg chg="mod">
          <ac:chgData name="James Franklin" userId="cf915d05-507f-491f-b4a6-b2aa085ee4b1" providerId="ADAL" clId="{6CAD0755-6958-48B4-9712-1BA87C0645E4}" dt="2021-07-22T12:00:49" v="273"/>
          <ac:cxnSpMkLst>
            <pc:docMk/>
            <pc:sldMk cId="3236221385" sldId="263"/>
            <ac:cxnSpMk id="29" creationId="{1F4F9659-93EA-4FAF-81B7-FC1AA9CDC7A5}"/>
          </ac:cxnSpMkLst>
        </pc:cxnChg>
        <pc:cxnChg chg="mod">
          <ac:chgData name="James Franklin" userId="cf915d05-507f-491f-b4a6-b2aa085ee4b1" providerId="ADAL" clId="{6CAD0755-6958-48B4-9712-1BA87C0645E4}" dt="2021-07-22T12:00:49" v="273"/>
          <ac:cxnSpMkLst>
            <pc:docMk/>
            <pc:sldMk cId="3236221385" sldId="263"/>
            <ac:cxnSpMk id="30" creationId="{B32C9F15-4559-48C5-AA88-065A4F28177A}"/>
          </ac:cxnSpMkLst>
        </pc:cxnChg>
        <pc:cxnChg chg="mod">
          <ac:chgData name="James Franklin" userId="cf915d05-507f-491f-b4a6-b2aa085ee4b1" providerId="ADAL" clId="{6CAD0755-6958-48B4-9712-1BA87C0645E4}" dt="2021-07-22T12:00:49" v="273"/>
          <ac:cxnSpMkLst>
            <pc:docMk/>
            <pc:sldMk cId="3236221385" sldId="263"/>
            <ac:cxnSpMk id="31" creationId="{45BEF144-2EF3-41C3-BB56-F3CA52B0922D}"/>
          </ac:cxnSpMkLst>
        </pc:cxnChg>
        <pc:cxnChg chg="mod">
          <ac:chgData name="James Franklin" userId="cf915d05-507f-491f-b4a6-b2aa085ee4b1" providerId="ADAL" clId="{6CAD0755-6958-48B4-9712-1BA87C0645E4}" dt="2021-07-22T12:00:49" v="273"/>
          <ac:cxnSpMkLst>
            <pc:docMk/>
            <pc:sldMk cId="3236221385" sldId="263"/>
            <ac:cxnSpMk id="32" creationId="{AF624615-58E0-4E88-B6AE-F9D237B0805F}"/>
          </ac:cxnSpMkLst>
        </pc:cxnChg>
        <pc:cxnChg chg="mod">
          <ac:chgData name="James Franklin" userId="cf915d05-507f-491f-b4a6-b2aa085ee4b1" providerId="ADAL" clId="{6CAD0755-6958-48B4-9712-1BA87C0645E4}" dt="2021-07-22T12:00:49" v="273"/>
          <ac:cxnSpMkLst>
            <pc:docMk/>
            <pc:sldMk cId="3236221385" sldId="263"/>
            <ac:cxnSpMk id="33" creationId="{7F125687-0B69-455D-88FE-D469508471F3}"/>
          </ac:cxnSpMkLst>
        </pc:cxnChg>
        <pc:cxnChg chg="add mod">
          <ac:chgData name="James Franklin" userId="cf915d05-507f-491f-b4a6-b2aa085ee4b1" providerId="ADAL" clId="{6CAD0755-6958-48B4-9712-1BA87C0645E4}" dt="2021-07-22T12:00:55.068" v="274" actId="1076"/>
          <ac:cxnSpMkLst>
            <pc:docMk/>
            <pc:sldMk cId="3236221385" sldId="263"/>
            <ac:cxnSpMk id="34" creationId="{414E5194-634A-4C79-9123-4BD05BF08632}"/>
          </ac:cxnSpMkLst>
        </pc:cxnChg>
        <pc:cxnChg chg="add mod">
          <ac:chgData name="James Franklin" userId="cf915d05-507f-491f-b4a6-b2aa085ee4b1" providerId="ADAL" clId="{6CAD0755-6958-48B4-9712-1BA87C0645E4}" dt="2021-07-22T12:00:55.068" v="274" actId="1076"/>
          <ac:cxnSpMkLst>
            <pc:docMk/>
            <pc:sldMk cId="3236221385" sldId="263"/>
            <ac:cxnSpMk id="35" creationId="{DD25DA01-58CB-4A73-835D-016FF8124F0D}"/>
          </ac:cxnSpMkLst>
        </pc:cxnChg>
        <pc:cxnChg chg="add mod">
          <ac:chgData name="James Franklin" userId="cf915d05-507f-491f-b4a6-b2aa085ee4b1" providerId="ADAL" clId="{6CAD0755-6958-48B4-9712-1BA87C0645E4}" dt="2021-07-22T12:00:55.068" v="274" actId="1076"/>
          <ac:cxnSpMkLst>
            <pc:docMk/>
            <pc:sldMk cId="3236221385" sldId="263"/>
            <ac:cxnSpMk id="36" creationId="{31C3C616-9517-42FB-939B-BF92B6E9DC9A}"/>
          </ac:cxnSpMkLst>
        </pc:cxnChg>
        <pc:cxnChg chg="add mod">
          <ac:chgData name="James Franklin" userId="cf915d05-507f-491f-b4a6-b2aa085ee4b1" providerId="ADAL" clId="{6CAD0755-6958-48B4-9712-1BA87C0645E4}" dt="2021-07-22T12:00:55.068" v="274" actId="1076"/>
          <ac:cxnSpMkLst>
            <pc:docMk/>
            <pc:sldMk cId="3236221385" sldId="263"/>
            <ac:cxnSpMk id="37" creationId="{2ACF326F-E999-42F0-A709-C41D77473BC8}"/>
          </ac:cxnSpMkLst>
        </pc:cxnChg>
        <pc:cxnChg chg="add mod">
          <ac:chgData name="James Franklin" userId="cf915d05-507f-491f-b4a6-b2aa085ee4b1" providerId="ADAL" clId="{6CAD0755-6958-48B4-9712-1BA87C0645E4}" dt="2021-07-22T12:00:55.068" v="274" actId="1076"/>
          <ac:cxnSpMkLst>
            <pc:docMk/>
            <pc:sldMk cId="3236221385" sldId="263"/>
            <ac:cxnSpMk id="38" creationId="{775467E7-1CA9-46E4-8A70-E64817E0C795}"/>
          </ac:cxnSpMkLst>
        </pc:cxnChg>
        <pc:cxnChg chg="add mod">
          <ac:chgData name="James Franklin" userId="cf915d05-507f-491f-b4a6-b2aa085ee4b1" providerId="ADAL" clId="{6CAD0755-6958-48B4-9712-1BA87C0645E4}" dt="2021-07-22T12:00:55.068" v="274" actId="1076"/>
          <ac:cxnSpMkLst>
            <pc:docMk/>
            <pc:sldMk cId="3236221385" sldId="263"/>
            <ac:cxnSpMk id="39" creationId="{DCE89661-608B-4729-88D8-34DC9752D2EF}"/>
          </ac:cxnSpMkLst>
        </pc:cxnChg>
        <pc:cxnChg chg="add mod">
          <ac:chgData name="James Franklin" userId="cf915d05-507f-491f-b4a6-b2aa085ee4b1" providerId="ADAL" clId="{6CAD0755-6958-48B4-9712-1BA87C0645E4}" dt="2021-07-22T12:00:55.068" v="274" actId="1076"/>
          <ac:cxnSpMkLst>
            <pc:docMk/>
            <pc:sldMk cId="3236221385" sldId="263"/>
            <ac:cxnSpMk id="40" creationId="{34D88F67-66FB-471C-8193-3F21A5E25F7A}"/>
          </ac:cxnSpMkLst>
        </pc:cxnChg>
        <pc:cxnChg chg="add mod">
          <ac:chgData name="James Franklin" userId="cf915d05-507f-491f-b4a6-b2aa085ee4b1" providerId="ADAL" clId="{6CAD0755-6958-48B4-9712-1BA87C0645E4}" dt="2021-07-22T12:00:55.068" v="274" actId="1076"/>
          <ac:cxnSpMkLst>
            <pc:docMk/>
            <pc:sldMk cId="3236221385" sldId="263"/>
            <ac:cxnSpMk id="41" creationId="{8989AB5B-EB3E-4C54-A162-75BA5DBC0BA1}"/>
          </ac:cxnSpMkLst>
        </pc:cxnChg>
        <pc:cxnChg chg="add mod">
          <ac:chgData name="James Franklin" userId="cf915d05-507f-491f-b4a6-b2aa085ee4b1" providerId="ADAL" clId="{6CAD0755-6958-48B4-9712-1BA87C0645E4}" dt="2021-07-22T12:00:55.068" v="274" actId="1076"/>
          <ac:cxnSpMkLst>
            <pc:docMk/>
            <pc:sldMk cId="3236221385" sldId="263"/>
            <ac:cxnSpMk id="42" creationId="{4BDD9A3C-F119-4D3B-BDE9-4B7E99549211}"/>
          </ac:cxnSpMkLst>
        </pc:cxnChg>
        <pc:cxnChg chg="add mod">
          <ac:chgData name="James Franklin" userId="cf915d05-507f-491f-b4a6-b2aa085ee4b1" providerId="ADAL" clId="{6CAD0755-6958-48B4-9712-1BA87C0645E4}" dt="2021-07-22T12:00:55.068" v="274" actId="1076"/>
          <ac:cxnSpMkLst>
            <pc:docMk/>
            <pc:sldMk cId="3236221385" sldId="263"/>
            <ac:cxnSpMk id="43" creationId="{C9967231-9375-482B-AB58-513CEBA69B4C}"/>
          </ac:cxnSpMkLst>
        </pc:cxnChg>
        <pc:cxnChg chg="add mod">
          <ac:chgData name="James Franklin" userId="cf915d05-507f-491f-b4a6-b2aa085ee4b1" providerId="ADAL" clId="{6CAD0755-6958-48B4-9712-1BA87C0645E4}" dt="2021-07-22T12:00:55.068" v="274" actId="1076"/>
          <ac:cxnSpMkLst>
            <pc:docMk/>
            <pc:sldMk cId="3236221385" sldId="263"/>
            <ac:cxnSpMk id="44" creationId="{4FD280F1-E14C-458B-9FE5-3C7150EC6B8F}"/>
          </ac:cxnSpMkLst>
        </pc:cxnChg>
        <pc:cxnChg chg="add mod">
          <ac:chgData name="James Franklin" userId="cf915d05-507f-491f-b4a6-b2aa085ee4b1" providerId="ADAL" clId="{6CAD0755-6958-48B4-9712-1BA87C0645E4}" dt="2021-07-22T12:00:55.068" v="274" actId="1076"/>
          <ac:cxnSpMkLst>
            <pc:docMk/>
            <pc:sldMk cId="3236221385" sldId="263"/>
            <ac:cxnSpMk id="45" creationId="{39C0BDD9-0C1F-4C85-A90C-9D11DE2C8822}"/>
          </ac:cxnSpMkLst>
        </pc:cxnChg>
      </pc:sldChg>
      <pc:sldChg chg="del">
        <pc:chgData name="James Franklin" userId="cf915d05-507f-491f-b4a6-b2aa085ee4b1" providerId="ADAL" clId="{6CAD0755-6958-48B4-9712-1BA87C0645E4}" dt="2021-07-19T10:26:07.333" v="64" actId="47"/>
        <pc:sldMkLst>
          <pc:docMk/>
          <pc:sldMk cId="2021957821" sldId="264"/>
        </pc:sldMkLst>
      </pc:sldChg>
      <pc:sldChg chg="modSp mod">
        <pc:chgData name="James Franklin" userId="cf915d05-507f-491f-b4a6-b2aa085ee4b1" providerId="ADAL" clId="{6CAD0755-6958-48B4-9712-1BA87C0645E4}" dt="2021-07-19T10:42:07.811" v="88" actId="20577"/>
        <pc:sldMkLst>
          <pc:docMk/>
          <pc:sldMk cId="3225159349" sldId="265"/>
        </pc:sldMkLst>
        <pc:spChg chg="mod">
          <ac:chgData name="James Franklin" userId="cf915d05-507f-491f-b4a6-b2aa085ee4b1" providerId="ADAL" clId="{6CAD0755-6958-48B4-9712-1BA87C0645E4}" dt="2021-07-19T10:42:07.811" v="88" actId="20577"/>
          <ac:spMkLst>
            <pc:docMk/>
            <pc:sldMk cId="3225159349" sldId="265"/>
            <ac:spMk id="3" creationId="{8527BA25-C1DE-4A24-BEED-4025C2351C03}"/>
          </ac:spMkLst>
        </pc:spChg>
      </pc:sldChg>
      <pc:sldChg chg="modSp mod">
        <pc:chgData name="James Franklin" userId="cf915d05-507f-491f-b4a6-b2aa085ee4b1" providerId="ADAL" clId="{6CAD0755-6958-48B4-9712-1BA87C0645E4}" dt="2021-07-19T10:42:24.180" v="91" actId="113"/>
        <pc:sldMkLst>
          <pc:docMk/>
          <pc:sldMk cId="2512289805" sldId="266"/>
        </pc:sldMkLst>
        <pc:spChg chg="mod">
          <ac:chgData name="James Franklin" userId="cf915d05-507f-491f-b4a6-b2aa085ee4b1" providerId="ADAL" clId="{6CAD0755-6958-48B4-9712-1BA87C0645E4}" dt="2021-07-19T10:42:24.180" v="91" actId="113"/>
          <ac:spMkLst>
            <pc:docMk/>
            <pc:sldMk cId="2512289805" sldId="266"/>
            <ac:spMk id="3" creationId="{688DE72B-500C-4809-9550-35C964406F24}"/>
          </ac:spMkLst>
        </pc:spChg>
      </pc:sldChg>
      <pc:sldChg chg="modSp mod">
        <pc:chgData name="James Franklin" userId="cf915d05-507f-491f-b4a6-b2aa085ee4b1" providerId="ADAL" clId="{6CAD0755-6958-48B4-9712-1BA87C0645E4}" dt="2021-07-19T11:00:28.798" v="140" actId="6549"/>
        <pc:sldMkLst>
          <pc:docMk/>
          <pc:sldMk cId="2635350195" sldId="268"/>
        </pc:sldMkLst>
        <pc:spChg chg="mod">
          <ac:chgData name="James Franklin" userId="cf915d05-507f-491f-b4a6-b2aa085ee4b1" providerId="ADAL" clId="{6CAD0755-6958-48B4-9712-1BA87C0645E4}" dt="2021-07-19T11:00:28.798" v="140" actId="6549"/>
          <ac:spMkLst>
            <pc:docMk/>
            <pc:sldMk cId="2635350195" sldId="268"/>
            <ac:spMk id="4" creationId="{00000000-0000-0000-0000-000000000000}"/>
          </ac:spMkLst>
        </pc:spChg>
      </pc:sldChg>
      <pc:sldChg chg="modSp mod">
        <pc:chgData name="James Franklin" userId="cf915d05-507f-491f-b4a6-b2aa085ee4b1" providerId="ADAL" clId="{6CAD0755-6958-48B4-9712-1BA87C0645E4}" dt="2021-07-19T11:00:00.259" v="126" actId="113"/>
        <pc:sldMkLst>
          <pc:docMk/>
          <pc:sldMk cId="3540909896" sldId="274"/>
        </pc:sldMkLst>
        <pc:spChg chg="mod">
          <ac:chgData name="James Franklin" userId="cf915d05-507f-491f-b4a6-b2aa085ee4b1" providerId="ADAL" clId="{6CAD0755-6958-48B4-9712-1BA87C0645E4}" dt="2021-07-19T11:00:00.259" v="126" actId="113"/>
          <ac:spMkLst>
            <pc:docMk/>
            <pc:sldMk cId="3540909896" sldId="274"/>
            <ac:spMk id="3" creationId="{00000000-0000-0000-0000-000000000000}"/>
          </ac:spMkLst>
        </pc:spChg>
      </pc:sldChg>
      <pc:sldChg chg="modSp mod">
        <pc:chgData name="James Franklin" userId="cf915d05-507f-491f-b4a6-b2aa085ee4b1" providerId="ADAL" clId="{6CAD0755-6958-48B4-9712-1BA87C0645E4}" dt="2021-07-19T10:45:15.668" v="94" actId="20577"/>
        <pc:sldMkLst>
          <pc:docMk/>
          <pc:sldMk cId="3323362349" sldId="277"/>
        </pc:sldMkLst>
        <pc:spChg chg="mod">
          <ac:chgData name="James Franklin" userId="cf915d05-507f-491f-b4a6-b2aa085ee4b1" providerId="ADAL" clId="{6CAD0755-6958-48B4-9712-1BA87C0645E4}" dt="2021-07-19T10:45:15.668" v="94" actId="20577"/>
          <ac:spMkLst>
            <pc:docMk/>
            <pc:sldMk cId="3323362349" sldId="277"/>
            <ac:spMk id="3" creationId="{00000000-0000-0000-0000-000000000000}"/>
          </ac:spMkLst>
        </pc:spChg>
      </pc:sldChg>
      <pc:sldChg chg="modSp mod">
        <pc:chgData name="James Franklin" userId="cf915d05-507f-491f-b4a6-b2aa085ee4b1" providerId="ADAL" clId="{6CAD0755-6958-48B4-9712-1BA87C0645E4}" dt="2021-07-19T10:46:19.626" v="113" actId="20577"/>
        <pc:sldMkLst>
          <pc:docMk/>
          <pc:sldMk cId="1742271136" sldId="278"/>
        </pc:sldMkLst>
        <pc:spChg chg="mod">
          <ac:chgData name="James Franklin" userId="cf915d05-507f-491f-b4a6-b2aa085ee4b1" providerId="ADAL" clId="{6CAD0755-6958-48B4-9712-1BA87C0645E4}" dt="2021-07-19T10:46:19.626" v="113" actId="20577"/>
          <ac:spMkLst>
            <pc:docMk/>
            <pc:sldMk cId="1742271136" sldId="278"/>
            <ac:spMk id="3" creationId="{00000000-0000-0000-0000-000000000000}"/>
          </ac:spMkLst>
        </pc:spChg>
      </pc:sldChg>
      <pc:sldChg chg="addSp modSp mod addCm modCm">
        <pc:chgData name="James Franklin" userId="cf915d05-507f-491f-b4a6-b2aa085ee4b1" providerId="ADAL" clId="{6CAD0755-6958-48B4-9712-1BA87C0645E4}" dt="2021-07-19T10:41:49.690" v="70" actId="1589"/>
        <pc:sldMkLst>
          <pc:docMk/>
          <pc:sldMk cId="4080298053" sldId="279"/>
        </pc:sldMkLst>
        <pc:spChg chg="mod">
          <ac:chgData name="James Franklin" userId="cf915d05-507f-491f-b4a6-b2aa085ee4b1" providerId="ADAL" clId="{6CAD0755-6958-48B4-9712-1BA87C0645E4}" dt="2021-07-19T10:00:45.725" v="60" actId="20577"/>
          <ac:spMkLst>
            <pc:docMk/>
            <pc:sldMk cId="4080298053" sldId="279"/>
            <ac:spMk id="3" creationId="{31DF558F-1D46-44E3-BBC3-B8211BF8A8D5}"/>
          </ac:spMkLst>
        </pc:spChg>
        <pc:picChg chg="add mod">
          <ac:chgData name="James Franklin" userId="cf915d05-507f-491f-b4a6-b2aa085ee4b1" providerId="ADAL" clId="{6CAD0755-6958-48B4-9712-1BA87C0645E4}" dt="2021-07-19T10:40:16.777" v="67" actId="1076"/>
          <ac:picMkLst>
            <pc:docMk/>
            <pc:sldMk cId="4080298053" sldId="279"/>
            <ac:picMk id="1026" creationId="{BFB8B0BC-398A-4160-A6DE-AA3E4E83EE85}"/>
          </ac:picMkLst>
        </pc:picChg>
      </pc:sldChg>
      <pc:sldChg chg="modSp mod">
        <pc:chgData name="James Franklin" userId="cf915d05-507f-491f-b4a6-b2aa085ee4b1" providerId="ADAL" clId="{6CAD0755-6958-48B4-9712-1BA87C0645E4}" dt="2021-07-19T11:03:27.426" v="183" actId="20577"/>
        <pc:sldMkLst>
          <pc:docMk/>
          <pc:sldMk cId="104800640" sldId="281"/>
        </pc:sldMkLst>
        <pc:spChg chg="mod">
          <ac:chgData name="James Franklin" userId="cf915d05-507f-491f-b4a6-b2aa085ee4b1" providerId="ADAL" clId="{6CAD0755-6958-48B4-9712-1BA87C0645E4}" dt="2021-07-19T11:03:27.426" v="183" actId="20577"/>
          <ac:spMkLst>
            <pc:docMk/>
            <pc:sldMk cId="104800640" sldId="281"/>
            <ac:spMk id="3" creationId="{2A83CD5B-1742-4446-8CAB-7E186658E757}"/>
          </ac:spMkLst>
        </pc:spChg>
      </pc:sldChg>
      <pc:sldChg chg="add">
        <pc:chgData name="James Franklin" userId="cf915d05-507f-491f-b4a6-b2aa085ee4b1" providerId="ADAL" clId="{6CAD0755-6958-48B4-9712-1BA87C0645E4}" dt="2021-07-19T10:26:05.358" v="63"/>
        <pc:sldMkLst>
          <pc:docMk/>
          <pc:sldMk cId="3752922158" sldId="282"/>
        </pc:sldMkLst>
      </pc:sldChg>
    </pc:docChg>
  </pc:docChgLst>
  <pc:docChgLst>
    <pc:chgData name="James Franklin" userId="cf915d05-507f-491f-b4a6-b2aa085ee4b1" providerId="ADAL" clId="{D3FF8336-ED79-4E1F-B337-139C90FD7A67}"/>
    <pc:docChg chg="modSld">
      <pc:chgData name="James Franklin" userId="cf915d05-507f-491f-b4a6-b2aa085ee4b1" providerId="ADAL" clId="{D3FF8336-ED79-4E1F-B337-139C90FD7A67}" dt="2020-05-28T09:29:28.532" v="89" actId="14100"/>
      <pc:docMkLst>
        <pc:docMk/>
      </pc:docMkLst>
      <pc:sldChg chg="modSp mod">
        <pc:chgData name="James Franklin" userId="cf915d05-507f-491f-b4a6-b2aa085ee4b1" providerId="ADAL" clId="{D3FF8336-ED79-4E1F-B337-139C90FD7A67}" dt="2020-05-28T09:29:28.532" v="89" actId="14100"/>
        <pc:sldMkLst>
          <pc:docMk/>
          <pc:sldMk cId="3225159349" sldId="265"/>
        </pc:sldMkLst>
        <pc:spChg chg="mod">
          <ac:chgData name="James Franklin" userId="cf915d05-507f-491f-b4a6-b2aa085ee4b1" providerId="ADAL" clId="{D3FF8336-ED79-4E1F-B337-139C90FD7A67}" dt="2020-05-28T09:29:16.413" v="87" actId="20577"/>
          <ac:spMkLst>
            <pc:docMk/>
            <pc:sldMk cId="3225159349" sldId="265"/>
            <ac:spMk id="3" creationId="{8527BA25-C1DE-4A24-BEED-4025C2351C03}"/>
          </ac:spMkLst>
        </pc:spChg>
        <pc:picChg chg="mod">
          <ac:chgData name="James Franklin" userId="cf915d05-507f-491f-b4a6-b2aa085ee4b1" providerId="ADAL" clId="{D3FF8336-ED79-4E1F-B337-139C90FD7A67}" dt="2020-05-28T09:29:28.532" v="89" actId="14100"/>
          <ac:picMkLst>
            <pc:docMk/>
            <pc:sldMk cId="3225159349" sldId="265"/>
            <ac:picMk id="5" creationId="{00000000-0000-0000-0000-000000000000}"/>
          </ac:picMkLst>
        </pc:picChg>
      </pc:sldChg>
    </pc:docChg>
  </pc:docChgLst>
  <pc:docChgLst>
    <pc:chgData name="Mike Bloys" userId="1248c4d8-7b2b-4b32-b8bd-163ae845f9bb" providerId="ADAL" clId="{E836DEE0-91C8-B849-A9F0-72E8A0E5EA9E}"/>
    <pc:docChg chg="undo custSel modSld modMainMaster">
      <pc:chgData name="Mike Bloys" userId="1248c4d8-7b2b-4b32-b8bd-163ae845f9bb" providerId="ADAL" clId="{E836DEE0-91C8-B849-A9F0-72E8A0E5EA9E}" dt="2021-07-23T15:50:09.928" v="130" actId="207"/>
      <pc:docMkLst>
        <pc:docMk/>
      </pc:docMkLst>
      <pc:sldChg chg="addSp delSp modSp mod modClrScheme chgLayout">
        <pc:chgData name="Mike Bloys" userId="1248c4d8-7b2b-4b32-b8bd-163ae845f9bb" providerId="ADAL" clId="{E836DEE0-91C8-B849-A9F0-72E8A0E5EA9E}" dt="2021-07-23T15:03:49.571" v="62" actId="21"/>
        <pc:sldMkLst>
          <pc:docMk/>
          <pc:sldMk cId="4090538755" sldId="262"/>
        </pc:sldMkLst>
        <pc:spChg chg="add del mod">
          <ac:chgData name="Mike Bloys" userId="1248c4d8-7b2b-4b32-b8bd-163ae845f9bb" providerId="ADAL" clId="{E836DEE0-91C8-B849-A9F0-72E8A0E5EA9E}" dt="2021-07-23T15:03:12.583" v="56" actId="6264"/>
          <ac:spMkLst>
            <pc:docMk/>
            <pc:sldMk cId="4090538755" sldId="262"/>
            <ac:spMk id="2" creationId="{9313794A-C937-F245-AD26-977EAAAD167C}"/>
          </ac:spMkLst>
        </pc:spChg>
        <pc:spChg chg="mod ord">
          <ac:chgData name="Mike Bloys" userId="1248c4d8-7b2b-4b32-b8bd-163ae845f9bb" providerId="ADAL" clId="{E836DEE0-91C8-B849-A9F0-72E8A0E5EA9E}" dt="2021-07-23T15:03:12.583" v="56" actId="6264"/>
          <ac:spMkLst>
            <pc:docMk/>
            <pc:sldMk cId="4090538755" sldId="262"/>
            <ac:spMk id="3" creationId="{00000000-0000-0000-0000-000000000000}"/>
          </ac:spMkLst>
        </pc:spChg>
        <pc:spChg chg="mod ord">
          <ac:chgData name="Mike Bloys" userId="1248c4d8-7b2b-4b32-b8bd-163ae845f9bb" providerId="ADAL" clId="{E836DEE0-91C8-B849-A9F0-72E8A0E5EA9E}" dt="2021-07-23T15:03:18.562" v="59" actId="20577"/>
          <ac:spMkLst>
            <pc:docMk/>
            <pc:sldMk cId="4090538755" sldId="262"/>
            <ac:spMk id="4" creationId="{00000000-0000-0000-0000-000000000000}"/>
          </ac:spMkLst>
        </pc:spChg>
        <pc:spChg chg="add del mod">
          <ac:chgData name="Mike Bloys" userId="1248c4d8-7b2b-4b32-b8bd-163ae845f9bb" providerId="ADAL" clId="{E836DEE0-91C8-B849-A9F0-72E8A0E5EA9E}" dt="2021-07-23T15:03:12.583" v="56" actId="6264"/>
          <ac:spMkLst>
            <pc:docMk/>
            <pc:sldMk cId="4090538755" sldId="262"/>
            <ac:spMk id="5" creationId="{F9A66137-A64F-8D4D-A7E5-54ABC6986BAF}"/>
          </ac:spMkLst>
        </pc:spChg>
        <pc:spChg chg="add del mod">
          <ac:chgData name="Mike Bloys" userId="1248c4d8-7b2b-4b32-b8bd-163ae845f9bb" providerId="ADAL" clId="{E836DEE0-91C8-B849-A9F0-72E8A0E5EA9E}" dt="2021-07-23T15:03:49.571" v="62" actId="21"/>
          <ac:spMkLst>
            <pc:docMk/>
            <pc:sldMk cId="4090538755" sldId="262"/>
            <ac:spMk id="6" creationId="{2816054A-D77D-3A48-A9BC-13AFF4095A5F}"/>
          </ac:spMkLst>
        </pc:spChg>
      </pc:sldChg>
      <pc:sldChg chg="modSp mod">
        <pc:chgData name="Mike Bloys" userId="1248c4d8-7b2b-4b32-b8bd-163ae845f9bb" providerId="ADAL" clId="{E836DEE0-91C8-B849-A9F0-72E8A0E5EA9E}" dt="2021-07-23T15:17:58.870" v="82" actId="208"/>
        <pc:sldMkLst>
          <pc:docMk/>
          <pc:sldMk cId="3236221385" sldId="263"/>
        </pc:sldMkLst>
        <pc:spChg chg="mod">
          <ac:chgData name="Mike Bloys" userId="1248c4d8-7b2b-4b32-b8bd-163ae845f9bb" providerId="ADAL" clId="{E836DEE0-91C8-B849-A9F0-72E8A0E5EA9E}" dt="2021-07-23T15:17:58.870" v="82" actId="208"/>
          <ac:spMkLst>
            <pc:docMk/>
            <pc:sldMk cId="3236221385" sldId="263"/>
            <ac:spMk id="10" creationId="{00000000-0000-0000-0000-000000000000}"/>
          </ac:spMkLst>
        </pc:spChg>
        <pc:cxnChg chg="mod">
          <ac:chgData name="Mike Bloys" userId="1248c4d8-7b2b-4b32-b8bd-163ae845f9bb" providerId="ADAL" clId="{E836DEE0-91C8-B849-A9F0-72E8A0E5EA9E}" dt="2021-07-23T15:17:49.429" v="81" actId="208"/>
          <ac:cxnSpMkLst>
            <pc:docMk/>
            <pc:sldMk cId="3236221385" sldId="263"/>
            <ac:cxnSpMk id="22" creationId="{C0E74E25-9F23-440B-90D8-891D355247FF}"/>
          </ac:cxnSpMkLst>
        </pc:cxnChg>
        <pc:cxnChg chg="mod">
          <ac:chgData name="Mike Bloys" userId="1248c4d8-7b2b-4b32-b8bd-163ae845f9bb" providerId="ADAL" clId="{E836DEE0-91C8-B849-A9F0-72E8A0E5EA9E}" dt="2021-07-23T15:17:19.640" v="77" actId="208"/>
          <ac:cxnSpMkLst>
            <pc:docMk/>
            <pc:sldMk cId="3236221385" sldId="263"/>
            <ac:cxnSpMk id="23" creationId="{E60A3048-6432-46C3-A922-5FE5865D6CAB}"/>
          </ac:cxnSpMkLst>
        </pc:cxnChg>
        <pc:cxnChg chg="mod">
          <ac:chgData name="Mike Bloys" userId="1248c4d8-7b2b-4b32-b8bd-163ae845f9bb" providerId="ADAL" clId="{E836DEE0-91C8-B849-A9F0-72E8A0E5EA9E}" dt="2021-07-23T15:17:25.127" v="78" actId="208"/>
          <ac:cxnSpMkLst>
            <pc:docMk/>
            <pc:sldMk cId="3236221385" sldId="263"/>
            <ac:cxnSpMk id="24" creationId="{DA34D7BB-DDFD-4BD4-9155-80D658937C30}"/>
          </ac:cxnSpMkLst>
        </pc:cxnChg>
        <pc:cxnChg chg="mod">
          <ac:chgData name="Mike Bloys" userId="1248c4d8-7b2b-4b32-b8bd-163ae845f9bb" providerId="ADAL" clId="{E836DEE0-91C8-B849-A9F0-72E8A0E5EA9E}" dt="2021-07-23T15:17:33.976" v="79" actId="208"/>
          <ac:cxnSpMkLst>
            <pc:docMk/>
            <pc:sldMk cId="3236221385" sldId="263"/>
            <ac:cxnSpMk id="25" creationId="{05B3ED51-BE6A-485B-B1BB-AB4990778643}"/>
          </ac:cxnSpMkLst>
        </pc:cxnChg>
        <pc:cxnChg chg="mod">
          <ac:chgData name="Mike Bloys" userId="1248c4d8-7b2b-4b32-b8bd-163ae845f9bb" providerId="ADAL" clId="{E836DEE0-91C8-B849-A9F0-72E8A0E5EA9E}" dt="2021-07-23T15:17:25.127" v="78" actId="208"/>
          <ac:cxnSpMkLst>
            <pc:docMk/>
            <pc:sldMk cId="3236221385" sldId="263"/>
            <ac:cxnSpMk id="26" creationId="{EB5A595E-1DFB-4556-AA45-C7F0F723A35F}"/>
          </ac:cxnSpMkLst>
        </pc:cxnChg>
        <pc:cxnChg chg="mod">
          <ac:chgData name="Mike Bloys" userId="1248c4d8-7b2b-4b32-b8bd-163ae845f9bb" providerId="ADAL" clId="{E836DEE0-91C8-B849-A9F0-72E8A0E5EA9E}" dt="2021-07-23T15:17:33.976" v="79" actId="208"/>
          <ac:cxnSpMkLst>
            <pc:docMk/>
            <pc:sldMk cId="3236221385" sldId="263"/>
            <ac:cxnSpMk id="27" creationId="{EEFC7BC2-C38A-4C2D-8774-CD43DE9F222E}"/>
          </ac:cxnSpMkLst>
        </pc:cxnChg>
        <pc:cxnChg chg="mod">
          <ac:chgData name="Mike Bloys" userId="1248c4d8-7b2b-4b32-b8bd-163ae845f9bb" providerId="ADAL" clId="{E836DEE0-91C8-B849-A9F0-72E8A0E5EA9E}" dt="2021-07-23T15:17:33.976" v="79" actId="208"/>
          <ac:cxnSpMkLst>
            <pc:docMk/>
            <pc:sldMk cId="3236221385" sldId="263"/>
            <ac:cxnSpMk id="28" creationId="{E47DB36D-CE17-413F-8104-395BF16A7B71}"/>
          </ac:cxnSpMkLst>
        </pc:cxnChg>
        <pc:cxnChg chg="mod">
          <ac:chgData name="Mike Bloys" userId="1248c4d8-7b2b-4b32-b8bd-163ae845f9bb" providerId="ADAL" clId="{E836DEE0-91C8-B849-A9F0-72E8A0E5EA9E}" dt="2021-07-23T15:17:33.976" v="79" actId="208"/>
          <ac:cxnSpMkLst>
            <pc:docMk/>
            <pc:sldMk cId="3236221385" sldId="263"/>
            <ac:cxnSpMk id="29" creationId="{1F4F9659-93EA-4FAF-81B7-FC1AA9CDC7A5}"/>
          </ac:cxnSpMkLst>
        </pc:cxnChg>
        <pc:cxnChg chg="mod">
          <ac:chgData name="Mike Bloys" userId="1248c4d8-7b2b-4b32-b8bd-163ae845f9bb" providerId="ADAL" clId="{E836DEE0-91C8-B849-A9F0-72E8A0E5EA9E}" dt="2021-07-23T15:17:41.051" v="80" actId="208"/>
          <ac:cxnSpMkLst>
            <pc:docMk/>
            <pc:sldMk cId="3236221385" sldId="263"/>
            <ac:cxnSpMk id="30" creationId="{B32C9F15-4559-48C5-AA88-065A4F28177A}"/>
          </ac:cxnSpMkLst>
        </pc:cxnChg>
        <pc:cxnChg chg="mod">
          <ac:chgData name="Mike Bloys" userId="1248c4d8-7b2b-4b32-b8bd-163ae845f9bb" providerId="ADAL" clId="{E836DEE0-91C8-B849-A9F0-72E8A0E5EA9E}" dt="2021-07-23T15:17:41.051" v="80" actId="208"/>
          <ac:cxnSpMkLst>
            <pc:docMk/>
            <pc:sldMk cId="3236221385" sldId="263"/>
            <ac:cxnSpMk id="31" creationId="{45BEF144-2EF3-41C3-BB56-F3CA52B0922D}"/>
          </ac:cxnSpMkLst>
        </pc:cxnChg>
        <pc:cxnChg chg="mod">
          <ac:chgData name="Mike Bloys" userId="1248c4d8-7b2b-4b32-b8bd-163ae845f9bb" providerId="ADAL" clId="{E836DEE0-91C8-B849-A9F0-72E8A0E5EA9E}" dt="2021-07-23T15:17:41.051" v="80" actId="208"/>
          <ac:cxnSpMkLst>
            <pc:docMk/>
            <pc:sldMk cId="3236221385" sldId="263"/>
            <ac:cxnSpMk id="32" creationId="{AF624615-58E0-4E88-B6AE-F9D237B0805F}"/>
          </ac:cxnSpMkLst>
        </pc:cxnChg>
        <pc:cxnChg chg="mod">
          <ac:chgData name="Mike Bloys" userId="1248c4d8-7b2b-4b32-b8bd-163ae845f9bb" providerId="ADAL" clId="{E836DEE0-91C8-B849-A9F0-72E8A0E5EA9E}" dt="2021-07-23T15:17:41.051" v="80" actId="208"/>
          <ac:cxnSpMkLst>
            <pc:docMk/>
            <pc:sldMk cId="3236221385" sldId="263"/>
            <ac:cxnSpMk id="33" creationId="{7F125687-0B69-455D-88FE-D469508471F3}"/>
          </ac:cxnSpMkLst>
        </pc:cxnChg>
      </pc:sldChg>
      <pc:sldChg chg="modSp mod">
        <pc:chgData name="Mike Bloys" userId="1248c4d8-7b2b-4b32-b8bd-163ae845f9bb" providerId="ADAL" clId="{E836DEE0-91C8-B849-A9F0-72E8A0E5EA9E}" dt="2021-07-23T15:22:14.323" v="90" actId="14100"/>
        <pc:sldMkLst>
          <pc:docMk/>
          <pc:sldMk cId="3225159349" sldId="265"/>
        </pc:sldMkLst>
        <pc:spChg chg="mod">
          <ac:chgData name="Mike Bloys" userId="1248c4d8-7b2b-4b32-b8bd-163ae845f9bb" providerId="ADAL" clId="{E836DEE0-91C8-B849-A9F0-72E8A0E5EA9E}" dt="2021-07-23T15:22:14.323" v="90" actId="14100"/>
          <ac:spMkLst>
            <pc:docMk/>
            <pc:sldMk cId="3225159349" sldId="265"/>
            <ac:spMk id="3" creationId="{8527BA25-C1DE-4A24-BEED-4025C2351C03}"/>
          </ac:spMkLst>
        </pc:spChg>
      </pc:sldChg>
      <pc:sldChg chg="addSp delSp modSp mod">
        <pc:chgData name="Mike Bloys" userId="1248c4d8-7b2b-4b32-b8bd-163ae845f9bb" providerId="ADAL" clId="{E836DEE0-91C8-B849-A9F0-72E8A0E5EA9E}" dt="2021-07-23T15:44:18.977" v="113" actId="20577"/>
        <pc:sldMkLst>
          <pc:docMk/>
          <pc:sldMk cId="2203308184" sldId="271"/>
        </pc:sldMkLst>
        <pc:spChg chg="mod">
          <ac:chgData name="Mike Bloys" userId="1248c4d8-7b2b-4b32-b8bd-163ae845f9bb" providerId="ADAL" clId="{E836DEE0-91C8-B849-A9F0-72E8A0E5EA9E}" dt="2021-07-23T15:44:18.977" v="113" actId="20577"/>
          <ac:spMkLst>
            <pc:docMk/>
            <pc:sldMk cId="2203308184" sldId="271"/>
            <ac:spMk id="5" creationId="{00000000-0000-0000-0000-000000000000}"/>
          </ac:spMkLst>
        </pc:spChg>
        <pc:picChg chg="del">
          <ac:chgData name="Mike Bloys" userId="1248c4d8-7b2b-4b32-b8bd-163ae845f9bb" providerId="ADAL" clId="{E836DEE0-91C8-B849-A9F0-72E8A0E5EA9E}" dt="2021-07-23T15:38:55.655" v="96" actId="478"/>
          <ac:picMkLst>
            <pc:docMk/>
            <pc:sldMk cId="2203308184" sldId="271"/>
            <ac:picMk id="3" creationId="{AE9796D1-6D9A-4152-A2D6-CE34051179D6}"/>
          </ac:picMkLst>
        </pc:picChg>
        <pc:picChg chg="add del mod">
          <ac:chgData name="Mike Bloys" userId="1248c4d8-7b2b-4b32-b8bd-163ae845f9bb" providerId="ADAL" clId="{E836DEE0-91C8-B849-A9F0-72E8A0E5EA9E}" dt="2021-07-23T15:39:20.175" v="99" actId="478"/>
          <ac:picMkLst>
            <pc:docMk/>
            <pc:sldMk cId="2203308184" sldId="271"/>
            <ac:picMk id="6" creationId="{0B9BCB8D-FD9B-FE44-9AC0-7E8DE534E293}"/>
          </ac:picMkLst>
        </pc:picChg>
        <pc:picChg chg="del">
          <ac:chgData name="Mike Bloys" userId="1248c4d8-7b2b-4b32-b8bd-163ae845f9bb" providerId="ADAL" clId="{E836DEE0-91C8-B849-A9F0-72E8A0E5EA9E}" dt="2021-07-23T15:25:01.885" v="91" actId="478"/>
          <ac:picMkLst>
            <pc:docMk/>
            <pc:sldMk cId="2203308184" sldId="271"/>
            <ac:picMk id="7" creationId="{AF23BB6B-7B9B-4A7F-A097-FA52B47E7C2A}"/>
          </ac:picMkLst>
        </pc:picChg>
        <pc:picChg chg="add del mod">
          <ac:chgData name="Mike Bloys" userId="1248c4d8-7b2b-4b32-b8bd-163ae845f9bb" providerId="ADAL" clId="{E836DEE0-91C8-B849-A9F0-72E8A0E5EA9E}" dt="2021-07-23T15:43:06.398" v="104" actId="21"/>
          <ac:picMkLst>
            <pc:docMk/>
            <pc:sldMk cId="2203308184" sldId="271"/>
            <ac:picMk id="8" creationId="{D6FCEBB6-0B5B-EB46-A579-B9D2737675B5}"/>
          </ac:picMkLst>
        </pc:picChg>
        <pc:picChg chg="add mod">
          <ac:chgData name="Mike Bloys" userId="1248c4d8-7b2b-4b32-b8bd-163ae845f9bb" providerId="ADAL" clId="{E836DEE0-91C8-B849-A9F0-72E8A0E5EA9E}" dt="2021-07-23T15:39:28.278" v="101" actId="207"/>
          <ac:picMkLst>
            <pc:docMk/>
            <pc:sldMk cId="2203308184" sldId="271"/>
            <ac:picMk id="9" creationId="{B01D91DF-C417-FA4E-A1B0-298CB8FFD097}"/>
          </ac:picMkLst>
        </pc:picChg>
        <pc:picChg chg="add mod">
          <ac:chgData name="Mike Bloys" userId="1248c4d8-7b2b-4b32-b8bd-163ae845f9bb" providerId="ADAL" clId="{E836DEE0-91C8-B849-A9F0-72E8A0E5EA9E}" dt="2021-07-23T15:44:09.611" v="110" actId="167"/>
          <ac:picMkLst>
            <pc:docMk/>
            <pc:sldMk cId="2203308184" sldId="271"/>
            <ac:picMk id="10" creationId="{9934ECBE-EF31-C544-B28D-38572BDCDB4F}"/>
          </ac:picMkLst>
        </pc:picChg>
      </pc:sldChg>
      <pc:sldChg chg="addSp delSp modSp mod">
        <pc:chgData name="Mike Bloys" userId="1248c4d8-7b2b-4b32-b8bd-163ae845f9bb" providerId="ADAL" clId="{E836DEE0-91C8-B849-A9F0-72E8A0E5EA9E}" dt="2021-07-23T15:50:09.928" v="130" actId="207"/>
        <pc:sldMkLst>
          <pc:docMk/>
          <pc:sldMk cId="1101683052" sldId="273"/>
        </pc:sldMkLst>
        <pc:spChg chg="mod">
          <ac:chgData name="Mike Bloys" userId="1248c4d8-7b2b-4b32-b8bd-163ae845f9bb" providerId="ADAL" clId="{E836DEE0-91C8-B849-A9F0-72E8A0E5EA9E}" dt="2021-07-23T15:50:09.928" v="130" actId="207"/>
          <ac:spMkLst>
            <pc:docMk/>
            <pc:sldMk cId="1101683052" sldId="273"/>
            <ac:spMk id="4" creationId="{00000000-0000-0000-0000-000000000000}"/>
          </ac:spMkLst>
        </pc:spChg>
        <pc:picChg chg="del">
          <ac:chgData name="Mike Bloys" userId="1248c4d8-7b2b-4b32-b8bd-163ae845f9bb" providerId="ADAL" clId="{E836DEE0-91C8-B849-A9F0-72E8A0E5EA9E}" dt="2021-07-23T15:48:51.976" v="119" actId="478"/>
          <ac:picMkLst>
            <pc:docMk/>
            <pc:sldMk cId="1101683052" sldId="273"/>
            <ac:picMk id="5" creationId="{D2E9450C-4CAF-46ED-8737-E7025C531AA4}"/>
          </ac:picMkLst>
        </pc:picChg>
        <pc:picChg chg="add mod modCrop">
          <ac:chgData name="Mike Bloys" userId="1248c4d8-7b2b-4b32-b8bd-163ae845f9bb" providerId="ADAL" clId="{E836DEE0-91C8-B849-A9F0-72E8A0E5EA9E}" dt="2021-07-23T15:49:58.767" v="129" actId="732"/>
          <ac:picMkLst>
            <pc:docMk/>
            <pc:sldMk cId="1101683052" sldId="273"/>
            <ac:picMk id="6" creationId="{531588F1-FE16-4A43-A101-3AC7A1353255}"/>
          </ac:picMkLst>
        </pc:picChg>
        <pc:picChg chg="del">
          <ac:chgData name="Mike Bloys" userId="1248c4d8-7b2b-4b32-b8bd-163ae845f9bb" providerId="ADAL" clId="{E836DEE0-91C8-B849-A9F0-72E8A0E5EA9E}" dt="2021-07-23T15:48:59.282" v="120" actId="478"/>
          <ac:picMkLst>
            <pc:docMk/>
            <pc:sldMk cId="1101683052" sldId="273"/>
            <ac:picMk id="7" creationId="{8B1EB998-DDB2-459F-AF28-5095E832AEC2}"/>
          </ac:picMkLst>
        </pc:picChg>
      </pc:sldChg>
      <pc:sldChg chg="addSp delSp modSp mod modClrScheme delCm chgLayout">
        <pc:chgData name="Mike Bloys" userId="1248c4d8-7b2b-4b32-b8bd-163ae845f9bb" providerId="ADAL" clId="{E836DEE0-91C8-B849-A9F0-72E8A0E5EA9E}" dt="2021-07-23T15:17:07.744" v="76"/>
        <pc:sldMkLst>
          <pc:docMk/>
          <pc:sldMk cId="4080298053" sldId="279"/>
        </pc:sldMkLst>
        <pc:spChg chg="mod ord">
          <ac:chgData name="Mike Bloys" userId="1248c4d8-7b2b-4b32-b8bd-163ae845f9bb" providerId="ADAL" clId="{E836DEE0-91C8-B849-A9F0-72E8A0E5EA9E}" dt="2021-07-23T15:16:53.103" v="75" actId="700"/>
          <ac:spMkLst>
            <pc:docMk/>
            <pc:sldMk cId="4080298053" sldId="279"/>
            <ac:spMk id="2" creationId="{F8652E53-D2B4-495D-AE1D-D959BFBED59B}"/>
          </ac:spMkLst>
        </pc:spChg>
        <pc:spChg chg="mod ord">
          <ac:chgData name="Mike Bloys" userId="1248c4d8-7b2b-4b32-b8bd-163ae845f9bb" providerId="ADAL" clId="{E836DEE0-91C8-B849-A9F0-72E8A0E5EA9E}" dt="2021-07-23T15:16:53.103" v="75" actId="700"/>
          <ac:spMkLst>
            <pc:docMk/>
            <pc:sldMk cId="4080298053" sldId="279"/>
            <ac:spMk id="3" creationId="{31DF558F-1D46-44E3-BBC3-B8211BF8A8D5}"/>
          </ac:spMkLst>
        </pc:spChg>
        <pc:picChg chg="del">
          <ac:chgData name="Mike Bloys" userId="1248c4d8-7b2b-4b32-b8bd-163ae845f9bb" providerId="ADAL" clId="{E836DEE0-91C8-B849-A9F0-72E8A0E5EA9E}" dt="2021-07-23T15:14:20.327" v="67" actId="478"/>
          <ac:picMkLst>
            <pc:docMk/>
            <pc:sldMk cId="4080298053" sldId="279"/>
            <ac:picMk id="6" creationId="{471C59CA-D96A-4709-93E7-9B0A5923A1F3}"/>
          </ac:picMkLst>
        </pc:picChg>
        <pc:picChg chg="add mod">
          <ac:chgData name="Mike Bloys" userId="1248c4d8-7b2b-4b32-b8bd-163ae845f9bb" providerId="ADAL" clId="{E836DEE0-91C8-B849-A9F0-72E8A0E5EA9E}" dt="2021-07-23T15:17:07.744" v="76"/>
          <ac:picMkLst>
            <pc:docMk/>
            <pc:sldMk cId="4080298053" sldId="279"/>
            <ac:picMk id="7" creationId="{2646CADE-E1A0-664F-ACDC-DAADFB2367D1}"/>
          </ac:picMkLst>
        </pc:picChg>
        <pc:picChg chg="mod">
          <ac:chgData name="Mike Bloys" userId="1248c4d8-7b2b-4b32-b8bd-163ae845f9bb" providerId="ADAL" clId="{E836DEE0-91C8-B849-A9F0-72E8A0E5EA9E}" dt="2021-07-23T15:15:35.074" v="74" actId="18331"/>
          <ac:picMkLst>
            <pc:docMk/>
            <pc:sldMk cId="4080298053" sldId="279"/>
            <ac:picMk id="1026" creationId="{BFB8B0BC-398A-4160-A6DE-AA3E4E83EE85}"/>
          </ac:picMkLst>
        </pc:picChg>
      </pc:sldChg>
      <pc:sldChg chg="addSp delSp modSp mod">
        <pc:chgData name="Mike Bloys" userId="1248c4d8-7b2b-4b32-b8bd-163ae845f9bb" providerId="ADAL" clId="{E836DEE0-91C8-B849-A9F0-72E8A0E5EA9E}" dt="2021-07-23T15:21:39.695" v="87" actId="18131"/>
        <pc:sldMkLst>
          <pc:docMk/>
          <pc:sldMk cId="3752922158" sldId="282"/>
        </pc:sldMkLst>
        <pc:picChg chg="add mod">
          <ac:chgData name="Mike Bloys" userId="1248c4d8-7b2b-4b32-b8bd-163ae845f9bb" providerId="ADAL" clId="{E836DEE0-91C8-B849-A9F0-72E8A0E5EA9E}" dt="2021-07-23T15:21:12.611" v="85" actId="207"/>
          <ac:picMkLst>
            <pc:docMk/>
            <pc:sldMk cId="3752922158" sldId="282"/>
            <ac:picMk id="6" creationId="{4D44893D-29DE-B940-B4C9-B81FFC186D84}"/>
          </ac:picMkLst>
        </pc:picChg>
        <pc:picChg chg="mod modCrop">
          <ac:chgData name="Mike Bloys" userId="1248c4d8-7b2b-4b32-b8bd-163ae845f9bb" providerId="ADAL" clId="{E836DEE0-91C8-B849-A9F0-72E8A0E5EA9E}" dt="2021-07-23T15:21:39.695" v="87" actId="18131"/>
          <ac:picMkLst>
            <pc:docMk/>
            <pc:sldMk cId="3752922158" sldId="282"/>
            <ac:picMk id="8" creationId="{E01B3955-177D-47B3-9B3A-48745BB71F68}"/>
          </ac:picMkLst>
        </pc:picChg>
        <pc:picChg chg="del">
          <ac:chgData name="Mike Bloys" userId="1248c4d8-7b2b-4b32-b8bd-163ae845f9bb" providerId="ADAL" clId="{E836DEE0-91C8-B849-A9F0-72E8A0E5EA9E}" dt="2021-07-23T15:21:05.858" v="83" actId="478"/>
          <ac:picMkLst>
            <pc:docMk/>
            <pc:sldMk cId="3752922158" sldId="282"/>
            <ac:picMk id="23" creationId="{9C5AB15C-1B10-4C6D-8B9B-045A55BB9D36}"/>
          </ac:picMkLst>
        </pc:picChg>
      </pc:sldChg>
      <pc:sldMasterChg chg="delSldLayout modSldLayout sldLayoutOrd">
        <pc:chgData name="Mike Bloys" userId="1248c4d8-7b2b-4b32-b8bd-163ae845f9bb" providerId="ADAL" clId="{E836DEE0-91C8-B849-A9F0-72E8A0E5EA9E}" dt="2021-07-23T15:43:36.480" v="107" actId="21"/>
        <pc:sldMasterMkLst>
          <pc:docMk/>
          <pc:sldMasterMk cId="3316734550" sldId="2147483648"/>
        </pc:sldMasterMkLst>
        <pc:sldLayoutChg chg="delSp modSp mod">
          <pc:chgData name="Mike Bloys" userId="1248c4d8-7b2b-4b32-b8bd-163ae845f9bb" providerId="ADAL" clId="{E836DEE0-91C8-B849-A9F0-72E8A0E5EA9E}" dt="2021-07-23T15:06:27.681" v="66" actId="18331"/>
          <pc:sldLayoutMkLst>
            <pc:docMk/>
            <pc:sldMasterMk cId="3316734550" sldId="2147483648"/>
            <pc:sldLayoutMk cId="3886385901" sldId="2147483649"/>
          </pc:sldLayoutMkLst>
          <pc:grpChg chg="del">
            <ac:chgData name="Mike Bloys" userId="1248c4d8-7b2b-4b32-b8bd-163ae845f9bb" providerId="ADAL" clId="{E836DEE0-91C8-B849-A9F0-72E8A0E5EA9E}" dt="2021-07-23T14:42:04.014" v="0" actId="478"/>
            <ac:grpSpMkLst>
              <pc:docMk/>
              <pc:sldMasterMk cId="3316734550" sldId="2147483648"/>
              <pc:sldLayoutMk cId="3886385901" sldId="2147483649"/>
              <ac:grpSpMk id="4" creationId="{CCC69524-E5FC-4472-A654-6A2B67923092}"/>
            </ac:grpSpMkLst>
          </pc:grpChg>
          <pc:picChg chg="mod">
            <ac:chgData name="Mike Bloys" userId="1248c4d8-7b2b-4b32-b8bd-163ae845f9bb" providerId="ADAL" clId="{E836DEE0-91C8-B849-A9F0-72E8A0E5EA9E}" dt="2021-07-23T15:06:27.681" v="66" actId="18331"/>
            <ac:picMkLst>
              <pc:docMk/>
              <pc:sldMasterMk cId="3316734550" sldId="2147483648"/>
              <pc:sldLayoutMk cId="3886385901" sldId="2147483649"/>
              <ac:picMk id="3" creationId="{90D79972-1D78-4B93-86F2-49F1846CCBA9}"/>
            </ac:picMkLst>
          </pc:picChg>
        </pc:sldLayoutChg>
        <pc:sldLayoutChg chg="addSp delSp modSp mod">
          <pc:chgData name="Mike Bloys" userId="1248c4d8-7b2b-4b32-b8bd-163ae845f9bb" providerId="ADAL" clId="{E836DEE0-91C8-B849-A9F0-72E8A0E5EA9E}" dt="2021-07-23T14:56:21.265" v="24"/>
          <pc:sldLayoutMkLst>
            <pc:docMk/>
            <pc:sldMasterMk cId="3316734550" sldId="2147483648"/>
            <pc:sldLayoutMk cId="2849720375" sldId="2147483652"/>
          </pc:sldLayoutMkLst>
          <pc:spChg chg="mod">
            <ac:chgData name="Mike Bloys" userId="1248c4d8-7b2b-4b32-b8bd-163ae845f9bb" providerId="ADAL" clId="{E836DEE0-91C8-B849-A9F0-72E8A0E5EA9E}" dt="2021-07-23T14:55:30.717" v="21"/>
            <ac:spMkLst>
              <pc:docMk/>
              <pc:sldMasterMk cId="3316734550" sldId="2147483648"/>
              <pc:sldLayoutMk cId="2849720375" sldId="2147483652"/>
              <ac:spMk id="8" creationId="{00000000-0000-0000-0000-000000000000}"/>
            </ac:spMkLst>
          </pc:spChg>
          <pc:spChg chg="del">
            <ac:chgData name="Mike Bloys" userId="1248c4d8-7b2b-4b32-b8bd-163ae845f9bb" providerId="ADAL" clId="{E836DEE0-91C8-B849-A9F0-72E8A0E5EA9E}" dt="2021-07-23T14:56:17.361" v="23" actId="478"/>
            <ac:spMkLst>
              <pc:docMk/>
              <pc:sldMasterMk cId="3316734550" sldId="2147483648"/>
              <pc:sldLayoutMk cId="2849720375" sldId="2147483652"/>
              <ac:spMk id="11" creationId="{DE792332-0D8B-4D0F-BACD-CEA10A552FED}"/>
            </ac:spMkLst>
          </pc:spChg>
          <pc:spChg chg="add mod">
            <ac:chgData name="Mike Bloys" userId="1248c4d8-7b2b-4b32-b8bd-163ae845f9bb" providerId="ADAL" clId="{E836DEE0-91C8-B849-A9F0-72E8A0E5EA9E}" dt="2021-07-23T14:56:21.265" v="24"/>
            <ac:spMkLst>
              <pc:docMk/>
              <pc:sldMasterMk cId="3316734550" sldId="2147483648"/>
              <pc:sldLayoutMk cId="2849720375" sldId="2147483652"/>
              <ac:spMk id="13" creationId="{6FD27F5F-ACCE-A346-B4FD-EA8F166E262C}"/>
            </ac:spMkLst>
          </pc:spChg>
          <pc:picChg chg="add mod">
            <ac:chgData name="Mike Bloys" userId="1248c4d8-7b2b-4b32-b8bd-163ae845f9bb" providerId="ADAL" clId="{E836DEE0-91C8-B849-A9F0-72E8A0E5EA9E}" dt="2021-07-23T14:56:21.265" v="24"/>
            <ac:picMkLst>
              <pc:docMk/>
              <pc:sldMasterMk cId="3316734550" sldId="2147483648"/>
              <pc:sldLayoutMk cId="2849720375" sldId="2147483652"/>
              <ac:picMk id="9" creationId="{E9BF3163-B619-6A47-BDEB-186C220AEE89}"/>
            </ac:picMkLst>
          </pc:picChg>
          <pc:picChg chg="del">
            <ac:chgData name="Mike Bloys" userId="1248c4d8-7b2b-4b32-b8bd-163ae845f9bb" providerId="ADAL" clId="{E836DEE0-91C8-B849-A9F0-72E8A0E5EA9E}" dt="2021-07-23T14:56:17.361" v="23" actId="478"/>
            <ac:picMkLst>
              <pc:docMk/>
              <pc:sldMasterMk cId="3316734550" sldId="2147483648"/>
              <pc:sldLayoutMk cId="2849720375" sldId="2147483652"/>
              <ac:picMk id="10" creationId="{2FBC2F8D-3F89-4D26-8C4E-31AC687CB25D}"/>
            </ac:picMkLst>
          </pc:picChg>
          <pc:picChg chg="add mod">
            <ac:chgData name="Mike Bloys" userId="1248c4d8-7b2b-4b32-b8bd-163ae845f9bb" providerId="ADAL" clId="{E836DEE0-91C8-B849-A9F0-72E8A0E5EA9E}" dt="2021-07-23T14:56:21.265" v="24"/>
            <ac:picMkLst>
              <pc:docMk/>
              <pc:sldMasterMk cId="3316734550" sldId="2147483648"/>
              <pc:sldLayoutMk cId="2849720375" sldId="2147483652"/>
              <ac:picMk id="12" creationId="{BD5F0E63-5239-6047-97DA-E8C99BB50831}"/>
            </ac:picMkLst>
          </pc:picChg>
          <pc:picChg chg="del">
            <ac:chgData name="Mike Bloys" userId="1248c4d8-7b2b-4b32-b8bd-163ae845f9bb" providerId="ADAL" clId="{E836DEE0-91C8-B849-A9F0-72E8A0E5EA9E}" dt="2021-07-23T14:56:17.361" v="23" actId="478"/>
            <ac:picMkLst>
              <pc:docMk/>
              <pc:sldMasterMk cId="3316734550" sldId="2147483648"/>
              <pc:sldLayoutMk cId="2849720375" sldId="2147483652"/>
              <ac:picMk id="22" creationId="{00000000-0000-0000-0000-000000000000}"/>
            </ac:picMkLst>
          </pc:picChg>
        </pc:sldLayoutChg>
        <pc:sldLayoutChg chg="addSp delSp modSp mod ord">
          <pc:chgData name="Mike Bloys" userId="1248c4d8-7b2b-4b32-b8bd-163ae845f9bb" providerId="ADAL" clId="{E836DEE0-91C8-B849-A9F0-72E8A0E5EA9E}" dt="2021-07-23T14:55:47.705" v="22"/>
          <pc:sldLayoutMkLst>
            <pc:docMk/>
            <pc:sldMasterMk cId="3316734550" sldId="2147483648"/>
            <pc:sldLayoutMk cId="4180777422" sldId="2147483653"/>
          </pc:sldLayoutMkLst>
          <pc:spChg chg="mod">
            <ac:chgData name="Mike Bloys" userId="1248c4d8-7b2b-4b32-b8bd-163ae845f9bb" providerId="ADAL" clId="{E836DEE0-91C8-B849-A9F0-72E8A0E5EA9E}" dt="2021-07-23T14:53:14.675" v="11" actId="20577"/>
            <ac:spMkLst>
              <pc:docMk/>
              <pc:sldMasterMk cId="3316734550" sldId="2147483648"/>
              <pc:sldLayoutMk cId="4180777422" sldId="2147483653"/>
              <ac:spMk id="9" creationId="{80AF52B0-71FF-4CA8-B347-B2975381DBCD}"/>
            </ac:spMkLst>
          </pc:spChg>
          <pc:spChg chg="mod">
            <ac:chgData name="Mike Bloys" userId="1248c4d8-7b2b-4b32-b8bd-163ae845f9bb" providerId="ADAL" clId="{E836DEE0-91C8-B849-A9F0-72E8A0E5EA9E}" dt="2021-07-23T14:55:47.705" v="22"/>
            <ac:spMkLst>
              <pc:docMk/>
              <pc:sldMasterMk cId="3316734550" sldId="2147483648"/>
              <pc:sldLayoutMk cId="4180777422" sldId="2147483653"/>
              <ac:spMk id="27" creationId="{00000000-0000-0000-0000-000000000000}"/>
            </ac:spMkLst>
          </pc:spChg>
          <pc:picChg chg="add mod">
            <ac:chgData name="Mike Bloys" userId="1248c4d8-7b2b-4b32-b8bd-163ae845f9bb" providerId="ADAL" clId="{E836DEE0-91C8-B849-A9F0-72E8A0E5EA9E}" dt="2021-07-23T14:54:23.286" v="16" actId="167"/>
            <ac:picMkLst>
              <pc:docMk/>
              <pc:sldMasterMk cId="3316734550" sldId="2147483648"/>
              <pc:sldLayoutMk cId="4180777422" sldId="2147483653"/>
              <ac:picMk id="7" creationId="{261806FA-7C3E-8543-AE82-B25DDA01F025}"/>
            </ac:picMkLst>
          </pc:picChg>
          <pc:picChg chg="del mod">
            <ac:chgData name="Mike Bloys" userId="1248c4d8-7b2b-4b32-b8bd-163ae845f9bb" providerId="ADAL" clId="{E836DEE0-91C8-B849-A9F0-72E8A0E5EA9E}" dt="2021-07-23T14:53:18.310" v="13" actId="478"/>
            <ac:picMkLst>
              <pc:docMk/>
              <pc:sldMasterMk cId="3316734550" sldId="2147483648"/>
              <pc:sldLayoutMk cId="4180777422" sldId="2147483653"/>
              <ac:picMk id="8" creationId="{2CDD1C7C-4D26-4764-BA4A-DFC95FD25F15}"/>
            </ac:picMkLst>
          </pc:picChg>
          <pc:picChg chg="add mod">
            <ac:chgData name="Mike Bloys" userId="1248c4d8-7b2b-4b32-b8bd-163ae845f9bb" providerId="ADAL" clId="{E836DEE0-91C8-B849-A9F0-72E8A0E5EA9E}" dt="2021-07-23T14:54:23.286" v="16" actId="167"/>
            <ac:picMkLst>
              <pc:docMk/>
              <pc:sldMasterMk cId="3316734550" sldId="2147483648"/>
              <pc:sldLayoutMk cId="4180777422" sldId="2147483653"/>
              <ac:picMk id="10" creationId="{2009F003-D16B-D842-A3AD-5C3DB0D54A5D}"/>
            </ac:picMkLst>
          </pc:picChg>
          <pc:picChg chg="del">
            <ac:chgData name="Mike Bloys" userId="1248c4d8-7b2b-4b32-b8bd-163ae845f9bb" providerId="ADAL" clId="{E836DEE0-91C8-B849-A9F0-72E8A0E5EA9E}" dt="2021-07-23T14:53:20.920" v="14" actId="478"/>
            <ac:picMkLst>
              <pc:docMk/>
              <pc:sldMasterMk cId="3316734550" sldId="2147483648"/>
              <pc:sldLayoutMk cId="4180777422" sldId="2147483653"/>
              <ac:picMk id="29" creationId="{00000000-0000-0000-0000-000000000000}"/>
            </ac:picMkLst>
          </pc:picChg>
        </pc:sldLayoutChg>
        <pc:sldLayoutChg chg="del">
          <pc:chgData name="Mike Bloys" userId="1248c4d8-7b2b-4b32-b8bd-163ae845f9bb" providerId="ADAL" clId="{E836DEE0-91C8-B849-A9F0-72E8A0E5EA9E}" dt="2021-07-23T14:57:43.104" v="29" actId="2696"/>
          <pc:sldLayoutMkLst>
            <pc:docMk/>
            <pc:sldMasterMk cId="3316734550" sldId="2147483648"/>
            <pc:sldLayoutMk cId="2400860605" sldId="2147483655"/>
          </pc:sldLayoutMkLst>
        </pc:sldLayoutChg>
        <pc:sldLayoutChg chg="addSp delSp modSp mod">
          <pc:chgData name="Mike Bloys" userId="1248c4d8-7b2b-4b32-b8bd-163ae845f9bb" providerId="ADAL" clId="{E836DEE0-91C8-B849-A9F0-72E8A0E5EA9E}" dt="2021-07-23T15:43:36.480" v="107" actId="21"/>
          <pc:sldLayoutMkLst>
            <pc:docMk/>
            <pc:sldMasterMk cId="3316734550" sldId="2147483648"/>
            <pc:sldLayoutMk cId="3315833090" sldId="2147483656"/>
          </pc:sldLayoutMkLst>
          <pc:spChg chg="del">
            <ac:chgData name="Mike Bloys" userId="1248c4d8-7b2b-4b32-b8bd-163ae845f9bb" providerId="ADAL" clId="{E836DEE0-91C8-B849-A9F0-72E8A0E5EA9E}" dt="2021-07-23T14:57:50.281" v="30" actId="478"/>
            <ac:spMkLst>
              <pc:docMk/>
              <pc:sldMasterMk cId="3316734550" sldId="2147483648"/>
              <pc:sldLayoutMk cId="3315833090" sldId="2147483656"/>
              <ac:spMk id="8" creationId="{8F2116D1-E549-48F3-ACCB-3279561FA168}"/>
            </ac:spMkLst>
          </pc:spChg>
          <pc:spChg chg="add mod">
            <ac:chgData name="Mike Bloys" userId="1248c4d8-7b2b-4b32-b8bd-163ae845f9bb" providerId="ADAL" clId="{E836DEE0-91C8-B849-A9F0-72E8A0E5EA9E}" dt="2021-07-23T14:57:51.480" v="31"/>
            <ac:spMkLst>
              <pc:docMk/>
              <pc:sldMasterMk cId="3316734550" sldId="2147483648"/>
              <pc:sldLayoutMk cId="3315833090" sldId="2147483656"/>
              <ac:spMk id="10" creationId="{D7C50F87-CCB0-9142-887C-887EA858C574}"/>
            </ac:spMkLst>
          </pc:spChg>
          <pc:spChg chg="mod">
            <ac:chgData name="Mike Bloys" userId="1248c4d8-7b2b-4b32-b8bd-163ae845f9bb" providerId="ADAL" clId="{E836DEE0-91C8-B849-A9F0-72E8A0E5EA9E}" dt="2021-07-23T14:59:54.533" v="43" actId="948"/>
            <ac:spMkLst>
              <pc:docMk/>
              <pc:sldMasterMk cId="3316734550" sldId="2147483648"/>
              <pc:sldLayoutMk cId="3315833090" sldId="2147483656"/>
              <ac:spMk id="25" creationId="{00000000-0000-0000-0000-000000000000}"/>
            </ac:spMkLst>
          </pc:spChg>
          <pc:picChg chg="add mod">
            <ac:chgData name="Mike Bloys" userId="1248c4d8-7b2b-4b32-b8bd-163ae845f9bb" providerId="ADAL" clId="{E836DEE0-91C8-B849-A9F0-72E8A0E5EA9E}" dt="2021-07-23T14:57:51.480" v="31"/>
            <ac:picMkLst>
              <pc:docMk/>
              <pc:sldMasterMk cId="3316734550" sldId="2147483648"/>
              <pc:sldLayoutMk cId="3315833090" sldId="2147483656"/>
              <ac:picMk id="6" creationId="{3E732CD1-CBF6-6049-8EEB-8C4CDE51B8E8}"/>
            </ac:picMkLst>
          </pc:picChg>
          <pc:picChg chg="del">
            <ac:chgData name="Mike Bloys" userId="1248c4d8-7b2b-4b32-b8bd-163ae845f9bb" providerId="ADAL" clId="{E836DEE0-91C8-B849-A9F0-72E8A0E5EA9E}" dt="2021-07-23T14:57:50.281" v="30" actId="478"/>
            <ac:picMkLst>
              <pc:docMk/>
              <pc:sldMasterMk cId="3316734550" sldId="2147483648"/>
              <pc:sldLayoutMk cId="3315833090" sldId="2147483656"/>
              <ac:picMk id="7" creationId="{FC7DA4C8-9C3D-4123-AEFC-9CE207D135A5}"/>
            </ac:picMkLst>
          </pc:picChg>
          <pc:picChg chg="add del mod">
            <ac:chgData name="Mike Bloys" userId="1248c4d8-7b2b-4b32-b8bd-163ae845f9bb" providerId="ADAL" clId="{E836DEE0-91C8-B849-A9F0-72E8A0E5EA9E}" dt="2021-07-23T14:58:02.068" v="32" actId="478"/>
            <ac:picMkLst>
              <pc:docMk/>
              <pc:sldMasterMk cId="3316734550" sldId="2147483648"/>
              <pc:sldLayoutMk cId="3315833090" sldId="2147483656"/>
              <ac:picMk id="9" creationId="{2CA00588-D9FB-F149-B330-77F2C653E9D6}"/>
            </ac:picMkLst>
          </pc:picChg>
          <pc:picChg chg="add del mod modCrop">
            <ac:chgData name="Mike Bloys" userId="1248c4d8-7b2b-4b32-b8bd-163ae845f9bb" providerId="ADAL" clId="{E836DEE0-91C8-B849-A9F0-72E8A0E5EA9E}" dt="2021-07-23T15:43:36.480" v="107" actId="21"/>
            <ac:picMkLst>
              <pc:docMk/>
              <pc:sldMasterMk cId="3316734550" sldId="2147483648"/>
              <pc:sldLayoutMk cId="3315833090" sldId="2147483656"/>
              <ac:picMk id="11" creationId="{5B2DCC30-0646-DE46-B5A6-80F2D29E79CF}"/>
            </ac:picMkLst>
          </pc:picChg>
        </pc:sldLayoutChg>
        <pc:sldLayoutChg chg="addSp delSp modSp mod setBg">
          <pc:chgData name="Mike Bloys" userId="1248c4d8-7b2b-4b32-b8bd-163ae845f9bb" providerId="ADAL" clId="{E836DEE0-91C8-B849-A9F0-72E8A0E5EA9E}" dt="2021-07-23T15:02:04.849" v="45"/>
          <pc:sldLayoutMkLst>
            <pc:docMk/>
            <pc:sldMasterMk cId="3316734550" sldId="2147483648"/>
            <pc:sldLayoutMk cId="393927180" sldId="2147483664"/>
          </pc:sldLayoutMkLst>
          <pc:spChg chg="add del mod">
            <ac:chgData name="Mike Bloys" userId="1248c4d8-7b2b-4b32-b8bd-163ae845f9bb" providerId="ADAL" clId="{E836DEE0-91C8-B849-A9F0-72E8A0E5EA9E}" dt="2021-07-23T14:51:41.122" v="7" actId="767"/>
            <ac:spMkLst>
              <pc:docMk/>
              <pc:sldMasterMk cId="3316734550" sldId="2147483648"/>
              <pc:sldLayoutMk cId="393927180" sldId="2147483664"/>
              <ac:spMk id="2" creationId="{64478611-920C-1E41-9786-8D1AB846230E}"/>
            </ac:spMkLst>
          </pc:spChg>
          <pc:cxnChg chg="mod">
            <ac:chgData name="Mike Bloys" userId="1248c4d8-7b2b-4b32-b8bd-163ae845f9bb" providerId="ADAL" clId="{E836DEE0-91C8-B849-A9F0-72E8A0E5EA9E}" dt="2021-07-23T15:00:23.606" v="44" actId="692"/>
            <ac:cxnSpMkLst>
              <pc:docMk/>
              <pc:sldMasterMk cId="3316734550" sldId="2147483648"/>
              <pc:sldLayoutMk cId="393927180" sldId="2147483664"/>
              <ac:cxnSpMk id="9" creationId="{00000000-0000-0000-0000-000000000000}"/>
            </ac:cxnSpMkLst>
          </pc:cxnChg>
        </pc:sldLayoutChg>
        <pc:sldLayoutChg chg="addSp delSp modSp mod">
          <pc:chgData name="Mike Bloys" userId="1248c4d8-7b2b-4b32-b8bd-163ae845f9bb" providerId="ADAL" clId="{E836DEE0-91C8-B849-A9F0-72E8A0E5EA9E}" dt="2021-07-23T14:58:40.753" v="36" actId="6549"/>
          <pc:sldLayoutMkLst>
            <pc:docMk/>
            <pc:sldMasterMk cId="3316734550" sldId="2147483648"/>
            <pc:sldLayoutMk cId="78951202" sldId="2147483665"/>
          </pc:sldLayoutMkLst>
          <pc:spChg chg="mod">
            <ac:chgData name="Mike Bloys" userId="1248c4d8-7b2b-4b32-b8bd-163ae845f9bb" providerId="ADAL" clId="{E836DEE0-91C8-B849-A9F0-72E8A0E5EA9E}" dt="2021-07-23T14:58:40.753" v="36" actId="6549"/>
            <ac:spMkLst>
              <pc:docMk/>
              <pc:sldMasterMk cId="3316734550" sldId="2147483648"/>
              <pc:sldLayoutMk cId="78951202" sldId="2147483665"/>
              <ac:spMk id="8" creationId="{00000000-0000-0000-0000-000000000000}"/>
            </ac:spMkLst>
          </pc:spChg>
          <pc:spChg chg="del">
            <ac:chgData name="Mike Bloys" userId="1248c4d8-7b2b-4b32-b8bd-163ae845f9bb" providerId="ADAL" clId="{E836DEE0-91C8-B849-A9F0-72E8A0E5EA9E}" dt="2021-07-23T14:58:27.464" v="33" actId="478"/>
            <ac:spMkLst>
              <pc:docMk/>
              <pc:sldMasterMk cId="3316734550" sldId="2147483648"/>
              <pc:sldLayoutMk cId="78951202" sldId="2147483665"/>
              <ac:spMk id="9" creationId="{40C0086F-3412-4B9E-93F6-E64240E79B2B}"/>
            </ac:spMkLst>
          </pc:spChg>
          <pc:spChg chg="add mod">
            <ac:chgData name="Mike Bloys" userId="1248c4d8-7b2b-4b32-b8bd-163ae845f9bb" providerId="ADAL" clId="{E836DEE0-91C8-B849-A9F0-72E8A0E5EA9E}" dt="2021-07-23T14:58:31.972" v="34"/>
            <ac:spMkLst>
              <pc:docMk/>
              <pc:sldMasterMk cId="3316734550" sldId="2147483648"/>
              <pc:sldLayoutMk cId="78951202" sldId="2147483665"/>
              <ac:spMk id="11" creationId="{52EACD26-0AE9-A141-9478-5719E13BE996}"/>
            </ac:spMkLst>
          </pc:spChg>
          <pc:picChg chg="del">
            <ac:chgData name="Mike Bloys" userId="1248c4d8-7b2b-4b32-b8bd-163ae845f9bb" providerId="ADAL" clId="{E836DEE0-91C8-B849-A9F0-72E8A0E5EA9E}" dt="2021-07-23T14:58:27.464" v="33" actId="478"/>
            <ac:picMkLst>
              <pc:docMk/>
              <pc:sldMasterMk cId="3316734550" sldId="2147483648"/>
              <pc:sldLayoutMk cId="78951202" sldId="2147483665"/>
              <ac:picMk id="6" creationId="{5EE2D977-6F16-4376-BD59-07DBBB7F4A8F}"/>
            </ac:picMkLst>
          </pc:picChg>
          <pc:picChg chg="add mod">
            <ac:chgData name="Mike Bloys" userId="1248c4d8-7b2b-4b32-b8bd-163ae845f9bb" providerId="ADAL" clId="{E836DEE0-91C8-B849-A9F0-72E8A0E5EA9E}" dt="2021-07-23T14:58:31.972" v="34"/>
            <ac:picMkLst>
              <pc:docMk/>
              <pc:sldMasterMk cId="3316734550" sldId="2147483648"/>
              <pc:sldLayoutMk cId="78951202" sldId="2147483665"/>
              <ac:picMk id="7" creationId="{47145268-D342-934C-907C-54316D5AA81A}"/>
            </ac:picMkLst>
          </pc:picChg>
          <pc:picChg chg="add mod">
            <ac:chgData name="Mike Bloys" userId="1248c4d8-7b2b-4b32-b8bd-163ae845f9bb" providerId="ADAL" clId="{E836DEE0-91C8-B849-A9F0-72E8A0E5EA9E}" dt="2021-07-23T14:58:31.972" v="34"/>
            <ac:picMkLst>
              <pc:docMk/>
              <pc:sldMasterMk cId="3316734550" sldId="2147483648"/>
              <pc:sldLayoutMk cId="78951202" sldId="2147483665"/>
              <ac:picMk id="10" creationId="{25159C0E-4C8B-794B-BE97-CB316716D170}"/>
            </ac:picMkLst>
          </pc:picChg>
          <pc:picChg chg="del">
            <ac:chgData name="Mike Bloys" userId="1248c4d8-7b2b-4b32-b8bd-163ae845f9bb" providerId="ADAL" clId="{E836DEE0-91C8-B849-A9F0-72E8A0E5EA9E}" dt="2021-07-23T14:58:27.464" v="33" actId="478"/>
            <ac:picMkLst>
              <pc:docMk/>
              <pc:sldMasterMk cId="3316734550" sldId="2147483648"/>
              <pc:sldLayoutMk cId="78951202" sldId="2147483665"/>
              <ac:picMk id="29" creationId="{00000000-0000-0000-0000-000000000000}"/>
            </ac:picMkLst>
          </pc:picChg>
        </pc:sldLayoutChg>
        <pc:sldLayoutChg chg="addSp delSp modSp mod setBg">
          <pc:chgData name="Mike Bloys" userId="1248c4d8-7b2b-4b32-b8bd-163ae845f9bb" providerId="ADAL" clId="{E836DEE0-91C8-B849-A9F0-72E8A0E5EA9E}" dt="2021-07-23T15:05:38.831" v="65" actId="478"/>
          <pc:sldLayoutMkLst>
            <pc:docMk/>
            <pc:sldMasterMk cId="3316734550" sldId="2147483648"/>
            <pc:sldLayoutMk cId="1504358022" sldId="2147483666"/>
          </pc:sldLayoutMkLst>
          <pc:spChg chg="add mod">
            <ac:chgData name="Mike Bloys" userId="1248c4d8-7b2b-4b32-b8bd-163ae845f9bb" providerId="ADAL" clId="{E836DEE0-91C8-B849-A9F0-72E8A0E5EA9E}" dt="2021-07-23T15:02:44.533" v="51" actId="207"/>
            <ac:spMkLst>
              <pc:docMk/>
              <pc:sldMasterMk cId="3316734550" sldId="2147483648"/>
              <pc:sldLayoutMk cId="1504358022" sldId="2147483666"/>
              <ac:spMk id="6" creationId="{1C74A5BF-9C05-F945-A711-13841CF3EDC7}"/>
            </ac:spMkLst>
          </pc:spChg>
          <pc:spChg chg="add del mod">
            <ac:chgData name="Mike Bloys" userId="1248c4d8-7b2b-4b32-b8bd-163ae845f9bb" providerId="ADAL" clId="{E836DEE0-91C8-B849-A9F0-72E8A0E5EA9E}" dt="2021-07-23T15:05:38.831" v="65" actId="478"/>
            <ac:spMkLst>
              <pc:docMk/>
              <pc:sldMasterMk cId="3316734550" sldId="2147483648"/>
              <pc:sldLayoutMk cId="1504358022" sldId="2147483666"/>
              <ac:spMk id="7" creationId="{1BD5C45D-5731-E24A-BC94-61E00F05AC27}"/>
            </ac:spMkLst>
          </pc:spChg>
          <pc:spChg chg="del">
            <ac:chgData name="Mike Bloys" userId="1248c4d8-7b2b-4b32-b8bd-163ae845f9bb" providerId="ADAL" clId="{E836DEE0-91C8-B849-A9F0-72E8A0E5EA9E}" dt="2021-07-23T15:02:33.438" v="49" actId="478"/>
            <ac:spMkLst>
              <pc:docMk/>
              <pc:sldMasterMk cId="3316734550" sldId="2147483648"/>
              <pc:sldLayoutMk cId="1504358022" sldId="2147483666"/>
              <ac:spMk id="10" creationId="{00000000-0000-0000-0000-000000000000}"/>
            </ac:spMkLst>
          </pc:spChg>
          <pc:cxnChg chg="mod">
            <ac:chgData name="Mike Bloys" userId="1248c4d8-7b2b-4b32-b8bd-163ae845f9bb" providerId="ADAL" clId="{E836DEE0-91C8-B849-A9F0-72E8A0E5EA9E}" dt="2021-07-23T15:05:37.111" v="64" actId="14100"/>
            <ac:cxnSpMkLst>
              <pc:docMk/>
              <pc:sldMasterMk cId="3316734550" sldId="2147483648"/>
              <pc:sldLayoutMk cId="1504358022" sldId="2147483666"/>
              <ac:cxnSpMk id="8" creationId="{00000000-0000-0000-0000-000000000000}"/>
            </ac:cxnSpMkLst>
          </pc:cxnChg>
        </pc:sldLayoutChg>
        <pc:sldLayoutChg chg="addSp delSp modSp mod">
          <pc:chgData name="Mike Bloys" userId="1248c4d8-7b2b-4b32-b8bd-163ae845f9bb" providerId="ADAL" clId="{E836DEE0-91C8-B849-A9F0-72E8A0E5EA9E}" dt="2021-07-23T14:59:20.236" v="39" actId="207"/>
          <pc:sldLayoutMkLst>
            <pc:docMk/>
            <pc:sldMasterMk cId="3316734550" sldId="2147483648"/>
            <pc:sldLayoutMk cId="2777079279" sldId="2147483667"/>
          </pc:sldLayoutMkLst>
          <pc:spChg chg="mod">
            <ac:chgData name="Mike Bloys" userId="1248c4d8-7b2b-4b32-b8bd-163ae845f9bb" providerId="ADAL" clId="{E836DEE0-91C8-B849-A9F0-72E8A0E5EA9E}" dt="2021-07-23T14:59:20.236" v="39" actId="207"/>
            <ac:spMkLst>
              <pc:docMk/>
              <pc:sldMasterMk cId="3316734550" sldId="2147483648"/>
              <pc:sldLayoutMk cId="2777079279" sldId="2147483667"/>
              <ac:spMk id="8" creationId="{00000000-0000-0000-0000-000000000000}"/>
            </ac:spMkLst>
          </pc:spChg>
          <pc:spChg chg="del">
            <ac:chgData name="Mike Bloys" userId="1248c4d8-7b2b-4b32-b8bd-163ae845f9bb" providerId="ADAL" clId="{E836DEE0-91C8-B849-A9F0-72E8A0E5EA9E}" dt="2021-07-23T14:56:35.041" v="25" actId="478"/>
            <ac:spMkLst>
              <pc:docMk/>
              <pc:sldMasterMk cId="3316734550" sldId="2147483648"/>
              <pc:sldLayoutMk cId="2777079279" sldId="2147483667"/>
              <ac:spMk id="11" creationId="{DE792332-0D8B-4D0F-BACD-CEA10A552FED}"/>
            </ac:spMkLst>
          </pc:spChg>
          <pc:spChg chg="add mod">
            <ac:chgData name="Mike Bloys" userId="1248c4d8-7b2b-4b32-b8bd-163ae845f9bb" providerId="ADAL" clId="{E836DEE0-91C8-B849-A9F0-72E8A0E5EA9E}" dt="2021-07-23T14:56:38.830" v="26"/>
            <ac:spMkLst>
              <pc:docMk/>
              <pc:sldMasterMk cId="3316734550" sldId="2147483648"/>
              <pc:sldLayoutMk cId="2777079279" sldId="2147483667"/>
              <ac:spMk id="14" creationId="{652867DA-6DDC-0047-B05F-030D571EC948}"/>
            </ac:spMkLst>
          </pc:spChg>
          <pc:picChg chg="del">
            <ac:chgData name="Mike Bloys" userId="1248c4d8-7b2b-4b32-b8bd-163ae845f9bb" providerId="ADAL" clId="{E836DEE0-91C8-B849-A9F0-72E8A0E5EA9E}" dt="2021-07-23T14:56:35.041" v="25" actId="478"/>
            <ac:picMkLst>
              <pc:docMk/>
              <pc:sldMasterMk cId="3316734550" sldId="2147483648"/>
              <pc:sldLayoutMk cId="2777079279" sldId="2147483667"/>
              <ac:picMk id="10" creationId="{2FBC2F8D-3F89-4D26-8C4E-31AC687CB25D}"/>
            </ac:picMkLst>
          </pc:picChg>
          <pc:picChg chg="add mod">
            <ac:chgData name="Mike Bloys" userId="1248c4d8-7b2b-4b32-b8bd-163ae845f9bb" providerId="ADAL" clId="{E836DEE0-91C8-B849-A9F0-72E8A0E5EA9E}" dt="2021-07-23T14:56:38.830" v="26"/>
            <ac:picMkLst>
              <pc:docMk/>
              <pc:sldMasterMk cId="3316734550" sldId="2147483648"/>
              <pc:sldLayoutMk cId="2777079279" sldId="2147483667"/>
              <ac:picMk id="12" creationId="{67C8D93C-5125-A442-A259-B9EB57261564}"/>
            </ac:picMkLst>
          </pc:picChg>
          <pc:picChg chg="add mod">
            <ac:chgData name="Mike Bloys" userId="1248c4d8-7b2b-4b32-b8bd-163ae845f9bb" providerId="ADAL" clId="{E836DEE0-91C8-B849-A9F0-72E8A0E5EA9E}" dt="2021-07-23T14:56:38.830" v="26"/>
            <ac:picMkLst>
              <pc:docMk/>
              <pc:sldMasterMk cId="3316734550" sldId="2147483648"/>
              <pc:sldLayoutMk cId="2777079279" sldId="2147483667"/>
              <ac:picMk id="13" creationId="{B45DB6D8-0A2F-294A-B2B2-6A1C6A3059AA}"/>
            </ac:picMkLst>
          </pc:picChg>
          <pc:picChg chg="del">
            <ac:chgData name="Mike Bloys" userId="1248c4d8-7b2b-4b32-b8bd-163ae845f9bb" providerId="ADAL" clId="{E836DEE0-91C8-B849-A9F0-72E8A0E5EA9E}" dt="2021-07-23T14:56:35.041" v="25" actId="478"/>
            <ac:picMkLst>
              <pc:docMk/>
              <pc:sldMasterMk cId="3316734550" sldId="2147483648"/>
              <pc:sldLayoutMk cId="2777079279" sldId="2147483667"/>
              <ac:picMk id="22" creationId="{00000000-0000-0000-0000-000000000000}"/>
            </ac:picMkLst>
          </pc:picChg>
        </pc:sldLayoutChg>
      </pc:sldMasterChg>
    </pc:docChg>
  </pc:docChgLst>
  <pc:docChgLst>
    <pc:chgData name="Rob Heathcote" userId="62419938-1f1d-43ca-9327-cfd6c1894440" providerId="ADAL" clId="{1E48985F-A4B3-4BCD-AF3D-033DB005DE70}"/>
    <pc:docChg chg="custSel modSld">
      <pc:chgData name="Rob Heathcote" userId="62419938-1f1d-43ca-9327-cfd6c1894440" providerId="ADAL" clId="{1E48985F-A4B3-4BCD-AF3D-033DB005DE70}" dt="2020-03-11T13:50:18.865" v="5" actId="1035"/>
      <pc:docMkLst>
        <pc:docMk/>
      </pc:docMkLst>
      <pc:sldChg chg="delCm">
        <pc:chgData name="Rob Heathcote" userId="62419938-1f1d-43ca-9327-cfd6c1894440" providerId="ADAL" clId="{1E48985F-A4B3-4BCD-AF3D-033DB005DE70}" dt="2020-03-11T13:49:29.383" v="0" actId="1592"/>
        <pc:sldMkLst>
          <pc:docMk/>
          <pc:sldMk cId="2021957821" sldId="264"/>
        </pc:sldMkLst>
      </pc:sldChg>
      <pc:sldChg chg="modSp">
        <pc:chgData name="Rob Heathcote" userId="62419938-1f1d-43ca-9327-cfd6c1894440" providerId="ADAL" clId="{1E48985F-A4B3-4BCD-AF3D-033DB005DE70}" dt="2020-03-11T13:49:54.751" v="1" actId="1076"/>
        <pc:sldMkLst>
          <pc:docMk/>
          <pc:sldMk cId="3225159349" sldId="265"/>
        </pc:sldMkLst>
        <pc:picChg chg="mod">
          <ac:chgData name="Rob Heathcote" userId="62419938-1f1d-43ca-9327-cfd6c1894440" providerId="ADAL" clId="{1E48985F-A4B3-4BCD-AF3D-033DB005DE70}" dt="2020-03-11T13:49:54.751" v="1" actId="1076"/>
          <ac:picMkLst>
            <pc:docMk/>
            <pc:sldMk cId="3225159349" sldId="265"/>
            <ac:picMk id="5" creationId="{00000000-0000-0000-0000-000000000000}"/>
          </ac:picMkLst>
        </pc:picChg>
      </pc:sldChg>
      <pc:sldChg chg="modSp">
        <pc:chgData name="Rob Heathcote" userId="62419938-1f1d-43ca-9327-cfd6c1894440" providerId="ADAL" clId="{1E48985F-A4B3-4BCD-AF3D-033DB005DE70}" dt="2020-03-11T13:50:18.865" v="5" actId="1035"/>
        <pc:sldMkLst>
          <pc:docMk/>
          <pc:sldMk cId="2512289805" sldId="266"/>
        </pc:sldMkLst>
        <pc:picChg chg="mod">
          <ac:chgData name="Rob Heathcote" userId="62419938-1f1d-43ca-9327-cfd6c1894440" providerId="ADAL" clId="{1E48985F-A4B3-4BCD-AF3D-033DB005DE70}" dt="2020-03-11T13:50:18.865" v="5" actId="1035"/>
          <ac:picMkLst>
            <pc:docMk/>
            <pc:sldMk cId="2512289805" sldId="266"/>
            <ac:picMk id="5" creationId="{00000000-0000-0000-0000-000000000000}"/>
          </ac:picMkLst>
        </pc:picChg>
      </pc:sldChg>
    </pc:docChg>
  </pc:docChgLst>
  <pc:docChgLst>
    <pc:chgData name="James Franklin" userId="cf915d05-507f-491f-b4a6-b2aa085ee4b1" providerId="ADAL" clId="{6204B8D9-CEE5-4923-8D26-107DB8F9D45C}"/>
    <pc:docChg chg="undo custSel addSld delSld modSld sldOrd">
      <pc:chgData name="James Franklin" userId="cf915d05-507f-491f-b4a6-b2aa085ee4b1" providerId="ADAL" clId="{6204B8D9-CEE5-4923-8D26-107DB8F9D45C}" dt="2020-03-09T19:44:27.426" v="3123" actId="20577"/>
      <pc:docMkLst>
        <pc:docMk/>
      </pc:docMkLst>
      <pc:sldChg chg="modSp">
        <pc:chgData name="James Franklin" userId="cf915d05-507f-491f-b4a6-b2aa085ee4b1" providerId="ADAL" clId="{6204B8D9-CEE5-4923-8D26-107DB8F9D45C}" dt="2020-03-06T09:09:35.213" v="47" actId="6549"/>
        <pc:sldMkLst>
          <pc:docMk/>
          <pc:sldMk cId="4090538755" sldId="262"/>
        </pc:sldMkLst>
        <pc:spChg chg="mod">
          <ac:chgData name="James Franklin" userId="cf915d05-507f-491f-b4a6-b2aa085ee4b1" providerId="ADAL" clId="{6204B8D9-CEE5-4923-8D26-107DB8F9D45C}" dt="2020-03-06T09:09:35.213" v="47" actId="6549"/>
          <ac:spMkLst>
            <pc:docMk/>
            <pc:sldMk cId="4090538755" sldId="262"/>
            <ac:spMk id="4" creationId="{00000000-0000-0000-0000-000000000000}"/>
          </ac:spMkLst>
        </pc:spChg>
      </pc:sldChg>
      <pc:sldChg chg="addSp delSp modSp addCm modCm">
        <pc:chgData name="James Franklin" userId="cf915d05-507f-491f-b4a6-b2aa085ee4b1" providerId="ADAL" clId="{6204B8D9-CEE5-4923-8D26-107DB8F9D45C}" dt="2020-03-06T14:35:31.231" v="3111" actId="478"/>
        <pc:sldMkLst>
          <pc:docMk/>
          <pc:sldMk cId="2021957821" sldId="264"/>
        </pc:sldMkLst>
        <pc:spChg chg="mod">
          <ac:chgData name="James Franklin" userId="cf915d05-507f-491f-b4a6-b2aa085ee4b1" providerId="ADAL" clId="{6204B8D9-CEE5-4923-8D26-107DB8F9D45C}" dt="2020-03-06T09:38:58.711" v="593" actId="20577"/>
          <ac:spMkLst>
            <pc:docMk/>
            <pc:sldMk cId="2021957821" sldId="264"/>
            <ac:spMk id="4" creationId="{00000000-0000-0000-0000-000000000000}"/>
          </ac:spMkLst>
        </pc:spChg>
        <pc:spChg chg="del">
          <ac:chgData name="James Franklin" userId="cf915d05-507f-491f-b4a6-b2aa085ee4b1" providerId="ADAL" clId="{6204B8D9-CEE5-4923-8D26-107DB8F9D45C}" dt="2020-03-06T09:28:21.377" v="199" actId="478"/>
          <ac:spMkLst>
            <pc:docMk/>
            <pc:sldMk cId="2021957821" sldId="264"/>
            <ac:spMk id="5" creationId="{00000000-0000-0000-0000-000000000000}"/>
          </ac:spMkLst>
        </pc:spChg>
        <pc:spChg chg="del">
          <ac:chgData name="James Franklin" userId="cf915d05-507f-491f-b4a6-b2aa085ee4b1" providerId="ADAL" clId="{6204B8D9-CEE5-4923-8D26-107DB8F9D45C}" dt="2020-03-06T09:28:21.377" v="199" actId="478"/>
          <ac:spMkLst>
            <pc:docMk/>
            <pc:sldMk cId="2021957821" sldId="264"/>
            <ac:spMk id="8" creationId="{00000000-0000-0000-0000-000000000000}"/>
          </ac:spMkLst>
        </pc:spChg>
        <pc:spChg chg="add del mod">
          <ac:chgData name="James Franklin" userId="cf915d05-507f-491f-b4a6-b2aa085ee4b1" providerId="ADAL" clId="{6204B8D9-CEE5-4923-8D26-107DB8F9D45C}" dt="2020-03-06T09:26:18.608" v="144" actId="478"/>
          <ac:spMkLst>
            <pc:docMk/>
            <pc:sldMk cId="2021957821" sldId="264"/>
            <ac:spMk id="38" creationId="{83F364EF-23E2-4912-8ED9-6B07C3404BE6}"/>
          </ac:spMkLst>
        </pc:spChg>
        <pc:spChg chg="add mod">
          <ac:chgData name="James Franklin" userId="cf915d05-507f-491f-b4a6-b2aa085ee4b1" providerId="ADAL" clId="{6204B8D9-CEE5-4923-8D26-107DB8F9D45C}" dt="2020-03-06T09:36:57.300" v="519" actId="167"/>
          <ac:spMkLst>
            <pc:docMk/>
            <pc:sldMk cId="2021957821" sldId="264"/>
            <ac:spMk id="47" creationId="{A8634D05-FD09-46B3-9AC5-D0330AAF648E}"/>
          </ac:spMkLst>
        </pc:spChg>
        <pc:spChg chg="add del mod">
          <ac:chgData name="James Franklin" userId="cf915d05-507f-491f-b4a6-b2aa085ee4b1" providerId="ADAL" clId="{6204B8D9-CEE5-4923-8D26-107DB8F9D45C}" dt="2020-03-06T09:26:31.339" v="150" actId="478"/>
          <ac:spMkLst>
            <pc:docMk/>
            <pc:sldMk cId="2021957821" sldId="264"/>
            <ac:spMk id="48" creationId="{EA7CB717-BBEF-44AF-8750-04DCBB88FB2D}"/>
          </ac:spMkLst>
        </pc:spChg>
        <pc:spChg chg="add mod">
          <ac:chgData name="James Franklin" userId="cf915d05-507f-491f-b4a6-b2aa085ee4b1" providerId="ADAL" clId="{6204B8D9-CEE5-4923-8D26-107DB8F9D45C}" dt="2020-03-06T09:39:10.479" v="599" actId="20577"/>
          <ac:spMkLst>
            <pc:docMk/>
            <pc:sldMk cId="2021957821" sldId="264"/>
            <ac:spMk id="50" creationId="{8A7279AD-2A93-4EA2-80EB-51D86696EB2D}"/>
          </ac:spMkLst>
        </pc:spChg>
        <pc:spChg chg="add mod">
          <ac:chgData name="James Franklin" userId="cf915d05-507f-491f-b4a6-b2aa085ee4b1" providerId="ADAL" clId="{6204B8D9-CEE5-4923-8D26-107DB8F9D45C}" dt="2020-03-06T09:36:57.300" v="519" actId="167"/>
          <ac:spMkLst>
            <pc:docMk/>
            <pc:sldMk cId="2021957821" sldId="264"/>
            <ac:spMk id="52" creationId="{FBFD64DB-C2AE-4C6D-B141-7CF9436D5438}"/>
          </ac:spMkLst>
        </pc:spChg>
        <pc:spChg chg="add mod">
          <ac:chgData name="James Franklin" userId="cf915d05-507f-491f-b4a6-b2aa085ee4b1" providerId="ADAL" clId="{6204B8D9-CEE5-4923-8D26-107DB8F9D45C}" dt="2020-03-06T09:36:57.300" v="519" actId="167"/>
          <ac:spMkLst>
            <pc:docMk/>
            <pc:sldMk cId="2021957821" sldId="264"/>
            <ac:spMk id="1027" creationId="{A1641A8A-CAA7-4343-A275-453D110D9ECE}"/>
          </ac:spMkLst>
        </pc:spChg>
        <pc:spChg chg="add mod">
          <ac:chgData name="James Franklin" userId="cf915d05-507f-491f-b4a6-b2aa085ee4b1" providerId="ADAL" clId="{6204B8D9-CEE5-4923-8D26-107DB8F9D45C}" dt="2020-03-06T09:36:57.300" v="519" actId="167"/>
          <ac:spMkLst>
            <pc:docMk/>
            <pc:sldMk cId="2021957821" sldId="264"/>
            <ac:spMk id="1038" creationId="{6E877207-83A4-4296-B0F3-CE1B6AC95F27}"/>
          </ac:spMkLst>
        </pc:spChg>
        <pc:grpChg chg="del mod">
          <ac:chgData name="James Franklin" userId="cf915d05-507f-491f-b4a6-b2aa085ee4b1" providerId="ADAL" clId="{6204B8D9-CEE5-4923-8D26-107DB8F9D45C}" dt="2020-03-06T14:35:31.231" v="3111" actId="478"/>
          <ac:grpSpMkLst>
            <pc:docMk/>
            <pc:sldMk cId="2021957821" sldId="264"/>
            <ac:grpSpMk id="9" creationId="{00000000-0000-0000-0000-000000000000}"/>
          </ac:grpSpMkLst>
        </pc:grpChg>
        <pc:picChg chg="add del mod">
          <ac:chgData name="James Franklin" userId="cf915d05-507f-491f-b4a6-b2aa085ee4b1" providerId="ADAL" clId="{6204B8D9-CEE5-4923-8D26-107DB8F9D45C}" dt="2020-03-06T09:14:27.940" v="57" actId="478"/>
          <ac:picMkLst>
            <pc:docMk/>
            <pc:sldMk cId="2021957821" sldId="264"/>
            <ac:picMk id="1026" creationId="{0703351F-950A-4D88-AEB9-C38EB0859C8A}"/>
          </ac:picMkLst>
        </pc:picChg>
        <pc:picChg chg="add mod">
          <ac:chgData name="James Franklin" userId="cf915d05-507f-491f-b4a6-b2aa085ee4b1" providerId="ADAL" clId="{6204B8D9-CEE5-4923-8D26-107DB8F9D45C}" dt="2020-03-06T09:36:57.300" v="519" actId="167"/>
          <ac:picMkLst>
            <pc:docMk/>
            <pc:sldMk cId="2021957821" sldId="264"/>
            <ac:picMk id="1028" creationId="{6C0E5905-8B87-46D0-AB8C-F626E7300489}"/>
          </ac:picMkLst>
        </pc:picChg>
        <pc:picChg chg="add mod">
          <ac:chgData name="James Franklin" userId="cf915d05-507f-491f-b4a6-b2aa085ee4b1" providerId="ADAL" clId="{6204B8D9-CEE5-4923-8D26-107DB8F9D45C}" dt="2020-03-06T09:36:57.300" v="519" actId="167"/>
          <ac:picMkLst>
            <pc:docMk/>
            <pc:sldMk cId="2021957821" sldId="264"/>
            <ac:picMk id="1030" creationId="{B62EBDBD-5A58-4FAD-94FE-F3F391E50085}"/>
          </ac:picMkLst>
        </pc:picChg>
        <pc:picChg chg="add del">
          <ac:chgData name="James Franklin" userId="cf915d05-507f-491f-b4a6-b2aa085ee4b1" providerId="ADAL" clId="{6204B8D9-CEE5-4923-8D26-107DB8F9D45C}" dt="2020-03-06T09:26:33.770" v="152" actId="478"/>
          <ac:picMkLst>
            <pc:docMk/>
            <pc:sldMk cId="2021957821" sldId="264"/>
            <ac:picMk id="1037" creationId="{5757E01D-605B-4F3B-8126-3862D54958E5}"/>
          </ac:picMkLst>
        </pc:picChg>
        <pc:picChg chg="add del mod">
          <ac:chgData name="James Franklin" userId="cf915d05-507f-491f-b4a6-b2aa085ee4b1" providerId="ADAL" clId="{6204B8D9-CEE5-4923-8D26-107DB8F9D45C}" dt="2020-03-06T09:28:50.946" v="204" actId="21"/>
          <ac:picMkLst>
            <pc:docMk/>
            <pc:sldMk cId="2021957821" sldId="264"/>
            <ac:picMk id="1039" creationId="{A23D9215-1492-4C19-B238-5173186A2757}"/>
          </ac:picMkLst>
        </pc:picChg>
        <pc:inkChg chg="add mod">
          <ac:chgData name="James Franklin" userId="cf915d05-507f-491f-b4a6-b2aa085ee4b1" providerId="ADAL" clId="{6204B8D9-CEE5-4923-8D26-107DB8F9D45C}" dt="2020-03-06T09:36:57.300" v="519" actId="167"/>
          <ac:inkMkLst>
            <pc:docMk/>
            <pc:sldMk cId="2021957821" sldId="264"/>
            <ac:inkMk id="46" creationId="{7CC31CA9-1368-4044-8415-E2C352F8874E}"/>
          </ac:inkMkLst>
        </pc:inkChg>
        <pc:inkChg chg="add del">
          <ac:chgData name="James Franklin" userId="cf915d05-507f-491f-b4a6-b2aa085ee4b1" providerId="ADAL" clId="{6204B8D9-CEE5-4923-8D26-107DB8F9D45C}" dt="2020-03-06T09:25:15.936" v="124" actId="9405"/>
          <ac:inkMkLst>
            <pc:docMk/>
            <pc:sldMk cId="2021957821" sldId="264"/>
            <ac:inkMk id="1029" creationId="{6555AB04-80A2-4C80-972E-1EF56E4DB1B7}"/>
          </ac:inkMkLst>
        </pc:inkChg>
        <pc:inkChg chg="add del">
          <ac:chgData name="James Franklin" userId="cf915d05-507f-491f-b4a6-b2aa085ee4b1" providerId="ADAL" clId="{6204B8D9-CEE5-4923-8D26-107DB8F9D45C}" dt="2020-03-06T09:25:19.256" v="126" actId="9405"/>
          <ac:inkMkLst>
            <pc:docMk/>
            <pc:sldMk cId="2021957821" sldId="264"/>
            <ac:inkMk id="1031" creationId="{B5ACF8A2-CA0E-4992-B8E3-5B8CF4A73BFD}"/>
          </ac:inkMkLst>
        </pc:inkChg>
        <pc:inkChg chg="add del">
          <ac:chgData name="James Franklin" userId="cf915d05-507f-491f-b4a6-b2aa085ee4b1" providerId="ADAL" clId="{6204B8D9-CEE5-4923-8D26-107DB8F9D45C}" dt="2020-03-06T09:25:23.177" v="128" actId="9405"/>
          <ac:inkMkLst>
            <pc:docMk/>
            <pc:sldMk cId="2021957821" sldId="264"/>
            <ac:inkMk id="1032" creationId="{09EF3FF4-8CD9-4529-A727-BA2F467DC43E}"/>
          </ac:inkMkLst>
        </pc:inkChg>
        <pc:inkChg chg="add del">
          <ac:chgData name="James Franklin" userId="cf915d05-507f-491f-b4a6-b2aa085ee4b1" providerId="ADAL" clId="{6204B8D9-CEE5-4923-8D26-107DB8F9D45C}" dt="2020-03-06T09:25:26.409" v="130" actId="9405"/>
          <ac:inkMkLst>
            <pc:docMk/>
            <pc:sldMk cId="2021957821" sldId="264"/>
            <ac:inkMk id="1033" creationId="{F2B3A828-3CB4-44AA-98D7-3E5A3CFC5C37}"/>
          </ac:inkMkLst>
        </pc:inkChg>
        <pc:inkChg chg="add del">
          <ac:chgData name="James Franklin" userId="cf915d05-507f-491f-b4a6-b2aa085ee4b1" providerId="ADAL" clId="{6204B8D9-CEE5-4923-8D26-107DB8F9D45C}" dt="2020-03-06T09:25:30.007" v="132" actId="9405"/>
          <ac:inkMkLst>
            <pc:docMk/>
            <pc:sldMk cId="2021957821" sldId="264"/>
            <ac:inkMk id="1034" creationId="{28A78FA7-051B-49B6-B3FC-C2BFAB865D69}"/>
          </ac:inkMkLst>
        </pc:inkChg>
        <pc:inkChg chg="add mod">
          <ac:chgData name="James Franklin" userId="cf915d05-507f-491f-b4a6-b2aa085ee4b1" providerId="ADAL" clId="{6204B8D9-CEE5-4923-8D26-107DB8F9D45C}" dt="2020-03-06T09:36:57.300" v="519" actId="167"/>
          <ac:inkMkLst>
            <pc:docMk/>
            <pc:sldMk cId="2021957821" sldId="264"/>
            <ac:inkMk id="1035" creationId="{826B48D1-0CFA-4549-80B2-49CB6133DCB7}"/>
          </ac:inkMkLst>
        </pc:inkChg>
        <pc:inkChg chg="add del">
          <ac:chgData name="James Franklin" userId="cf915d05-507f-491f-b4a6-b2aa085ee4b1" providerId="ADAL" clId="{6204B8D9-CEE5-4923-8D26-107DB8F9D45C}" dt="2020-03-06T09:25:47.923" v="135" actId="478"/>
          <ac:inkMkLst>
            <pc:docMk/>
            <pc:sldMk cId="2021957821" sldId="264"/>
            <ac:inkMk id="1036" creationId="{C6C554CF-7291-4C65-91AC-9B8403B9C649}"/>
          </ac:inkMkLst>
        </pc:inkChg>
        <pc:cxnChg chg="add del mod">
          <ac:chgData name="James Franklin" userId="cf915d05-507f-491f-b4a6-b2aa085ee4b1" providerId="ADAL" clId="{6204B8D9-CEE5-4923-8D26-107DB8F9D45C}" dt="2020-03-06T09:22:01.580" v="84" actId="478"/>
          <ac:cxnSpMkLst>
            <pc:docMk/>
            <pc:sldMk cId="2021957821" sldId="264"/>
            <ac:cxnSpMk id="6" creationId="{9F73E5DA-E7CC-4399-83F5-5C3671858070}"/>
          </ac:cxnSpMkLst>
        </pc:cxnChg>
        <pc:cxnChg chg="add mod">
          <ac:chgData name="James Franklin" userId="cf915d05-507f-491f-b4a6-b2aa085ee4b1" providerId="ADAL" clId="{6204B8D9-CEE5-4923-8D26-107DB8F9D45C}" dt="2020-03-06T09:36:57.300" v="519" actId="167"/>
          <ac:cxnSpMkLst>
            <pc:docMk/>
            <pc:sldMk cId="2021957821" sldId="264"/>
            <ac:cxnSpMk id="14" creationId="{5032A13E-CC74-476B-ACE2-74B189F8D32D}"/>
          </ac:cxnSpMkLst>
        </pc:cxnChg>
        <pc:cxnChg chg="add mod">
          <ac:chgData name="James Franklin" userId="cf915d05-507f-491f-b4a6-b2aa085ee4b1" providerId="ADAL" clId="{6204B8D9-CEE5-4923-8D26-107DB8F9D45C}" dt="2020-03-06T09:36:57.300" v="519" actId="167"/>
          <ac:cxnSpMkLst>
            <pc:docMk/>
            <pc:sldMk cId="2021957821" sldId="264"/>
            <ac:cxnSpMk id="18" creationId="{54188E5A-6F06-47D9-A7D3-E5F19DE50EB4}"/>
          </ac:cxnSpMkLst>
        </pc:cxnChg>
        <pc:cxnChg chg="add mod">
          <ac:chgData name="James Franklin" userId="cf915d05-507f-491f-b4a6-b2aa085ee4b1" providerId="ADAL" clId="{6204B8D9-CEE5-4923-8D26-107DB8F9D45C}" dt="2020-03-06T09:36:57.300" v="519" actId="167"/>
          <ac:cxnSpMkLst>
            <pc:docMk/>
            <pc:sldMk cId="2021957821" sldId="264"/>
            <ac:cxnSpMk id="19" creationId="{ABA071DF-4637-43BE-8C10-AEB723BB63C0}"/>
          </ac:cxnSpMkLst>
        </pc:cxnChg>
        <pc:cxnChg chg="add mod">
          <ac:chgData name="James Franklin" userId="cf915d05-507f-491f-b4a6-b2aa085ee4b1" providerId="ADAL" clId="{6204B8D9-CEE5-4923-8D26-107DB8F9D45C}" dt="2020-03-06T09:36:57.300" v="519" actId="167"/>
          <ac:cxnSpMkLst>
            <pc:docMk/>
            <pc:sldMk cId="2021957821" sldId="264"/>
            <ac:cxnSpMk id="20" creationId="{37AC2E31-2ACA-4D38-B7E6-0CE216256B80}"/>
          </ac:cxnSpMkLst>
        </pc:cxnChg>
      </pc:sldChg>
      <pc:sldChg chg="addSp delSp modSp">
        <pc:chgData name="James Franklin" userId="cf915d05-507f-491f-b4a6-b2aa085ee4b1" providerId="ADAL" clId="{6204B8D9-CEE5-4923-8D26-107DB8F9D45C}" dt="2020-03-06T09:43:17.646" v="787" actId="20577"/>
        <pc:sldMkLst>
          <pc:docMk/>
          <pc:sldMk cId="3225159349" sldId="265"/>
        </pc:sldMkLst>
        <pc:spChg chg="add del mod">
          <ac:chgData name="James Franklin" userId="cf915d05-507f-491f-b4a6-b2aa085ee4b1" providerId="ADAL" clId="{6204B8D9-CEE5-4923-8D26-107DB8F9D45C}" dt="2020-03-06T09:40:42.851" v="604"/>
          <ac:spMkLst>
            <pc:docMk/>
            <pc:sldMk cId="3225159349" sldId="265"/>
            <ac:spMk id="2" creationId="{1385240D-BD84-4831-97C8-910190183328}"/>
          </ac:spMkLst>
        </pc:spChg>
        <pc:spChg chg="add mod">
          <ac:chgData name="James Franklin" userId="cf915d05-507f-491f-b4a6-b2aa085ee4b1" providerId="ADAL" clId="{6204B8D9-CEE5-4923-8D26-107DB8F9D45C}" dt="2020-03-06T09:43:17.646" v="787" actId="20577"/>
          <ac:spMkLst>
            <pc:docMk/>
            <pc:sldMk cId="3225159349" sldId="265"/>
            <ac:spMk id="3" creationId="{8527BA25-C1DE-4A24-BEED-4025C2351C03}"/>
          </ac:spMkLst>
        </pc:spChg>
        <pc:picChg chg="mod">
          <ac:chgData name="James Franklin" userId="cf915d05-507f-491f-b4a6-b2aa085ee4b1" providerId="ADAL" clId="{6204B8D9-CEE5-4923-8D26-107DB8F9D45C}" dt="2020-03-06T09:42:16.062" v="738" actId="1076"/>
          <ac:picMkLst>
            <pc:docMk/>
            <pc:sldMk cId="3225159349" sldId="265"/>
            <ac:picMk id="5" creationId="{00000000-0000-0000-0000-000000000000}"/>
          </ac:picMkLst>
        </pc:picChg>
      </pc:sldChg>
      <pc:sldChg chg="addSp delSp modSp">
        <pc:chgData name="James Franklin" userId="cf915d05-507f-491f-b4a6-b2aa085ee4b1" providerId="ADAL" clId="{6204B8D9-CEE5-4923-8D26-107DB8F9D45C}" dt="2020-03-06T09:44:01.069" v="877" actId="1076"/>
        <pc:sldMkLst>
          <pc:docMk/>
          <pc:sldMk cId="2512289805" sldId="266"/>
        </pc:sldMkLst>
        <pc:spChg chg="add del mod">
          <ac:chgData name="James Franklin" userId="cf915d05-507f-491f-b4a6-b2aa085ee4b1" providerId="ADAL" clId="{6204B8D9-CEE5-4923-8D26-107DB8F9D45C}" dt="2020-03-06T09:42:39.505" v="744"/>
          <ac:spMkLst>
            <pc:docMk/>
            <pc:sldMk cId="2512289805" sldId="266"/>
            <ac:spMk id="2" creationId="{359D56F9-8A23-49F6-B0DD-67F6A61C3331}"/>
          </ac:spMkLst>
        </pc:spChg>
        <pc:spChg chg="add mod">
          <ac:chgData name="James Franklin" userId="cf915d05-507f-491f-b4a6-b2aa085ee4b1" providerId="ADAL" clId="{6204B8D9-CEE5-4923-8D26-107DB8F9D45C}" dt="2020-03-06T09:43:54.393" v="875" actId="20577"/>
          <ac:spMkLst>
            <pc:docMk/>
            <pc:sldMk cId="2512289805" sldId="266"/>
            <ac:spMk id="3" creationId="{688DE72B-500C-4809-9550-35C964406F24}"/>
          </ac:spMkLst>
        </pc:spChg>
        <pc:picChg chg="mod">
          <ac:chgData name="James Franklin" userId="cf915d05-507f-491f-b4a6-b2aa085ee4b1" providerId="ADAL" clId="{6204B8D9-CEE5-4923-8D26-107DB8F9D45C}" dt="2020-03-06T09:44:01.069" v="877" actId="1076"/>
          <ac:picMkLst>
            <pc:docMk/>
            <pc:sldMk cId="2512289805" sldId="266"/>
            <ac:picMk id="5" creationId="{00000000-0000-0000-0000-000000000000}"/>
          </ac:picMkLst>
        </pc:picChg>
      </pc:sldChg>
      <pc:sldChg chg="modSp">
        <pc:chgData name="James Franklin" userId="cf915d05-507f-491f-b4a6-b2aa085ee4b1" providerId="ADAL" clId="{6204B8D9-CEE5-4923-8D26-107DB8F9D45C}" dt="2020-03-06T10:22:24.171" v="941" actId="113"/>
        <pc:sldMkLst>
          <pc:docMk/>
          <pc:sldMk cId="2429656194" sldId="267"/>
        </pc:sldMkLst>
        <pc:spChg chg="mod">
          <ac:chgData name="James Franklin" userId="cf915d05-507f-491f-b4a6-b2aa085ee4b1" providerId="ADAL" clId="{6204B8D9-CEE5-4923-8D26-107DB8F9D45C}" dt="2020-03-06T10:22:24.171" v="941" actId="113"/>
          <ac:spMkLst>
            <pc:docMk/>
            <pc:sldMk cId="2429656194" sldId="267"/>
            <ac:spMk id="3" creationId="{00000000-0000-0000-0000-000000000000}"/>
          </ac:spMkLst>
        </pc:spChg>
      </pc:sldChg>
      <pc:sldChg chg="modSp">
        <pc:chgData name="James Franklin" userId="cf915d05-507f-491f-b4a6-b2aa085ee4b1" providerId="ADAL" clId="{6204B8D9-CEE5-4923-8D26-107DB8F9D45C}" dt="2020-03-09T19:44:27.426" v="3123" actId="20577"/>
        <pc:sldMkLst>
          <pc:docMk/>
          <pc:sldMk cId="2635350195" sldId="268"/>
        </pc:sldMkLst>
        <pc:spChg chg="mod">
          <ac:chgData name="James Franklin" userId="cf915d05-507f-491f-b4a6-b2aa085ee4b1" providerId="ADAL" clId="{6204B8D9-CEE5-4923-8D26-107DB8F9D45C}" dt="2020-03-09T19:44:27.426" v="3123" actId="20577"/>
          <ac:spMkLst>
            <pc:docMk/>
            <pc:sldMk cId="2635350195" sldId="268"/>
            <ac:spMk id="3" creationId="{00000000-0000-0000-0000-000000000000}"/>
          </ac:spMkLst>
        </pc:spChg>
        <pc:spChg chg="mod">
          <ac:chgData name="James Franklin" userId="cf915d05-507f-491f-b4a6-b2aa085ee4b1" providerId="ADAL" clId="{6204B8D9-CEE5-4923-8D26-107DB8F9D45C}" dt="2020-03-06T16:14:42.726" v="3121" actId="6549"/>
          <ac:spMkLst>
            <pc:docMk/>
            <pc:sldMk cId="2635350195" sldId="268"/>
            <ac:spMk id="4" creationId="{00000000-0000-0000-0000-000000000000}"/>
          </ac:spMkLst>
        </pc:spChg>
      </pc:sldChg>
      <pc:sldChg chg="modSp">
        <pc:chgData name="James Franklin" userId="cf915d05-507f-491f-b4a6-b2aa085ee4b1" providerId="ADAL" clId="{6204B8D9-CEE5-4923-8D26-107DB8F9D45C}" dt="2020-03-06T10:43:37.088" v="1163" actId="113"/>
        <pc:sldMkLst>
          <pc:docMk/>
          <pc:sldMk cId="2924861978" sldId="269"/>
        </pc:sldMkLst>
        <pc:spChg chg="mod">
          <ac:chgData name="James Franklin" userId="cf915d05-507f-491f-b4a6-b2aa085ee4b1" providerId="ADAL" clId="{6204B8D9-CEE5-4923-8D26-107DB8F9D45C}" dt="2020-03-06T10:43:37.088" v="1163" actId="113"/>
          <ac:spMkLst>
            <pc:docMk/>
            <pc:sldMk cId="2924861978" sldId="269"/>
            <ac:spMk id="3" creationId="{00000000-0000-0000-0000-000000000000}"/>
          </ac:spMkLst>
        </pc:spChg>
      </pc:sldChg>
      <pc:sldChg chg="addSp delSp modSp addCm delCm modCm">
        <pc:chgData name="James Franklin" userId="cf915d05-507f-491f-b4a6-b2aa085ee4b1" providerId="ADAL" clId="{6204B8D9-CEE5-4923-8D26-107DB8F9D45C}" dt="2020-03-06T14:35:49.745" v="3113" actId="1592"/>
        <pc:sldMkLst>
          <pc:docMk/>
          <pc:sldMk cId="758369962" sldId="270"/>
        </pc:sldMkLst>
        <pc:spChg chg="mod">
          <ac:chgData name="James Franklin" userId="cf915d05-507f-491f-b4a6-b2aa085ee4b1" providerId="ADAL" clId="{6204B8D9-CEE5-4923-8D26-107DB8F9D45C}" dt="2020-03-06T11:23:22.436" v="1391" actId="20577"/>
          <ac:spMkLst>
            <pc:docMk/>
            <pc:sldMk cId="758369962" sldId="270"/>
            <ac:spMk id="4" creationId="{00000000-0000-0000-0000-000000000000}"/>
          </ac:spMkLst>
        </pc:spChg>
        <pc:picChg chg="del mod">
          <ac:chgData name="James Franklin" userId="cf915d05-507f-491f-b4a6-b2aa085ee4b1" providerId="ADAL" clId="{6204B8D9-CEE5-4923-8D26-107DB8F9D45C}" dt="2020-03-06T14:35:42.688" v="3112" actId="478"/>
          <ac:picMkLst>
            <pc:docMk/>
            <pc:sldMk cId="758369962" sldId="270"/>
            <ac:picMk id="2" creationId="{00000000-0000-0000-0000-000000000000}"/>
          </ac:picMkLst>
        </pc:picChg>
        <pc:picChg chg="add mod">
          <ac:chgData name="James Franklin" userId="cf915d05-507f-491f-b4a6-b2aa085ee4b1" providerId="ADAL" clId="{6204B8D9-CEE5-4923-8D26-107DB8F9D45C}" dt="2020-03-06T12:10:48.936" v="2358" actId="167"/>
          <ac:picMkLst>
            <pc:docMk/>
            <pc:sldMk cId="758369962" sldId="270"/>
            <ac:picMk id="3074" creationId="{7CF14A16-CF03-45EC-ADF6-31912B5CE691}"/>
          </ac:picMkLst>
        </pc:picChg>
      </pc:sldChg>
      <pc:sldChg chg="addSp delSp modSp setBg addCm delCm modCm">
        <pc:chgData name="James Franklin" userId="cf915d05-507f-491f-b4a6-b2aa085ee4b1" providerId="ADAL" clId="{6204B8D9-CEE5-4923-8D26-107DB8F9D45C}" dt="2020-03-06T14:36:01.099" v="3116" actId="1592"/>
        <pc:sldMkLst>
          <pc:docMk/>
          <pc:sldMk cId="2203308184" sldId="271"/>
        </pc:sldMkLst>
        <pc:spChg chg="mod">
          <ac:chgData name="James Franklin" userId="cf915d05-507f-491f-b4a6-b2aa085ee4b1" providerId="ADAL" clId="{6204B8D9-CEE5-4923-8D26-107DB8F9D45C}" dt="2020-03-06T11:34:20.603" v="1702" actId="20577"/>
          <ac:spMkLst>
            <pc:docMk/>
            <pc:sldMk cId="2203308184" sldId="271"/>
            <ac:spMk id="5" creationId="{00000000-0000-0000-0000-000000000000}"/>
          </ac:spMkLst>
        </pc:spChg>
        <pc:picChg chg="del mod">
          <ac:chgData name="James Franklin" userId="cf915d05-507f-491f-b4a6-b2aa085ee4b1" providerId="ADAL" clId="{6204B8D9-CEE5-4923-8D26-107DB8F9D45C}" dt="2020-03-06T14:35:56.735" v="3115" actId="478"/>
          <ac:picMkLst>
            <pc:docMk/>
            <pc:sldMk cId="2203308184" sldId="271"/>
            <ac:picMk id="1026" creationId="{00000000-0000-0000-0000-000000000000}"/>
          </ac:picMkLst>
        </pc:picChg>
        <pc:picChg chg="add mod">
          <ac:chgData name="James Franklin" userId="cf915d05-507f-491f-b4a6-b2aa085ee4b1" providerId="ADAL" clId="{6204B8D9-CEE5-4923-8D26-107DB8F9D45C}" dt="2020-03-06T11:33:56.082" v="1691" actId="1076"/>
          <ac:picMkLst>
            <pc:docMk/>
            <pc:sldMk cId="2203308184" sldId="271"/>
            <ac:picMk id="4098" creationId="{223F55F3-4E8A-4F4E-9951-0BB511D095A8}"/>
          </ac:picMkLst>
        </pc:picChg>
      </pc:sldChg>
      <pc:sldChg chg="modSp addCm delCm modCm">
        <pc:chgData name="James Franklin" userId="cf915d05-507f-491f-b4a6-b2aa085ee4b1" providerId="ADAL" clId="{6204B8D9-CEE5-4923-8D26-107DB8F9D45C}" dt="2020-03-06T11:44:01.450" v="2032" actId="1592"/>
        <pc:sldMkLst>
          <pc:docMk/>
          <pc:sldMk cId="1294072521" sldId="272"/>
        </pc:sldMkLst>
        <pc:spChg chg="mod">
          <ac:chgData name="James Franklin" userId="cf915d05-507f-491f-b4a6-b2aa085ee4b1" providerId="ADAL" clId="{6204B8D9-CEE5-4923-8D26-107DB8F9D45C}" dt="2020-03-06T11:43:41.411" v="2029" actId="6549"/>
          <ac:spMkLst>
            <pc:docMk/>
            <pc:sldMk cId="1294072521" sldId="272"/>
            <ac:spMk id="4" creationId="{00000000-0000-0000-0000-000000000000}"/>
          </ac:spMkLst>
        </pc:spChg>
      </pc:sldChg>
      <pc:sldChg chg="addSp delSp modSp">
        <pc:chgData name="James Franklin" userId="cf915d05-507f-491f-b4a6-b2aa085ee4b1" providerId="ADAL" clId="{6204B8D9-CEE5-4923-8D26-107DB8F9D45C}" dt="2020-03-06T14:36:05.273" v="3117" actId="478"/>
        <pc:sldMkLst>
          <pc:docMk/>
          <pc:sldMk cId="1101683052" sldId="273"/>
        </pc:sldMkLst>
        <pc:spChg chg="mod">
          <ac:chgData name="James Franklin" userId="cf915d05-507f-491f-b4a6-b2aa085ee4b1" providerId="ADAL" clId="{6204B8D9-CEE5-4923-8D26-107DB8F9D45C}" dt="2020-03-06T11:44:33.635" v="2050" actId="20577"/>
          <ac:spMkLst>
            <pc:docMk/>
            <pc:sldMk cId="1101683052" sldId="273"/>
            <ac:spMk id="3" creationId="{00000000-0000-0000-0000-000000000000}"/>
          </ac:spMkLst>
        </pc:spChg>
        <pc:spChg chg="mod">
          <ac:chgData name="James Franklin" userId="cf915d05-507f-491f-b4a6-b2aa085ee4b1" providerId="ADAL" clId="{6204B8D9-CEE5-4923-8D26-107DB8F9D45C}" dt="2020-03-06T11:54:07.665" v="2321" actId="20577"/>
          <ac:spMkLst>
            <pc:docMk/>
            <pc:sldMk cId="1101683052" sldId="273"/>
            <ac:spMk id="4" creationId="{00000000-0000-0000-0000-000000000000}"/>
          </ac:spMkLst>
        </pc:spChg>
        <pc:picChg chg="del mod">
          <ac:chgData name="James Franklin" userId="cf915d05-507f-491f-b4a6-b2aa085ee4b1" providerId="ADAL" clId="{6204B8D9-CEE5-4923-8D26-107DB8F9D45C}" dt="2020-03-06T14:36:05.273" v="3117" actId="478"/>
          <ac:picMkLst>
            <pc:docMk/>
            <pc:sldMk cId="1101683052" sldId="273"/>
            <ac:picMk id="1026" creationId="{00000000-0000-0000-0000-000000000000}"/>
          </ac:picMkLst>
        </pc:picChg>
        <pc:picChg chg="add mod">
          <ac:chgData name="James Franklin" userId="cf915d05-507f-491f-b4a6-b2aa085ee4b1" providerId="ADAL" clId="{6204B8D9-CEE5-4923-8D26-107DB8F9D45C}" dt="2020-03-06T11:53:50.624" v="2318" actId="732"/>
          <ac:picMkLst>
            <pc:docMk/>
            <pc:sldMk cId="1101683052" sldId="273"/>
            <ac:picMk id="5122" creationId="{2FE44A19-8C86-4B72-950D-843F381DE68D}"/>
          </ac:picMkLst>
        </pc:picChg>
      </pc:sldChg>
      <pc:sldChg chg="modSp">
        <pc:chgData name="James Franklin" userId="cf915d05-507f-491f-b4a6-b2aa085ee4b1" providerId="ADAL" clId="{6204B8D9-CEE5-4923-8D26-107DB8F9D45C}" dt="2020-03-06T10:18:45.635" v="879" actId="20577"/>
        <pc:sldMkLst>
          <pc:docMk/>
          <pc:sldMk cId="3323362349" sldId="277"/>
        </pc:sldMkLst>
        <pc:spChg chg="mod">
          <ac:chgData name="James Franklin" userId="cf915d05-507f-491f-b4a6-b2aa085ee4b1" providerId="ADAL" clId="{6204B8D9-CEE5-4923-8D26-107DB8F9D45C}" dt="2020-03-06T10:18:45.635" v="879" actId="20577"/>
          <ac:spMkLst>
            <pc:docMk/>
            <pc:sldMk cId="3323362349" sldId="277"/>
            <ac:spMk id="3" creationId="{00000000-0000-0000-0000-000000000000}"/>
          </ac:spMkLst>
        </pc:spChg>
      </pc:sldChg>
      <pc:sldChg chg="modSp">
        <pc:chgData name="James Franklin" userId="cf915d05-507f-491f-b4a6-b2aa085ee4b1" providerId="ADAL" clId="{6204B8D9-CEE5-4923-8D26-107DB8F9D45C}" dt="2020-03-06T10:20:16.566" v="907" actId="20577"/>
        <pc:sldMkLst>
          <pc:docMk/>
          <pc:sldMk cId="1742271136" sldId="278"/>
        </pc:sldMkLst>
        <pc:spChg chg="mod">
          <ac:chgData name="James Franklin" userId="cf915d05-507f-491f-b4a6-b2aa085ee4b1" providerId="ADAL" clId="{6204B8D9-CEE5-4923-8D26-107DB8F9D45C}" dt="2020-03-06T10:20:16.566" v="907" actId="20577"/>
          <ac:spMkLst>
            <pc:docMk/>
            <pc:sldMk cId="1742271136" sldId="278"/>
            <ac:spMk id="3" creationId="{00000000-0000-0000-0000-000000000000}"/>
          </ac:spMkLst>
        </pc:spChg>
      </pc:sldChg>
      <pc:sldChg chg="addSp delSp modSp add ord">
        <pc:chgData name="James Franklin" userId="cf915d05-507f-491f-b4a6-b2aa085ee4b1" providerId="ADAL" clId="{6204B8D9-CEE5-4923-8D26-107DB8F9D45C}" dt="2020-03-06T11:54:31.600" v="2331" actId="14100"/>
        <pc:sldMkLst>
          <pc:docMk/>
          <pc:sldMk cId="4080298053" sldId="279"/>
        </pc:sldMkLst>
        <pc:spChg chg="mod">
          <ac:chgData name="James Franklin" userId="cf915d05-507f-491f-b4a6-b2aa085ee4b1" providerId="ADAL" clId="{6204B8D9-CEE5-4923-8D26-107DB8F9D45C}" dt="2020-03-05T16:57:05.091" v="11" actId="20577"/>
          <ac:spMkLst>
            <pc:docMk/>
            <pc:sldMk cId="4080298053" sldId="279"/>
            <ac:spMk id="2" creationId="{F8652E53-D2B4-495D-AE1D-D959BFBED59B}"/>
          </ac:spMkLst>
        </pc:spChg>
        <pc:spChg chg="mod">
          <ac:chgData name="James Franklin" userId="cf915d05-507f-491f-b4a6-b2aa085ee4b1" providerId="ADAL" clId="{6204B8D9-CEE5-4923-8D26-107DB8F9D45C}" dt="2020-03-06T09:32:03.121" v="378" actId="20577"/>
          <ac:spMkLst>
            <pc:docMk/>
            <pc:sldMk cId="4080298053" sldId="279"/>
            <ac:spMk id="3" creationId="{31DF558F-1D46-44E3-BBC3-B8211BF8A8D5}"/>
          </ac:spMkLst>
        </pc:spChg>
        <pc:picChg chg="add del mod">
          <ac:chgData name="James Franklin" userId="cf915d05-507f-491f-b4a6-b2aa085ee4b1" providerId="ADAL" clId="{6204B8D9-CEE5-4923-8D26-107DB8F9D45C}" dt="2020-03-06T09:29:31.648" v="207" actId="478"/>
          <ac:picMkLst>
            <pc:docMk/>
            <pc:sldMk cId="4080298053" sldId="279"/>
            <ac:picMk id="4" creationId="{2EF97E76-5B66-4816-AA36-FF7C9AF067E3}"/>
          </ac:picMkLst>
        </pc:picChg>
        <pc:picChg chg="add mod">
          <ac:chgData name="James Franklin" userId="cf915d05-507f-491f-b4a6-b2aa085ee4b1" providerId="ADAL" clId="{6204B8D9-CEE5-4923-8D26-107DB8F9D45C}" dt="2020-03-06T09:32:24.479" v="382" actId="1076"/>
          <ac:picMkLst>
            <pc:docMk/>
            <pc:sldMk cId="4080298053" sldId="279"/>
            <ac:picMk id="5" creationId="{219E2BE0-918B-459A-8B72-2D6BC297ECFA}"/>
          </ac:picMkLst>
        </pc:picChg>
        <pc:picChg chg="add mod">
          <ac:chgData name="James Franklin" userId="cf915d05-507f-491f-b4a6-b2aa085ee4b1" providerId="ADAL" clId="{6204B8D9-CEE5-4923-8D26-107DB8F9D45C}" dt="2020-03-06T11:54:31.600" v="2331" actId="14100"/>
          <ac:picMkLst>
            <pc:docMk/>
            <pc:sldMk cId="4080298053" sldId="279"/>
            <ac:picMk id="2050" creationId="{15EFB971-E860-4A5F-86E0-76C59302EBFB}"/>
          </ac:picMkLst>
        </pc:picChg>
      </pc:sldChg>
      <pc:sldChg chg="add del">
        <pc:chgData name="James Franklin" userId="cf915d05-507f-491f-b4a6-b2aa085ee4b1" providerId="ADAL" clId="{6204B8D9-CEE5-4923-8D26-107DB8F9D45C}" dt="2020-03-05T16:56:58.561" v="1"/>
        <pc:sldMkLst>
          <pc:docMk/>
          <pc:sldMk cId="4169054181" sldId="279"/>
        </pc:sldMkLst>
      </pc:sldChg>
      <pc:sldChg chg="addSp modSp add del">
        <pc:chgData name="James Franklin" userId="cf915d05-507f-491f-b4a6-b2aa085ee4b1" providerId="ADAL" clId="{6204B8D9-CEE5-4923-8D26-107DB8F9D45C}" dt="2020-03-06T09:33:18.635" v="393" actId="47"/>
        <pc:sldMkLst>
          <pc:docMk/>
          <pc:sldMk cId="474337697" sldId="280"/>
        </pc:sldMkLst>
        <pc:spChg chg="mod">
          <ac:chgData name="James Franklin" userId="cf915d05-507f-491f-b4a6-b2aa085ee4b1" providerId="ADAL" clId="{6204B8D9-CEE5-4923-8D26-107DB8F9D45C}" dt="2020-03-05T16:57:26.022" v="28" actId="20577"/>
          <ac:spMkLst>
            <pc:docMk/>
            <pc:sldMk cId="474337697" sldId="280"/>
            <ac:spMk id="2" creationId="{2CD98AEF-568C-43A6-B4F8-704A77D1315A}"/>
          </ac:spMkLst>
        </pc:spChg>
        <pc:spChg chg="add mod">
          <ac:chgData name="James Franklin" userId="cf915d05-507f-491f-b4a6-b2aa085ee4b1" providerId="ADAL" clId="{6204B8D9-CEE5-4923-8D26-107DB8F9D45C}" dt="2020-03-05T16:57:23.713" v="21" actId="207"/>
          <ac:spMkLst>
            <pc:docMk/>
            <pc:sldMk cId="474337697" sldId="280"/>
            <ac:spMk id="4" creationId="{C322CF99-4365-425F-94DA-98A81B05DC28}"/>
          </ac:spMkLst>
        </pc:spChg>
      </pc:sldChg>
      <pc:sldChg chg="addSp delSp modSp add setBg">
        <pc:chgData name="James Franklin" userId="cf915d05-507f-491f-b4a6-b2aa085ee4b1" providerId="ADAL" clId="{6204B8D9-CEE5-4923-8D26-107DB8F9D45C}" dt="2020-03-06T12:20:59.243" v="3110" actId="207"/>
        <pc:sldMkLst>
          <pc:docMk/>
          <pc:sldMk cId="2848832626" sldId="280"/>
        </pc:sldMkLst>
        <pc:spChg chg="mod">
          <ac:chgData name="James Franklin" userId="cf915d05-507f-491f-b4a6-b2aa085ee4b1" providerId="ADAL" clId="{6204B8D9-CEE5-4923-8D26-107DB8F9D45C}" dt="2020-03-06T12:20:59.243" v="3110" actId="207"/>
          <ac:spMkLst>
            <pc:docMk/>
            <pc:sldMk cId="2848832626" sldId="280"/>
            <ac:spMk id="2" creationId="{7A4C4672-7BD4-4C7E-B822-44238001054A}"/>
          </ac:spMkLst>
        </pc:spChg>
        <pc:spChg chg="mod">
          <ac:chgData name="James Franklin" userId="cf915d05-507f-491f-b4a6-b2aa085ee4b1" providerId="ADAL" clId="{6204B8D9-CEE5-4923-8D26-107DB8F9D45C}" dt="2020-03-06T12:20:59.243" v="3110" actId="207"/>
          <ac:spMkLst>
            <pc:docMk/>
            <pc:sldMk cId="2848832626" sldId="280"/>
            <ac:spMk id="3" creationId="{2A83CD5B-1742-4446-8CAB-7E186658E757}"/>
          </ac:spMkLst>
        </pc:spChg>
        <pc:spChg chg="add del">
          <ac:chgData name="James Franklin" userId="cf915d05-507f-491f-b4a6-b2aa085ee4b1" providerId="ADAL" clId="{6204B8D9-CEE5-4923-8D26-107DB8F9D45C}" dt="2020-03-06T12:17:10.495" v="3070" actId="478"/>
          <ac:spMkLst>
            <pc:docMk/>
            <pc:sldMk cId="2848832626" sldId="280"/>
            <ac:spMk id="4" creationId="{2C54ED87-6B73-44E8-9CBA-DD77D4FC1E7C}"/>
          </ac:spMkLst>
        </pc:spChg>
        <pc:picChg chg="add del mod">
          <ac:chgData name="James Franklin" userId="cf915d05-507f-491f-b4a6-b2aa085ee4b1" providerId="ADAL" clId="{6204B8D9-CEE5-4923-8D26-107DB8F9D45C}" dt="2020-03-06T12:19:01.630" v="3087" actId="478"/>
          <ac:picMkLst>
            <pc:docMk/>
            <pc:sldMk cId="2848832626" sldId="280"/>
            <ac:picMk id="5" creationId="{E6C2BB14-2317-4317-9C52-7E4EC84D3B19}"/>
          </ac:picMkLst>
        </pc:picChg>
        <pc:picChg chg="add del mod">
          <ac:chgData name="James Franklin" userId="cf915d05-507f-491f-b4a6-b2aa085ee4b1" providerId="ADAL" clId="{6204B8D9-CEE5-4923-8D26-107DB8F9D45C}" dt="2020-03-06T12:20:02.333" v="3099" actId="478"/>
          <ac:picMkLst>
            <pc:docMk/>
            <pc:sldMk cId="2848832626" sldId="280"/>
            <ac:picMk id="6" creationId="{6BA12760-E8A8-4D82-ABAC-8570690B68D7}"/>
          </ac:picMkLst>
        </pc:picChg>
        <pc:picChg chg="add mod">
          <ac:chgData name="James Franklin" userId="cf915d05-507f-491f-b4a6-b2aa085ee4b1" providerId="ADAL" clId="{6204B8D9-CEE5-4923-8D26-107DB8F9D45C}" dt="2020-03-06T12:20:10.085" v="3101" actId="1076"/>
          <ac:picMkLst>
            <pc:docMk/>
            <pc:sldMk cId="2848832626" sldId="280"/>
            <ac:picMk id="7" creationId="{75B25169-BCD2-455F-B4DC-0B48C660725F}"/>
          </ac:picMkLst>
        </pc:picChg>
        <pc:picChg chg="add del mod">
          <ac:chgData name="James Franklin" userId="cf915d05-507f-491f-b4a6-b2aa085ee4b1" providerId="ADAL" clId="{6204B8D9-CEE5-4923-8D26-107DB8F9D45C}" dt="2020-03-06T12:18:45.999" v="3085" actId="478"/>
          <ac:picMkLst>
            <pc:docMk/>
            <pc:sldMk cId="2848832626" sldId="280"/>
            <ac:picMk id="6146" creationId="{23D6BE2F-7241-42A4-86BD-6810AA325CEB}"/>
          </ac:picMkLst>
        </pc:picChg>
        <pc:picChg chg="add del mod">
          <ac:chgData name="James Franklin" userId="cf915d05-507f-491f-b4a6-b2aa085ee4b1" providerId="ADAL" clId="{6204B8D9-CEE5-4923-8D26-107DB8F9D45C}" dt="2020-03-06T12:19:39.766" v="3096" actId="478"/>
          <ac:picMkLst>
            <pc:docMk/>
            <pc:sldMk cId="2848832626" sldId="280"/>
            <ac:picMk id="6148" creationId="{249D64B8-4BBE-4772-BC7D-ABF5DED1B0F0}"/>
          </ac:picMkLst>
        </pc:picChg>
        <pc:picChg chg="add mod">
          <ac:chgData name="James Franklin" userId="cf915d05-507f-491f-b4a6-b2aa085ee4b1" providerId="ADAL" clId="{6204B8D9-CEE5-4923-8D26-107DB8F9D45C}" dt="2020-03-06T12:20:45.894" v="3108" actId="732"/>
          <ac:picMkLst>
            <pc:docMk/>
            <pc:sldMk cId="2848832626" sldId="280"/>
            <ac:picMk id="6150" creationId="{88B4761F-328B-4DEB-9A47-8E9D010D31CA}"/>
          </ac:picMkLst>
        </pc:picChg>
      </pc:sldChg>
      <pc:sldChg chg="add">
        <pc:chgData name="James Franklin" userId="cf915d05-507f-491f-b4a6-b2aa085ee4b1" providerId="ADAL" clId="{6204B8D9-CEE5-4923-8D26-107DB8F9D45C}" dt="2020-03-06T12:17:05.214" v="3069"/>
        <pc:sldMkLst>
          <pc:docMk/>
          <pc:sldMk cId="104800640" sldId="281"/>
        </pc:sldMkLst>
      </pc:sldChg>
      <pc:sldChg chg="addSp delSp modSp add del">
        <pc:chgData name="James Franklin" userId="cf915d05-507f-491f-b4a6-b2aa085ee4b1" providerId="ADAL" clId="{6204B8D9-CEE5-4923-8D26-107DB8F9D45C}" dt="2020-03-06T12:17:03.917" v="3068" actId="47"/>
        <pc:sldMkLst>
          <pc:docMk/>
          <pc:sldMk cId="3315918366" sldId="281"/>
        </pc:sldMkLst>
        <pc:spChg chg="mod">
          <ac:chgData name="James Franklin" userId="cf915d05-507f-491f-b4a6-b2aa085ee4b1" providerId="ADAL" clId="{6204B8D9-CEE5-4923-8D26-107DB8F9D45C}" dt="2020-03-06T11:54:56.913" v="2357" actId="20577"/>
          <ac:spMkLst>
            <pc:docMk/>
            <pc:sldMk cId="3315918366" sldId="281"/>
            <ac:spMk id="2" creationId="{D23B34FA-0159-4139-932F-4ECC87F136DE}"/>
          </ac:spMkLst>
        </pc:spChg>
        <pc:spChg chg="add del mod">
          <ac:chgData name="James Franklin" userId="cf915d05-507f-491f-b4a6-b2aa085ee4b1" providerId="ADAL" clId="{6204B8D9-CEE5-4923-8D26-107DB8F9D45C}" dt="2020-03-06T12:16:59.795" v="3066" actId="21"/>
          <ac:spMkLst>
            <pc:docMk/>
            <pc:sldMk cId="3315918366" sldId="281"/>
            <ac:spMk id="4" creationId="{83A28319-CCBC-492C-9A16-C8DAB0295C6B}"/>
          </ac:spMkLst>
        </pc:spChg>
      </pc:sldChg>
    </pc:docChg>
  </pc:docChgLst>
  <pc:docChgLst>
    <pc:chgData name="Rob Heathcote" userId="62419938-1f1d-43ca-9327-cfd6c1894440" providerId="ADAL" clId="{7624F55A-EC4B-4536-BEBE-E5D3CD48B47C}"/>
    <pc:docChg chg="undo custSel modSld modMainMaster">
      <pc:chgData name="Rob Heathcote" userId="62419938-1f1d-43ca-9327-cfd6c1894440" providerId="ADAL" clId="{7624F55A-EC4B-4536-BEBE-E5D3CD48B47C}" dt="2020-03-10T08:28:22.568" v="239"/>
      <pc:docMkLst>
        <pc:docMk/>
      </pc:docMkLst>
      <pc:sldChg chg="delSp">
        <pc:chgData name="Rob Heathcote" userId="62419938-1f1d-43ca-9327-cfd6c1894440" providerId="ADAL" clId="{7624F55A-EC4B-4536-BEBE-E5D3CD48B47C}" dt="2020-03-10T08:05:58.142" v="39" actId="478"/>
        <pc:sldMkLst>
          <pc:docMk/>
          <pc:sldMk cId="3097358543" sldId="260"/>
        </pc:sldMkLst>
        <pc:spChg chg="del">
          <ac:chgData name="Rob Heathcote" userId="62419938-1f1d-43ca-9327-cfd6c1894440" providerId="ADAL" clId="{7624F55A-EC4B-4536-BEBE-E5D3CD48B47C}" dt="2020-03-10T08:05:58.142" v="39" actId="478"/>
          <ac:spMkLst>
            <pc:docMk/>
            <pc:sldMk cId="3097358543" sldId="260"/>
            <ac:spMk id="5" creationId="{00000000-0000-0000-0000-000000000000}"/>
          </ac:spMkLst>
        </pc:spChg>
        <pc:spChg chg="del">
          <ac:chgData name="Rob Heathcote" userId="62419938-1f1d-43ca-9327-cfd6c1894440" providerId="ADAL" clId="{7624F55A-EC4B-4536-BEBE-E5D3CD48B47C}" dt="2020-03-10T08:05:58.142" v="39" actId="478"/>
          <ac:spMkLst>
            <pc:docMk/>
            <pc:sldMk cId="3097358543" sldId="260"/>
            <ac:spMk id="6" creationId="{00000000-0000-0000-0000-000000000000}"/>
          </ac:spMkLst>
        </pc:spChg>
        <pc:spChg chg="del">
          <ac:chgData name="Rob Heathcote" userId="62419938-1f1d-43ca-9327-cfd6c1894440" providerId="ADAL" clId="{7624F55A-EC4B-4536-BEBE-E5D3CD48B47C}" dt="2020-03-10T08:05:58.142" v="39" actId="478"/>
          <ac:spMkLst>
            <pc:docMk/>
            <pc:sldMk cId="3097358543" sldId="260"/>
            <ac:spMk id="7" creationId="{00000000-0000-0000-0000-000000000000}"/>
          </ac:spMkLst>
        </pc:spChg>
        <pc:grpChg chg="del">
          <ac:chgData name="Rob Heathcote" userId="62419938-1f1d-43ca-9327-cfd6c1894440" providerId="ADAL" clId="{7624F55A-EC4B-4536-BEBE-E5D3CD48B47C}" dt="2020-03-10T08:05:58.142" v="39" actId="478"/>
          <ac:grpSpMkLst>
            <pc:docMk/>
            <pc:sldMk cId="3097358543" sldId="260"/>
            <ac:grpSpMk id="8" creationId="{00000000-0000-0000-0000-000000000000}"/>
          </ac:grpSpMkLst>
        </pc:grpChg>
      </pc:sldChg>
      <pc:sldChg chg="modSp">
        <pc:chgData name="Rob Heathcote" userId="62419938-1f1d-43ca-9327-cfd6c1894440" providerId="ADAL" clId="{7624F55A-EC4B-4536-BEBE-E5D3CD48B47C}" dt="2020-03-10T08:08:01.158" v="41" actId="208"/>
        <pc:sldMkLst>
          <pc:docMk/>
          <pc:sldMk cId="3236221385" sldId="263"/>
        </pc:sldMkLst>
        <pc:spChg chg="mod">
          <ac:chgData name="Rob Heathcote" userId="62419938-1f1d-43ca-9327-cfd6c1894440" providerId="ADAL" clId="{7624F55A-EC4B-4536-BEBE-E5D3CD48B47C}" dt="2020-03-10T08:08:01.158" v="41" actId="208"/>
          <ac:spMkLst>
            <pc:docMk/>
            <pc:sldMk cId="3236221385" sldId="263"/>
            <ac:spMk id="10" creationId="{00000000-0000-0000-0000-000000000000}"/>
          </ac:spMkLst>
        </pc:spChg>
        <pc:cxnChg chg="mod">
          <ac:chgData name="Rob Heathcote" userId="62419938-1f1d-43ca-9327-cfd6c1894440" providerId="ADAL" clId="{7624F55A-EC4B-4536-BEBE-E5D3CD48B47C}" dt="2020-03-10T08:08:01.158" v="41" actId="208"/>
          <ac:cxnSpMkLst>
            <pc:docMk/>
            <pc:sldMk cId="3236221385" sldId="263"/>
            <ac:cxnSpMk id="6" creationId="{00000000-0000-0000-0000-000000000000}"/>
          </ac:cxnSpMkLst>
        </pc:cxnChg>
        <pc:cxnChg chg="mod">
          <ac:chgData name="Rob Heathcote" userId="62419938-1f1d-43ca-9327-cfd6c1894440" providerId="ADAL" clId="{7624F55A-EC4B-4536-BEBE-E5D3CD48B47C}" dt="2020-03-10T08:08:01.158" v="41" actId="208"/>
          <ac:cxnSpMkLst>
            <pc:docMk/>
            <pc:sldMk cId="3236221385" sldId="263"/>
            <ac:cxnSpMk id="8" creationId="{00000000-0000-0000-0000-000000000000}"/>
          </ac:cxnSpMkLst>
        </pc:cxnChg>
        <pc:cxnChg chg="mod">
          <ac:chgData name="Rob Heathcote" userId="62419938-1f1d-43ca-9327-cfd6c1894440" providerId="ADAL" clId="{7624F55A-EC4B-4536-BEBE-E5D3CD48B47C}" dt="2020-03-10T08:08:01.158" v="41" actId="208"/>
          <ac:cxnSpMkLst>
            <pc:docMk/>
            <pc:sldMk cId="3236221385" sldId="263"/>
            <ac:cxnSpMk id="9" creationId="{00000000-0000-0000-0000-000000000000}"/>
          </ac:cxnSpMkLst>
        </pc:cxnChg>
        <pc:cxnChg chg="mod">
          <ac:chgData name="Rob Heathcote" userId="62419938-1f1d-43ca-9327-cfd6c1894440" providerId="ADAL" clId="{7624F55A-EC4B-4536-BEBE-E5D3CD48B47C}" dt="2020-03-10T08:08:01.158" v="41" actId="208"/>
          <ac:cxnSpMkLst>
            <pc:docMk/>
            <pc:sldMk cId="3236221385" sldId="263"/>
            <ac:cxnSpMk id="11" creationId="{00000000-0000-0000-0000-000000000000}"/>
          </ac:cxnSpMkLst>
        </pc:cxnChg>
        <pc:cxnChg chg="mod">
          <ac:chgData name="Rob Heathcote" userId="62419938-1f1d-43ca-9327-cfd6c1894440" providerId="ADAL" clId="{7624F55A-EC4B-4536-BEBE-E5D3CD48B47C}" dt="2020-03-10T08:08:01.158" v="41" actId="208"/>
          <ac:cxnSpMkLst>
            <pc:docMk/>
            <pc:sldMk cId="3236221385" sldId="263"/>
            <ac:cxnSpMk id="12" creationId="{00000000-0000-0000-0000-000000000000}"/>
          </ac:cxnSpMkLst>
        </pc:cxnChg>
        <pc:cxnChg chg="mod">
          <ac:chgData name="Rob Heathcote" userId="62419938-1f1d-43ca-9327-cfd6c1894440" providerId="ADAL" clId="{7624F55A-EC4B-4536-BEBE-E5D3CD48B47C}" dt="2020-03-10T08:08:01.158" v="41" actId="208"/>
          <ac:cxnSpMkLst>
            <pc:docMk/>
            <pc:sldMk cId="3236221385" sldId="263"/>
            <ac:cxnSpMk id="13" creationId="{00000000-0000-0000-0000-000000000000}"/>
          </ac:cxnSpMkLst>
        </pc:cxnChg>
        <pc:cxnChg chg="mod">
          <ac:chgData name="Rob Heathcote" userId="62419938-1f1d-43ca-9327-cfd6c1894440" providerId="ADAL" clId="{7624F55A-EC4B-4536-BEBE-E5D3CD48B47C}" dt="2020-03-10T08:08:01.158" v="41" actId="208"/>
          <ac:cxnSpMkLst>
            <pc:docMk/>
            <pc:sldMk cId="3236221385" sldId="263"/>
            <ac:cxnSpMk id="14" creationId="{00000000-0000-0000-0000-000000000000}"/>
          </ac:cxnSpMkLst>
        </pc:cxnChg>
        <pc:cxnChg chg="mod">
          <ac:chgData name="Rob Heathcote" userId="62419938-1f1d-43ca-9327-cfd6c1894440" providerId="ADAL" clId="{7624F55A-EC4B-4536-BEBE-E5D3CD48B47C}" dt="2020-03-10T08:08:01.158" v="41" actId="208"/>
          <ac:cxnSpMkLst>
            <pc:docMk/>
            <pc:sldMk cId="3236221385" sldId="263"/>
            <ac:cxnSpMk id="15" creationId="{00000000-0000-0000-0000-000000000000}"/>
          </ac:cxnSpMkLst>
        </pc:cxnChg>
        <pc:cxnChg chg="mod">
          <ac:chgData name="Rob Heathcote" userId="62419938-1f1d-43ca-9327-cfd6c1894440" providerId="ADAL" clId="{7624F55A-EC4B-4536-BEBE-E5D3CD48B47C}" dt="2020-03-10T08:08:01.158" v="41" actId="208"/>
          <ac:cxnSpMkLst>
            <pc:docMk/>
            <pc:sldMk cId="3236221385" sldId="263"/>
            <ac:cxnSpMk id="16" creationId="{00000000-0000-0000-0000-000000000000}"/>
          </ac:cxnSpMkLst>
        </pc:cxnChg>
        <pc:cxnChg chg="mod">
          <ac:chgData name="Rob Heathcote" userId="62419938-1f1d-43ca-9327-cfd6c1894440" providerId="ADAL" clId="{7624F55A-EC4B-4536-BEBE-E5D3CD48B47C}" dt="2020-03-10T08:08:01.158" v="41" actId="208"/>
          <ac:cxnSpMkLst>
            <pc:docMk/>
            <pc:sldMk cId="3236221385" sldId="263"/>
            <ac:cxnSpMk id="17" creationId="{00000000-0000-0000-0000-000000000000}"/>
          </ac:cxnSpMkLst>
        </pc:cxnChg>
        <pc:cxnChg chg="mod">
          <ac:chgData name="Rob Heathcote" userId="62419938-1f1d-43ca-9327-cfd6c1894440" providerId="ADAL" clId="{7624F55A-EC4B-4536-BEBE-E5D3CD48B47C}" dt="2020-03-10T08:08:01.158" v="41" actId="208"/>
          <ac:cxnSpMkLst>
            <pc:docMk/>
            <pc:sldMk cId="3236221385" sldId="263"/>
            <ac:cxnSpMk id="18" creationId="{00000000-0000-0000-0000-000000000000}"/>
          </ac:cxnSpMkLst>
        </pc:cxnChg>
        <pc:cxnChg chg="mod">
          <ac:chgData name="Rob Heathcote" userId="62419938-1f1d-43ca-9327-cfd6c1894440" providerId="ADAL" clId="{7624F55A-EC4B-4536-BEBE-E5D3CD48B47C}" dt="2020-03-10T08:08:01.158" v="41" actId="208"/>
          <ac:cxnSpMkLst>
            <pc:docMk/>
            <pc:sldMk cId="3236221385" sldId="263"/>
            <ac:cxnSpMk id="19" creationId="{00000000-0000-0000-0000-000000000000}"/>
          </ac:cxnSpMkLst>
        </pc:cxnChg>
      </pc:sldChg>
      <pc:sldChg chg="addSp delSp modSp delCm">
        <pc:chgData name="Rob Heathcote" userId="62419938-1f1d-43ca-9327-cfd6c1894440" providerId="ADAL" clId="{7624F55A-EC4B-4536-BEBE-E5D3CD48B47C}" dt="2020-03-10T08:10:40.248" v="60" actId="1592"/>
        <pc:sldMkLst>
          <pc:docMk/>
          <pc:sldMk cId="2021957821" sldId="264"/>
        </pc:sldMkLst>
        <pc:spChg chg="mod">
          <ac:chgData name="Rob Heathcote" userId="62419938-1f1d-43ca-9327-cfd6c1894440" providerId="ADAL" clId="{7624F55A-EC4B-4536-BEBE-E5D3CD48B47C}" dt="2020-03-10T08:10:29.087" v="58" actId="1076"/>
          <ac:spMkLst>
            <pc:docMk/>
            <pc:sldMk cId="2021957821" sldId="264"/>
            <ac:spMk id="4" creationId="{00000000-0000-0000-0000-000000000000}"/>
          </ac:spMkLst>
        </pc:spChg>
        <pc:spChg chg="mod">
          <ac:chgData name="Rob Heathcote" userId="62419938-1f1d-43ca-9327-cfd6c1894440" providerId="ADAL" clId="{7624F55A-EC4B-4536-BEBE-E5D3CD48B47C}" dt="2020-03-10T08:10:14.982" v="55" actId="207"/>
          <ac:spMkLst>
            <pc:docMk/>
            <pc:sldMk cId="2021957821" sldId="264"/>
            <ac:spMk id="47" creationId="{A8634D05-FD09-46B3-9AC5-D0330AAF648E}"/>
          </ac:spMkLst>
        </pc:spChg>
        <pc:spChg chg="mod">
          <ac:chgData name="Rob Heathcote" userId="62419938-1f1d-43ca-9327-cfd6c1894440" providerId="ADAL" clId="{7624F55A-EC4B-4536-BEBE-E5D3CD48B47C}" dt="2020-03-10T08:10:03.718" v="52" actId="207"/>
          <ac:spMkLst>
            <pc:docMk/>
            <pc:sldMk cId="2021957821" sldId="264"/>
            <ac:spMk id="50" creationId="{8A7279AD-2A93-4EA2-80EB-51D86696EB2D}"/>
          </ac:spMkLst>
        </pc:spChg>
        <pc:spChg chg="mod">
          <ac:chgData name="Rob Heathcote" userId="62419938-1f1d-43ca-9327-cfd6c1894440" providerId="ADAL" clId="{7624F55A-EC4B-4536-BEBE-E5D3CD48B47C}" dt="2020-03-10T08:10:03.718" v="52" actId="207"/>
          <ac:spMkLst>
            <pc:docMk/>
            <pc:sldMk cId="2021957821" sldId="264"/>
            <ac:spMk id="1027" creationId="{A1641A8A-CAA7-4343-A275-453D110D9ECE}"/>
          </ac:spMkLst>
        </pc:spChg>
        <pc:picChg chg="add mod">
          <ac:chgData name="Rob Heathcote" userId="62419938-1f1d-43ca-9327-cfd6c1894440" providerId="ADAL" clId="{7624F55A-EC4B-4536-BEBE-E5D3CD48B47C}" dt="2020-03-10T08:09:47.077" v="47" actId="1076"/>
          <ac:picMkLst>
            <pc:docMk/>
            <pc:sldMk cId="2021957821" sldId="264"/>
            <ac:picMk id="17" creationId="{6749EC53-1E43-4D9B-9E0B-5F52AA11A175}"/>
          </ac:picMkLst>
        </pc:picChg>
        <pc:picChg chg="add mod">
          <ac:chgData name="Rob Heathcote" userId="62419938-1f1d-43ca-9327-cfd6c1894440" providerId="ADAL" clId="{7624F55A-EC4B-4536-BEBE-E5D3CD48B47C}" dt="2020-03-10T08:09:55.445" v="49" actId="1076"/>
          <ac:picMkLst>
            <pc:docMk/>
            <pc:sldMk cId="2021957821" sldId="264"/>
            <ac:picMk id="21" creationId="{5C8F3981-8483-4BBE-B1A1-F23FE8726DF8}"/>
          </ac:picMkLst>
        </pc:picChg>
        <pc:picChg chg="del">
          <ac:chgData name="Rob Heathcote" userId="62419938-1f1d-43ca-9327-cfd6c1894440" providerId="ADAL" clId="{7624F55A-EC4B-4536-BEBE-E5D3CD48B47C}" dt="2020-03-10T08:09:48.663" v="48" actId="478"/>
          <ac:picMkLst>
            <pc:docMk/>
            <pc:sldMk cId="2021957821" sldId="264"/>
            <ac:picMk id="1028" creationId="{6C0E5905-8B87-46D0-AB8C-F626E7300489}"/>
          </ac:picMkLst>
        </pc:picChg>
        <pc:picChg chg="del">
          <ac:chgData name="Rob Heathcote" userId="62419938-1f1d-43ca-9327-cfd6c1894440" providerId="ADAL" clId="{7624F55A-EC4B-4536-BEBE-E5D3CD48B47C}" dt="2020-03-10T08:09:40.903" v="46" actId="478"/>
          <ac:picMkLst>
            <pc:docMk/>
            <pc:sldMk cId="2021957821" sldId="264"/>
            <ac:picMk id="1030" creationId="{B62EBDBD-5A58-4FAD-94FE-F3F391E50085}"/>
          </ac:picMkLst>
        </pc:picChg>
        <pc:cxnChg chg="mod">
          <ac:chgData name="Rob Heathcote" userId="62419938-1f1d-43ca-9327-cfd6c1894440" providerId="ADAL" clId="{7624F55A-EC4B-4536-BEBE-E5D3CD48B47C}" dt="2020-03-10T08:10:34.894" v="59" actId="14100"/>
          <ac:cxnSpMkLst>
            <pc:docMk/>
            <pc:sldMk cId="2021957821" sldId="264"/>
            <ac:cxnSpMk id="18" creationId="{54188E5A-6F06-47D9-A7D3-E5F19DE50EB4}"/>
          </ac:cxnSpMkLst>
        </pc:cxnChg>
        <pc:cxnChg chg="mod">
          <ac:chgData name="Rob Heathcote" userId="62419938-1f1d-43ca-9327-cfd6c1894440" providerId="ADAL" clId="{7624F55A-EC4B-4536-BEBE-E5D3CD48B47C}" dt="2020-03-10T08:10:23.301" v="56" actId="14100"/>
          <ac:cxnSpMkLst>
            <pc:docMk/>
            <pc:sldMk cId="2021957821" sldId="264"/>
            <ac:cxnSpMk id="20" creationId="{37AC2E31-2ACA-4D38-B7E6-0CE216256B80}"/>
          </ac:cxnSpMkLst>
        </pc:cxnChg>
      </pc:sldChg>
      <pc:sldChg chg="addSp delSp modSp">
        <pc:chgData name="Rob Heathcote" userId="62419938-1f1d-43ca-9327-cfd6c1894440" providerId="ADAL" clId="{7624F55A-EC4B-4536-BEBE-E5D3CD48B47C}" dt="2020-03-10T08:12:25.265" v="75"/>
        <pc:sldMkLst>
          <pc:docMk/>
          <pc:sldMk cId="758369962" sldId="270"/>
        </pc:sldMkLst>
        <pc:picChg chg="add mod ord modCrop">
          <ac:chgData name="Rob Heathcote" userId="62419938-1f1d-43ca-9327-cfd6c1894440" providerId="ADAL" clId="{7624F55A-EC4B-4536-BEBE-E5D3CD48B47C}" dt="2020-03-10T08:12:03.092" v="73" actId="171"/>
          <ac:picMkLst>
            <pc:docMk/>
            <pc:sldMk cId="758369962" sldId="270"/>
            <ac:picMk id="5" creationId="{EBB2ACD6-663B-41D7-AD94-C211D0E3F467}"/>
          </ac:picMkLst>
        </pc:picChg>
        <pc:picChg chg="add">
          <ac:chgData name="Rob Heathcote" userId="62419938-1f1d-43ca-9327-cfd6c1894440" providerId="ADAL" clId="{7624F55A-EC4B-4536-BEBE-E5D3CD48B47C}" dt="2020-03-10T08:12:25.265" v="75"/>
          <ac:picMkLst>
            <pc:docMk/>
            <pc:sldMk cId="758369962" sldId="270"/>
            <ac:picMk id="7" creationId="{E9850D4D-AEE5-4081-A8C0-04746577F334}"/>
          </ac:picMkLst>
        </pc:picChg>
        <pc:picChg chg="del">
          <ac:chgData name="Rob Heathcote" userId="62419938-1f1d-43ca-9327-cfd6c1894440" providerId="ADAL" clId="{7624F55A-EC4B-4536-BEBE-E5D3CD48B47C}" dt="2020-03-10T08:11:49.462" v="63" actId="478"/>
          <ac:picMkLst>
            <pc:docMk/>
            <pc:sldMk cId="758369962" sldId="270"/>
            <ac:picMk id="3074" creationId="{7CF14A16-CF03-45EC-ADF6-31912B5CE691}"/>
          </ac:picMkLst>
        </pc:picChg>
      </pc:sldChg>
      <pc:sldChg chg="addSp delSp modSp setBg delCm">
        <pc:chgData name="Rob Heathcote" userId="62419938-1f1d-43ca-9327-cfd6c1894440" providerId="ADAL" clId="{7624F55A-EC4B-4536-BEBE-E5D3CD48B47C}" dt="2020-03-10T08:23:49.388" v="143"/>
        <pc:sldMkLst>
          <pc:docMk/>
          <pc:sldMk cId="2203308184" sldId="271"/>
        </pc:sldMkLst>
        <pc:spChg chg="mod">
          <ac:chgData name="Rob Heathcote" userId="62419938-1f1d-43ca-9327-cfd6c1894440" providerId="ADAL" clId="{7624F55A-EC4B-4536-BEBE-E5D3CD48B47C}" dt="2020-03-10T08:23:17.734" v="127" actId="20577"/>
          <ac:spMkLst>
            <pc:docMk/>
            <pc:sldMk cId="2203308184" sldId="271"/>
            <ac:spMk id="5" creationId="{00000000-0000-0000-0000-000000000000}"/>
          </ac:spMkLst>
        </pc:spChg>
        <pc:picChg chg="add mod ord modCrop">
          <ac:chgData name="Rob Heathcote" userId="62419938-1f1d-43ca-9327-cfd6c1894440" providerId="ADAL" clId="{7624F55A-EC4B-4536-BEBE-E5D3CD48B47C}" dt="2020-03-10T08:23:33.565" v="141" actId="732"/>
          <ac:picMkLst>
            <pc:docMk/>
            <pc:sldMk cId="2203308184" sldId="271"/>
            <ac:picMk id="3" creationId="{AE9796D1-6D9A-4152-A2D6-CE34051179D6}"/>
          </ac:picMkLst>
        </pc:picChg>
        <pc:picChg chg="add">
          <ac:chgData name="Rob Heathcote" userId="62419938-1f1d-43ca-9327-cfd6c1894440" providerId="ADAL" clId="{7624F55A-EC4B-4536-BEBE-E5D3CD48B47C}" dt="2020-03-10T08:23:49.388" v="143"/>
          <ac:picMkLst>
            <pc:docMk/>
            <pc:sldMk cId="2203308184" sldId="271"/>
            <ac:picMk id="7" creationId="{AF23BB6B-7B9B-4A7F-A097-FA52B47E7C2A}"/>
          </ac:picMkLst>
        </pc:picChg>
        <pc:picChg chg="del">
          <ac:chgData name="Rob Heathcote" userId="62419938-1f1d-43ca-9327-cfd6c1894440" providerId="ADAL" clId="{7624F55A-EC4B-4536-BEBE-E5D3CD48B47C}" dt="2020-03-10T08:20:10.661" v="78" actId="478"/>
          <ac:picMkLst>
            <pc:docMk/>
            <pc:sldMk cId="2203308184" sldId="271"/>
            <ac:picMk id="4098" creationId="{223F55F3-4E8A-4F4E-9951-0BB511D095A8}"/>
          </ac:picMkLst>
        </pc:picChg>
      </pc:sldChg>
      <pc:sldChg chg="addSp delSp modSp">
        <pc:chgData name="Rob Heathcote" userId="62419938-1f1d-43ca-9327-cfd6c1894440" providerId="ADAL" clId="{7624F55A-EC4B-4536-BEBE-E5D3CD48B47C}" dt="2020-03-10T08:24:50.194" v="157"/>
        <pc:sldMkLst>
          <pc:docMk/>
          <pc:sldMk cId="1101683052" sldId="273"/>
        </pc:sldMkLst>
        <pc:picChg chg="add mod ord modCrop">
          <ac:chgData name="Rob Heathcote" userId="62419938-1f1d-43ca-9327-cfd6c1894440" providerId="ADAL" clId="{7624F55A-EC4B-4536-BEBE-E5D3CD48B47C}" dt="2020-03-10T08:24:43.701" v="156" actId="732"/>
          <ac:picMkLst>
            <pc:docMk/>
            <pc:sldMk cId="1101683052" sldId="273"/>
            <ac:picMk id="5" creationId="{D2E9450C-4CAF-46ED-8737-E7025C531AA4}"/>
          </ac:picMkLst>
        </pc:picChg>
        <pc:picChg chg="add">
          <ac:chgData name="Rob Heathcote" userId="62419938-1f1d-43ca-9327-cfd6c1894440" providerId="ADAL" clId="{7624F55A-EC4B-4536-BEBE-E5D3CD48B47C}" dt="2020-03-10T08:24:50.194" v="157"/>
          <ac:picMkLst>
            <pc:docMk/>
            <pc:sldMk cId="1101683052" sldId="273"/>
            <ac:picMk id="7" creationId="{8B1EB998-DDB2-459F-AF28-5095E832AEC2}"/>
          </ac:picMkLst>
        </pc:picChg>
        <pc:picChg chg="del">
          <ac:chgData name="Rob Heathcote" userId="62419938-1f1d-43ca-9327-cfd6c1894440" providerId="ADAL" clId="{7624F55A-EC4B-4536-BEBE-E5D3CD48B47C}" dt="2020-03-10T08:24:25.365" v="144" actId="478"/>
          <ac:picMkLst>
            <pc:docMk/>
            <pc:sldMk cId="1101683052" sldId="273"/>
            <ac:picMk id="5122" creationId="{2FE44A19-8C86-4B72-950D-843F381DE68D}"/>
          </ac:picMkLst>
        </pc:picChg>
      </pc:sldChg>
      <pc:sldChg chg="modSp">
        <pc:chgData name="Rob Heathcote" userId="62419938-1f1d-43ca-9327-cfd6c1894440" providerId="ADAL" clId="{7624F55A-EC4B-4536-BEBE-E5D3CD48B47C}" dt="2020-03-10T08:10:57.800" v="61" actId="207"/>
        <pc:sldMkLst>
          <pc:docMk/>
          <pc:sldMk cId="3540909896" sldId="274"/>
        </pc:sldMkLst>
        <pc:spChg chg="mod">
          <ac:chgData name="Rob Heathcote" userId="62419938-1f1d-43ca-9327-cfd6c1894440" providerId="ADAL" clId="{7624F55A-EC4B-4536-BEBE-E5D3CD48B47C}" dt="2020-03-10T08:10:57.800" v="61" actId="207"/>
          <ac:spMkLst>
            <pc:docMk/>
            <pc:sldMk cId="3540909896" sldId="274"/>
            <ac:spMk id="6" creationId="{00000000-0000-0000-0000-000000000000}"/>
          </ac:spMkLst>
        </pc:spChg>
        <pc:spChg chg="mod">
          <ac:chgData name="Rob Heathcote" userId="62419938-1f1d-43ca-9327-cfd6c1894440" providerId="ADAL" clId="{7624F55A-EC4B-4536-BEBE-E5D3CD48B47C}" dt="2020-03-10T08:10:57.800" v="61" actId="207"/>
          <ac:spMkLst>
            <pc:docMk/>
            <pc:sldMk cId="3540909896" sldId="274"/>
            <ac:spMk id="7" creationId="{00000000-0000-0000-0000-000000000000}"/>
          </ac:spMkLst>
        </pc:spChg>
      </pc:sldChg>
      <pc:sldChg chg="modSp">
        <pc:chgData name="Rob Heathcote" userId="62419938-1f1d-43ca-9327-cfd6c1894440" providerId="ADAL" clId="{7624F55A-EC4B-4536-BEBE-E5D3CD48B47C}" dt="2020-03-10T08:11:02.679" v="62" actId="207"/>
        <pc:sldMkLst>
          <pc:docMk/>
          <pc:sldMk cId="2986224209" sldId="275"/>
        </pc:sldMkLst>
        <pc:spChg chg="mod">
          <ac:chgData name="Rob Heathcote" userId="62419938-1f1d-43ca-9327-cfd6c1894440" providerId="ADAL" clId="{7624F55A-EC4B-4536-BEBE-E5D3CD48B47C}" dt="2020-03-10T08:11:02.679" v="62" actId="207"/>
          <ac:spMkLst>
            <pc:docMk/>
            <pc:sldMk cId="2986224209" sldId="275"/>
            <ac:spMk id="5" creationId="{00000000-0000-0000-0000-000000000000}"/>
          </ac:spMkLst>
        </pc:spChg>
        <pc:spChg chg="mod">
          <ac:chgData name="Rob Heathcote" userId="62419938-1f1d-43ca-9327-cfd6c1894440" providerId="ADAL" clId="{7624F55A-EC4B-4536-BEBE-E5D3CD48B47C}" dt="2020-03-10T08:11:02.679" v="62" actId="207"/>
          <ac:spMkLst>
            <pc:docMk/>
            <pc:sldMk cId="2986224209" sldId="275"/>
            <ac:spMk id="7" creationId="{00000000-0000-0000-0000-000000000000}"/>
          </ac:spMkLst>
        </pc:spChg>
      </pc:sldChg>
      <pc:sldChg chg="addSp delSp modSp">
        <pc:chgData name="Rob Heathcote" userId="62419938-1f1d-43ca-9327-cfd6c1894440" providerId="ADAL" clId="{7624F55A-EC4B-4536-BEBE-E5D3CD48B47C}" dt="2020-03-10T08:26:26.437" v="221" actId="1036"/>
        <pc:sldMkLst>
          <pc:docMk/>
          <pc:sldMk cId="4080298053" sldId="279"/>
        </pc:sldMkLst>
        <pc:picChg chg="del">
          <ac:chgData name="Rob Heathcote" userId="62419938-1f1d-43ca-9327-cfd6c1894440" providerId="ADAL" clId="{7624F55A-EC4B-4536-BEBE-E5D3CD48B47C}" dt="2020-03-10T08:25:58.205" v="164" actId="478"/>
          <ac:picMkLst>
            <pc:docMk/>
            <pc:sldMk cId="4080298053" sldId="279"/>
            <ac:picMk id="5" creationId="{219E2BE0-918B-459A-8B72-2D6BC297ECFA}"/>
          </ac:picMkLst>
        </pc:picChg>
        <pc:picChg chg="add mod ord modCrop">
          <ac:chgData name="Rob Heathcote" userId="62419938-1f1d-43ca-9327-cfd6c1894440" providerId="ADAL" clId="{7624F55A-EC4B-4536-BEBE-E5D3CD48B47C}" dt="2020-03-10T08:26:26.437" v="221" actId="1036"/>
          <ac:picMkLst>
            <pc:docMk/>
            <pc:sldMk cId="4080298053" sldId="279"/>
            <ac:picMk id="6" creationId="{471C59CA-D96A-4709-93E7-9B0A5923A1F3}"/>
          </ac:picMkLst>
        </pc:picChg>
        <pc:picChg chg="del">
          <ac:chgData name="Rob Heathcote" userId="62419938-1f1d-43ca-9327-cfd6c1894440" providerId="ADAL" clId="{7624F55A-EC4B-4536-BEBE-E5D3CD48B47C}" dt="2020-03-10T08:25:58.205" v="164" actId="478"/>
          <ac:picMkLst>
            <pc:docMk/>
            <pc:sldMk cId="4080298053" sldId="279"/>
            <ac:picMk id="2050" creationId="{15EFB971-E860-4A5F-86E0-76C59302EBFB}"/>
          </ac:picMkLst>
        </pc:picChg>
      </pc:sldChg>
      <pc:sldChg chg="addSp delSp modSp">
        <pc:chgData name="Rob Heathcote" userId="62419938-1f1d-43ca-9327-cfd6c1894440" providerId="ADAL" clId="{7624F55A-EC4B-4536-BEBE-E5D3CD48B47C}" dt="2020-03-10T08:28:22.568" v="239"/>
        <pc:sldMkLst>
          <pc:docMk/>
          <pc:sldMk cId="2848832626" sldId="280"/>
        </pc:sldMkLst>
        <pc:picChg chg="add mod ord modCrop">
          <ac:chgData name="Rob Heathcote" userId="62419938-1f1d-43ca-9327-cfd6c1894440" providerId="ADAL" clId="{7624F55A-EC4B-4536-BEBE-E5D3CD48B47C}" dt="2020-03-10T08:28:15.484" v="238" actId="171"/>
          <ac:picMkLst>
            <pc:docMk/>
            <pc:sldMk cId="2848832626" sldId="280"/>
            <ac:picMk id="5" creationId="{F21990F2-E1BA-49B7-AE7F-D57C779CFEB6}"/>
          </ac:picMkLst>
        </pc:picChg>
        <pc:picChg chg="del">
          <ac:chgData name="Rob Heathcote" userId="62419938-1f1d-43ca-9327-cfd6c1894440" providerId="ADAL" clId="{7624F55A-EC4B-4536-BEBE-E5D3CD48B47C}" dt="2020-03-10T08:24:58.949" v="158" actId="478"/>
          <ac:picMkLst>
            <pc:docMk/>
            <pc:sldMk cId="2848832626" sldId="280"/>
            <ac:picMk id="7" creationId="{75B25169-BCD2-455F-B4DC-0B48C660725F}"/>
          </ac:picMkLst>
        </pc:picChg>
        <pc:picChg chg="add">
          <ac:chgData name="Rob Heathcote" userId="62419938-1f1d-43ca-9327-cfd6c1894440" providerId="ADAL" clId="{7624F55A-EC4B-4536-BEBE-E5D3CD48B47C}" dt="2020-03-10T08:28:22.568" v="239"/>
          <ac:picMkLst>
            <pc:docMk/>
            <pc:sldMk cId="2848832626" sldId="280"/>
            <ac:picMk id="8" creationId="{58086AEA-053E-4004-AA7C-F566B71F6403}"/>
          </ac:picMkLst>
        </pc:picChg>
        <pc:picChg chg="del">
          <ac:chgData name="Rob Heathcote" userId="62419938-1f1d-43ca-9327-cfd6c1894440" providerId="ADAL" clId="{7624F55A-EC4B-4536-BEBE-E5D3CD48B47C}" dt="2020-03-10T08:13:12.573" v="77" actId="478"/>
          <ac:picMkLst>
            <pc:docMk/>
            <pc:sldMk cId="2848832626" sldId="280"/>
            <ac:picMk id="6150" creationId="{88B4761F-328B-4DEB-9A47-8E9D010D31CA}"/>
          </ac:picMkLst>
        </pc:picChg>
      </pc:sldChg>
      <pc:sldChg chg="delSp">
        <pc:chgData name="Rob Heathcote" userId="62419938-1f1d-43ca-9327-cfd6c1894440" providerId="ADAL" clId="{7624F55A-EC4B-4536-BEBE-E5D3CD48B47C}" dt="2020-03-10T08:12:32.182" v="76" actId="478"/>
        <pc:sldMkLst>
          <pc:docMk/>
          <pc:sldMk cId="104800640" sldId="281"/>
        </pc:sldMkLst>
        <pc:spChg chg="del">
          <ac:chgData name="Rob Heathcote" userId="62419938-1f1d-43ca-9327-cfd6c1894440" providerId="ADAL" clId="{7624F55A-EC4B-4536-BEBE-E5D3CD48B47C}" dt="2020-03-10T08:12:32.182" v="76" actId="478"/>
          <ac:spMkLst>
            <pc:docMk/>
            <pc:sldMk cId="104800640" sldId="281"/>
            <ac:spMk id="4" creationId="{2C54ED87-6B73-44E8-9CBA-DD77D4FC1E7C}"/>
          </ac:spMkLst>
        </pc:spChg>
      </pc:sldChg>
      <pc:sldMasterChg chg="modSldLayout">
        <pc:chgData name="Rob Heathcote" userId="62419938-1f1d-43ca-9327-cfd6c1894440" providerId="ADAL" clId="{7624F55A-EC4B-4536-BEBE-E5D3CD48B47C}" dt="2020-03-10T08:12:18.558" v="74" actId="478"/>
        <pc:sldMasterMkLst>
          <pc:docMk/>
          <pc:sldMasterMk cId="3316734550" sldId="2147483648"/>
        </pc:sldMasterMkLst>
        <pc:sldLayoutChg chg="addSp delSp modSp">
          <pc:chgData name="Rob Heathcote" userId="62419938-1f1d-43ca-9327-cfd6c1894440" providerId="ADAL" clId="{7624F55A-EC4B-4536-BEBE-E5D3CD48B47C}" dt="2020-03-10T08:03:31.452" v="4" actId="962"/>
          <pc:sldLayoutMkLst>
            <pc:docMk/>
            <pc:sldMasterMk cId="3316734550" sldId="2147483648"/>
            <pc:sldLayoutMk cId="3886385901" sldId="2147483649"/>
          </pc:sldLayoutMkLst>
          <pc:spChg chg="del">
            <ac:chgData name="Rob Heathcote" userId="62419938-1f1d-43ca-9327-cfd6c1894440" providerId="ADAL" clId="{7624F55A-EC4B-4536-BEBE-E5D3CD48B47C}" dt="2020-03-10T08:03:22.889" v="0" actId="478"/>
            <ac:spMkLst>
              <pc:docMk/>
              <pc:sldMasterMk cId="3316734550" sldId="2147483648"/>
              <pc:sldLayoutMk cId="3886385901" sldId="2147483649"/>
              <ac:spMk id="10" creationId="{00000000-0000-0000-0000-000000000000}"/>
            </ac:spMkLst>
          </pc:spChg>
          <pc:spChg chg="del">
            <ac:chgData name="Rob Heathcote" userId="62419938-1f1d-43ca-9327-cfd6c1894440" providerId="ADAL" clId="{7624F55A-EC4B-4536-BEBE-E5D3CD48B47C}" dt="2020-03-10T08:03:22.889" v="0" actId="478"/>
            <ac:spMkLst>
              <pc:docMk/>
              <pc:sldMasterMk cId="3316734550" sldId="2147483648"/>
              <pc:sldLayoutMk cId="3886385901" sldId="2147483649"/>
              <ac:spMk id="20" creationId="{00000000-0000-0000-0000-000000000000}"/>
            </ac:spMkLst>
          </pc:spChg>
          <pc:spChg chg="del">
            <ac:chgData name="Rob Heathcote" userId="62419938-1f1d-43ca-9327-cfd6c1894440" providerId="ADAL" clId="{7624F55A-EC4B-4536-BEBE-E5D3CD48B47C}" dt="2020-03-10T08:03:22.889" v="0" actId="478"/>
            <ac:spMkLst>
              <pc:docMk/>
              <pc:sldMasterMk cId="3316734550" sldId="2147483648"/>
              <pc:sldLayoutMk cId="3886385901" sldId="2147483649"/>
              <ac:spMk id="21" creationId="{00000000-0000-0000-0000-000000000000}"/>
            </ac:spMkLst>
          </pc:spChg>
          <pc:spChg chg="del">
            <ac:chgData name="Rob Heathcote" userId="62419938-1f1d-43ca-9327-cfd6c1894440" providerId="ADAL" clId="{7624F55A-EC4B-4536-BEBE-E5D3CD48B47C}" dt="2020-03-10T08:03:22.889" v="0" actId="478"/>
            <ac:spMkLst>
              <pc:docMk/>
              <pc:sldMasterMk cId="3316734550" sldId="2147483648"/>
              <pc:sldLayoutMk cId="3886385901" sldId="2147483649"/>
              <ac:spMk id="24" creationId="{00000000-0000-0000-0000-000000000000}"/>
            </ac:spMkLst>
          </pc:spChg>
          <pc:picChg chg="add mod">
            <ac:chgData name="Rob Heathcote" userId="62419938-1f1d-43ca-9327-cfd6c1894440" providerId="ADAL" clId="{7624F55A-EC4B-4536-BEBE-E5D3CD48B47C}" dt="2020-03-10T08:03:31.452" v="4" actId="962"/>
            <ac:picMkLst>
              <pc:docMk/>
              <pc:sldMasterMk cId="3316734550" sldId="2147483648"/>
              <pc:sldLayoutMk cId="3886385901" sldId="2147483649"/>
              <ac:picMk id="3" creationId="{90D79972-1D78-4B93-86F2-49F1846CCBA9}"/>
            </ac:picMkLst>
          </pc:picChg>
          <pc:picChg chg="del">
            <ac:chgData name="Rob Heathcote" userId="62419938-1f1d-43ca-9327-cfd6c1894440" providerId="ADAL" clId="{7624F55A-EC4B-4536-BEBE-E5D3CD48B47C}" dt="2020-03-10T08:03:22.889" v="0" actId="478"/>
            <ac:picMkLst>
              <pc:docMk/>
              <pc:sldMasterMk cId="3316734550" sldId="2147483648"/>
              <pc:sldLayoutMk cId="3886385901" sldId="2147483649"/>
              <ac:picMk id="8" creationId="{00000000-0000-0000-0000-000000000000}"/>
            </ac:picMkLst>
          </pc:picChg>
          <pc:picChg chg="del">
            <ac:chgData name="Rob Heathcote" userId="62419938-1f1d-43ca-9327-cfd6c1894440" providerId="ADAL" clId="{7624F55A-EC4B-4536-BEBE-E5D3CD48B47C}" dt="2020-03-10T08:03:24.023" v="1" actId="478"/>
            <ac:picMkLst>
              <pc:docMk/>
              <pc:sldMasterMk cId="3316734550" sldId="2147483648"/>
              <pc:sldLayoutMk cId="3886385901" sldId="2147483649"/>
              <ac:picMk id="9" creationId="{00000000-0000-0000-0000-000000000000}"/>
            </ac:picMkLst>
          </pc:picChg>
          <pc:cxnChg chg="del">
            <ac:chgData name="Rob Heathcote" userId="62419938-1f1d-43ca-9327-cfd6c1894440" providerId="ADAL" clId="{7624F55A-EC4B-4536-BEBE-E5D3CD48B47C}" dt="2020-03-10T08:03:22.889" v="0" actId="478"/>
            <ac:cxnSpMkLst>
              <pc:docMk/>
              <pc:sldMasterMk cId="3316734550" sldId="2147483648"/>
              <pc:sldLayoutMk cId="3886385901" sldId="2147483649"/>
              <ac:cxnSpMk id="14" creationId="{00000000-0000-0000-0000-000000000000}"/>
            </ac:cxnSpMkLst>
          </pc:cxnChg>
        </pc:sldLayoutChg>
        <pc:sldLayoutChg chg="addSp delSp modSp">
          <pc:chgData name="Rob Heathcote" userId="62419938-1f1d-43ca-9327-cfd6c1894440" providerId="ADAL" clId="{7624F55A-EC4B-4536-BEBE-E5D3CD48B47C}" dt="2020-03-10T08:05:05.478" v="29" actId="20577"/>
          <pc:sldLayoutMkLst>
            <pc:docMk/>
            <pc:sldMasterMk cId="3316734550" sldId="2147483648"/>
            <pc:sldLayoutMk cId="2849720375" sldId="2147483652"/>
          </pc:sldLayoutMkLst>
          <pc:spChg chg="del">
            <ac:chgData name="Rob Heathcote" userId="62419938-1f1d-43ca-9327-cfd6c1894440" providerId="ADAL" clId="{7624F55A-EC4B-4536-BEBE-E5D3CD48B47C}" dt="2020-03-10T08:05:02.686" v="23" actId="478"/>
            <ac:spMkLst>
              <pc:docMk/>
              <pc:sldMasterMk cId="3316734550" sldId="2147483648"/>
              <pc:sldLayoutMk cId="2849720375" sldId="2147483652"/>
              <ac:spMk id="3" creationId="{00000000-0000-0000-0000-000000000000}"/>
            </ac:spMkLst>
          </pc:spChg>
          <pc:spChg chg="mod">
            <ac:chgData name="Rob Heathcote" userId="62419938-1f1d-43ca-9327-cfd6c1894440" providerId="ADAL" clId="{7624F55A-EC4B-4536-BEBE-E5D3CD48B47C}" dt="2020-03-10T08:04:31.651" v="19"/>
            <ac:spMkLst>
              <pc:docMk/>
              <pc:sldMasterMk cId="3316734550" sldId="2147483648"/>
              <pc:sldLayoutMk cId="2849720375" sldId="2147483652"/>
              <ac:spMk id="8" creationId="{00000000-0000-0000-0000-000000000000}"/>
            </ac:spMkLst>
          </pc:spChg>
          <pc:spChg chg="add mod">
            <ac:chgData name="Rob Heathcote" userId="62419938-1f1d-43ca-9327-cfd6c1894440" providerId="ADAL" clId="{7624F55A-EC4B-4536-BEBE-E5D3CD48B47C}" dt="2020-03-10T08:05:05.478" v="29" actId="20577"/>
            <ac:spMkLst>
              <pc:docMk/>
              <pc:sldMasterMk cId="3316734550" sldId="2147483648"/>
              <pc:sldLayoutMk cId="2849720375" sldId="2147483652"/>
              <ac:spMk id="11" creationId="{DE792332-0D8B-4D0F-BACD-CEA10A552FED}"/>
            </ac:spMkLst>
          </pc:spChg>
          <pc:picChg chg="del">
            <ac:chgData name="Rob Heathcote" userId="62419938-1f1d-43ca-9327-cfd6c1894440" providerId="ADAL" clId="{7624F55A-EC4B-4536-BEBE-E5D3CD48B47C}" dt="2020-03-10T08:05:02.686" v="23" actId="478"/>
            <ac:picMkLst>
              <pc:docMk/>
              <pc:sldMasterMk cId="3316734550" sldId="2147483648"/>
              <pc:sldLayoutMk cId="2849720375" sldId="2147483652"/>
              <ac:picMk id="9" creationId="{00000000-0000-0000-0000-000000000000}"/>
            </ac:picMkLst>
          </pc:picChg>
          <pc:picChg chg="add">
            <ac:chgData name="Rob Heathcote" userId="62419938-1f1d-43ca-9327-cfd6c1894440" providerId="ADAL" clId="{7624F55A-EC4B-4536-BEBE-E5D3CD48B47C}" dt="2020-03-10T08:05:02.951" v="24"/>
            <ac:picMkLst>
              <pc:docMk/>
              <pc:sldMasterMk cId="3316734550" sldId="2147483648"/>
              <pc:sldLayoutMk cId="2849720375" sldId="2147483652"/>
              <ac:picMk id="10" creationId="{2FBC2F8D-3F89-4D26-8C4E-31AC687CB25D}"/>
            </ac:picMkLst>
          </pc:picChg>
        </pc:sldLayoutChg>
        <pc:sldLayoutChg chg="addSp delSp modSp">
          <pc:chgData name="Rob Heathcote" userId="62419938-1f1d-43ca-9327-cfd6c1894440" providerId="ADAL" clId="{7624F55A-EC4B-4536-BEBE-E5D3CD48B47C}" dt="2020-03-10T08:05:12.418" v="31"/>
          <pc:sldLayoutMkLst>
            <pc:docMk/>
            <pc:sldMasterMk cId="3316734550" sldId="2147483648"/>
            <pc:sldLayoutMk cId="4180777422" sldId="2147483653"/>
          </pc:sldLayoutMkLst>
          <pc:spChg chg="add">
            <ac:chgData name="Rob Heathcote" userId="62419938-1f1d-43ca-9327-cfd6c1894440" providerId="ADAL" clId="{7624F55A-EC4B-4536-BEBE-E5D3CD48B47C}" dt="2020-03-10T08:05:12.418" v="31"/>
            <ac:spMkLst>
              <pc:docMk/>
              <pc:sldMasterMk cId="3316734550" sldId="2147483648"/>
              <pc:sldLayoutMk cId="4180777422" sldId="2147483653"/>
              <ac:spMk id="9" creationId="{80AF52B0-71FF-4CA8-B347-B2975381DBCD}"/>
            </ac:spMkLst>
          </pc:spChg>
          <pc:spChg chg="mod">
            <ac:chgData name="Rob Heathcote" userId="62419938-1f1d-43ca-9327-cfd6c1894440" providerId="ADAL" clId="{7624F55A-EC4B-4536-BEBE-E5D3CD48B47C}" dt="2020-03-10T08:04:30.252" v="18"/>
            <ac:spMkLst>
              <pc:docMk/>
              <pc:sldMasterMk cId="3316734550" sldId="2147483648"/>
              <pc:sldLayoutMk cId="4180777422" sldId="2147483653"/>
              <ac:spMk id="27" creationId="{00000000-0000-0000-0000-000000000000}"/>
            </ac:spMkLst>
          </pc:spChg>
          <pc:spChg chg="del">
            <ac:chgData name="Rob Heathcote" userId="62419938-1f1d-43ca-9327-cfd6c1894440" providerId="ADAL" clId="{7624F55A-EC4B-4536-BEBE-E5D3CD48B47C}" dt="2020-03-10T08:05:12.191" v="30" actId="478"/>
            <ac:spMkLst>
              <pc:docMk/>
              <pc:sldMasterMk cId="3316734550" sldId="2147483648"/>
              <pc:sldLayoutMk cId="4180777422" sldId="2147483653"/>
              <ac:spMk id="28" creationId="{00000000-0000-0000-0000-000000000000}"/>
            </ac:spMkLst>
          </pc:spChg>
          <pc:picChg chg="del">
            <ac:chgData name="Rob Heathcote" userId="62419938-1f1d-43ca-9327-cfd6c1894440" providerId="ADAL" clId="{7624F55A-EC4B-4536-BEBE-E5D3CD48B47C}" dt="2020-03-10T08:05:12.191" v="30" actId="478"/>
            <ac:picMkLst>
              <pc:docMk/>
              <pc:sldMasterMk cId="3316734550" sldId="2147483648"/>
              <pc:sldLayoutMk cId="4180777422" sldId="2147483653"/>
              <ac:picMk id="7" creationId="{00000000-0000-0000-0000-000000000000}"/>
            </ac:picMkLst>
          </pc:picChg>
          <pc:picChg chg="add">
            <ac:chgData name="Rob Heathcote" userId="62419938-1f1d-43ca-9327-cfd6c1894440" providerId="ADAL" clId="{7624F55A-EC4B-4536-BEBE-E5D3CD48B47C}" dt="2020-03-10T08:05:12.418" v="31"/>
            <ac:picMkLst>
              <pc:docMk/>
              <pc:sldMasterMk cId="3316734550" sldId="2147483648"/>
              <pc:sldLayoutMk cId="4180777422" sldId="2147483653"/>
              <ac:picMk id="8" creationId="{2CDD1C7C-4D26-4764-BA4A-DFC95FD25F15}"/>
            </ac:picMkLst>
          </pc:picChg>
        </pc:sldLayoutChg>
        <pc:sldLayoutChg chg="addSp delSp modSp">
          <pc:chgData name="Rob Heathcote" userId="62419938-1f1d-43ca-9327-cfd6c1894440" providerId="ADAL" clId="{7624F55A-EC4B-4536-BEBE-E5D3CD48B47C}" dt="2020-03-10T08:05:15.053" v="33"/>
          <pc:sldLayoutMkLst>
            <pc:docMk/>
            <pc:sldMasterMk cId="3316734550" sldId="2147483648"/>
            <pc:sldLayoutMk cId="2400860605" sldId="2147483655"/>
          </pc:sldLayoutMkLst>
          <pc:spChg chg="add">
            <ac:chgData name="Rob Heathcote" userId="62419938-1f1d-43ca-9327-cfd6c1894440" providerId="ADAL" clId="{7624F55A-EC4B-4536-BEBE-E5D3CD48B47C}" dt="2020-03-10T08:05:15.053" v="33"/>
            <ac:spMkLst>
              <pc:docMk/>
              <pc:sldMasterMk cId="3316734550" sldId="2147483648"/>
              <pc:sldLayoutMk cId="2400860605" sldId="2147483655"/>
              <ac:spMk id="9" creationId="{471B1337-B0FE-4764-8A67-6F29368C29FF}"/>
            </ac:spMkLst>
          </pc:spChg>
          <pc:spChg chg="mod">
            <ac:chgData name="Rob Heathcote" userId="62419938-1f1d-43ca-9327-cfd6c1894440" providerId="ADAL" clId="{7624F55A-EC4B-4536-BEBE-E5D3CD48B47C}" dt="2020-03-10T08:04:28.909" v="17"/>
            <ac:spMkLst>
              <pc:docMk/>
              <pc:sldMasterMk cId="3316734550" sldId="2147483648"/>
              <pc:sldLayoutMk cId="2400860605" sldId="2147483655"/>
              <ac:spMk id="26" creationId="{00000000-0000-0000-0000-000000000000}"/>
            </ac:spMkLst>
          </pc:spChg>
          <pc:spChg chg="del">
            <ac:chgData name="Rob Heathcote" userId="62419938-1f1d-43ca-9327-cfd6c1894440" providerId="ADAL" clId="{7624F55A-EC4B-4536-BEBE-E5D3CD48B47C}" dt="2020-03-10T08:05:14.822" v="32" actId="478"/>
            <ac:spMkLst>
              <pc:docMk/>
              <pc:sldMasterMk cId="3316734550" sldId="2147483648"/>
              <pc:sldLayoutMk cId="2400860605" sldId="2147483655"/>
              <ac:spMk id="27" creationId="{00000000-0000-0000-0000-000000000000}"/>
            </ac:spMkLst>
          </pc:spChg>
          <pc:picChg chg="del">
            <ac:chgData name="Rob Heathcote" userId="62419938-1f1d-43ca-9327-cfd6c1894440" providerId="ADAL" clId="{7624F55A-EC4B-4536-BEBE-E5D3CD48B47C}" dt="2020-03-10T08:05:14.822" v="32" actId="478"/>
            <ac:picMkLst>
              <pc:docMk/>
              <pc:sldMasterMk cId="3316734550" sldId="2147483648"/>
              <pc:sldLayoutMk cId="2400860605" sldId="2147483655"/>
              <ac:picMk id="7" creationId="{00000000-0000-0000-0000-000000000000}"/>
            </ac:picMkLst>
          </pc:picChg>
          <pc:picChg chg="add">
            <ac:chgData name="Rob Heathcote" userId="62419938-1f1d-43ca-9327-cfd6c1894440" providerId="ADAL" clId="{7624F55A-EC4B-4536-BEBE-E5D3CD48B47C}" dt="2020-03-10T08:05:15.053" v="33"/>
            <ac:picMkLst>
              <pc:docMk/>
              <pc:sldMasterMk cId="3316734550" sldId="2147483648"/>
              <pc:sldLayoutMk cId="2400860605" sldId="2147483655"/>
              <ac:picMk id="8" creationId="{F49E5A5D-596B-4413-BCAA-7E13D4C769AF}"/>
            </ac:picMkLst>
          </pc:picChg>
        </pc:sldLayoutChg>
        <pc:sldLayoutChg chg="addSp delSp modSp">
          <pc:chgData name="Rob Heathcote" userId="62419938-1f1d-43ca-9327-cfd6c1894440" providerId="ADAL" clId="{7624F55A-EC4B-4536-BEBE-E5D3CD48B47C}" dt="2020-03-10T08:05:17.522" v="35"/>
          <pc:sldLayoutMkLst>
            <pc:docMk/>
            <pc:sldMasterMk cId="3316734550" sldId="2147483648"/>
            <pc:sldLayoutMk cId="3315833090" sldId="2147483656"/>
          </pc:sldLayoutMkLst>
          <pc:spChg chg="add">
            <ac:chgData name="Rob Heathcote" userId="62419938-1f1d-43ca-9327-cfd6c1894440" providerId="ADAL" clId="{7624F55A-EC4B-4536-BEBE-E5D3CD48B47C}" dt="2020-03-10T08:05:17.522" v="35"/>
            <ac:spMkLst>
              <pc:docMk/>
              <pc:sldMasterMk cId="3316734550" sldId="2147483648"/>
              <pc:sldLayoutMk cId="3315833090" sldId="2147483656"/>
              <ac:spMk id="8" creationId="{8F2116D1-E549-48F3-ACCB-3279561FA168}"/>
            </ac:spMkLst>
          </pc:spChg>
          <pc:spChg chg="mod">
            <ac:chgData name="Rob Heathcote" userId="62419938-1f1d-43ca-9327-cfd6c1894440" providerId="ADAL" clId="{7624F55A-EC4B-4536-BEBE-E5D3CD48B47C}" dt="2020-03-10T08:04:27.488" v="16"/>
            <ac:spMkLst>
              <pc:docMk/>
              <pc:sldMasterMk cId="3316734550" sldId="2147483648"/>
              <pc:sldLayoutMk cId="3315833090" sldId="2147483656"/>
              <ac:spMk id="25" creationId="{00000000-0000-0000-0000-000000000000}"/>
            </ac:spMkLst>
          </pc:spChg>
          <pc:spChg chg="del">
            <ac:chgData name="Rob Heathcote" userId="62419938-1f1d-43ca-9327-cfd6c1894440" providerId="ADAL" clId="{7624F55A-EC4B-4536-BEBE-E5D3CD48B47C}" dt="2020-03-10T08:05:17.254" v="34" actId="478"/>
            <ac:spMkLst>
              <pc:docMk/>
              <pc:sldMasterMk cId="3316734550" sldId="2147483648"/>
              <pc:sldLayoutMk cId="3315833090" sldId="2147483656"/>
              <ac:spMk id="26" creationId="{00000000-0000-0000-0000-000000000000}"/>
            </ac:spMkLst>
          </pc:spChg>
          <pc:picChg chg="del">
            <ac:chgData name="Rob Heathcote" userId="62419938-1f1d-43ca-9327-cfd6c1894440" providerId="ADAL" clId="{7624F55A-EC4B-4536-BEBE-E5D3CD48B47C}" dt="2020-03-10T08:05:17.254" v="34" actId="478"/>
            <ac:picMkLst>
              <pc:docMk/>
              <pc:sldMasterMk cId="3316734550" sldId="2147483648"/>
              <pc:sldLayoutMk cId="3315833090" sldId="2147483656"/>
              <ac:picMk id="6" creationId="{00000000-0000-0000-0000-000000000000}"/>
            </ac:picMkLst>
          </pc:picChg>
          <pc:picChg chg="add">
            <ac:chgData name="Rob Heathcote" userId="62419938-1f1d-43ca-9327-cfd6c1894440" providerId="ADAL" clId="{7624F55A-EC4B-4536-BEBE-E5D3CD48B47C}" dt="2020-03-10T08:05:17.522" v="35"/>
            <ac:picMkLst>
              <pc:docMk/>
              <pc:sldMasterMk cId="3316734550" sldId="2147483648"/>
              <pc:sldLayoutMk cId="3315833090" sldId="2147483656"/>
              <ac:picMk id="7" creationId="{FC7DA4C8-9C3D-4123-AEFC-9CE207D135A5}"/>
            </ac:picMkLst>
          </pc:picChg>
        </pc:sldLayoutChg>
        <pc:sldLayoutChg chg="addSp delSp modSp setBg">
          <pc:chgData name="Rob Heathcote" userId="62419938-1f1d-43ca-9327-cfd6c1894440" providerId="ADAL" clId="{7624F55A-EC4B-4536-BEBE-E5D3CD48B47C}" dt="2020-03-10T08:06:08.485" v="40" actId="14100"/>
          <pc:sldLayoutMkLst>
            <pc:docMk/>
            <pc:sldMasterMk cId="3316734550" sldId="2147483648"/>
            <pc:sldLayoutMk cId="393927180" sldId="2147483664"/>
          </pc:sldLayoutMkLst>
          <pc:spChg chg="mod">
            <ac:chgData name="Rob Heathcote" userId="62419938-1f1d-43ca-9327-cfd6c1894440" providerId="ADAL" clId="{7624F55A-EC4B-4536-BEBE-E5D3CD48B47C}" dt="2020-03-10T08:04:40.974" v="20" actId="207"/>
            <ac:spMkLst>
              <pc:docMk/>
              <pc:sldMasterMk cId="3316734550" sldId="2147483648"/>
              <pc:sldLayoutMk cId="393927180" sldId="2147483664"/>
              <ac:spMk id="10" creationId="{00000000-0000-0000-0000-000000000000}"/>
            </ac:spMkLst>
          </pc:spChg>
          <pc:picChg chg="add del">
            <ac:chgData name="Rob Heathcote" userId="62419938-1f1d-43ca-9327-cfd6c1894440" providerId="ADAL" clId="{7624F55A-EC4B-4536-BEBE-E5D3CD48B47C}" dt="2020-03-10T08:04:04.806" v="9" actId="478"/>
            <ac:picMkLst>
              <pc:docMk/>
              <pc:sldMasterMk cId="3316734550" sldId="2147483648"/>
              <pc:sldLayoutMk cId="393927180" sldId="2147483664"/>
              <ac:picMk id="5" creationId="{4A8C92EF-DFDD-4C0F-A96A-E4C714EDFB63}"/>
            </ac:picMkLst>
          </pc:picChg>
          <pc:cxnChg chg="mod">
            <ac:chgData name="Rob Heathcote" userId="62419938-1f1d-43ca-9327-cfd6c1894440" providerId="ADAL" clId="{7624F55A-EC4B-4536-BEBE-E5D3CD48B47C}" dt="2020-03-10T08:06:08.485" v="40" actId="14100"/>
            <ac:cxnSpMkLst>
              <pc:docMk/>
              <pc:sldMasterMk cId="3316734550" sldId="2147483648"/>
              <pc:sldLayoutMk cId="393927180" sldId="2147483664"/>
              <ac:cxnSpMk id="9" creationId="{00000000-0000-0000-0000-000000000000}"/>
            </ac:cxnSpMkLst>
          </pc:cxnChg>
        </pc:sldLayoutChg>
        <pc:sldLayoutChg chg="addSp delSp modSp">
          <pc:chgData name="Rob Heathcote" userId="62419938-1f1d-43ca-9327-cfd6c1894440" providerId="ADAL" clId="{7624F55A-EC4B-4536-BEBE-E5D3CD48B47C}" dt="2020-03-10T08:05:20.381" v="37"/>
          <pc:sldLayoutMkLst>
            <pc:docMk/>
            <pc:sldMasterMk cId="3316734550" sldId="2147483648"/>
            <pc:sldLayoutMk cId="78951202" sldId="2147483665"/>
          </pc:sldLayoutMkLst>
          <pc:spChg chg="mod">
            <ac:chgData name="Rob Heathcote" userId="62419938-1f1d-43ca-9327-cfd6c1894440" providerId="ADAL" clId="{7624F55A-EC4B-4536-BEBE-E5D3CD48B47C}" dt="2020-03-10T08:04:22.777" v="15" actId="20577"/>
            <ac:spMkLst>
              <pc:docMk/>
              <pc:sldMasterMk cId="3316734550" sldId="2147483648"/>
              <pc:sldLayoutMk cId="78951202" sldId="2147483665"/>
              <ac:spMk id="8" creationId="{00000000-0000-0000-0000-000000000000}"/>
            </ac:spMkLst>
          </pc:spChg>
          <pc:spChg chg="add">
            <ac:chgData name="Rob Heathcote" userId="62419938-1f1d-43ca-9327-cfd6c1894440" providerId="ADAL" clId="{7624F55A-EC4B-4536-BEBE-E5D3CD48B47C}" dt="2020-03-10T08:05:20.381" v="37"/>
            <ac:spMkLst>
              <pc:docMk/>
              <pc:sldMasterMk cId="3316734550" sldId="2147483648"/>
              <pc:sldLayoutMk cId="78951202" sldId="2147483665"/>
              <ac:spMk id="9" creationId="{40C0086F-3412-4B9E-93F6-E64240E79B2B}"/>
            </ac:spMkLst>
          </pc:spChg>
          <pc:spChg chg="del">
            <ac:chgData name="Rob Heathcote" userId="62419938-1f1d-43ca-9327-cfd6c1894440" providerId="ADAL" clId="{7624F55A-EC4B-4536-BEBE-E5D3CD48B47C}" dt="2020-03-10T08:05:20.150" v="36" actId="478"/>
            <ac:spMkLst>
              <pc:docMk/>
              <pc:sldMasterMk cId="3316734550" sldId="2147483648"/>
              <pc:sldLayoutMk cId="78951202" sldId="2147483665"/>
              <ac:spMk id="28" creationId="{00000000-0000-0000-0000-000000000000}"/>
            </ac:spMkLst>
          </pc:spChg>
          <pc:picChg chg="add">
            <ac:chgData name="Rob Heathcote" userId="62419938-1f1d-43ca-9327-cfd6c1894440" providerId="ADAL" clId="{7624F55A-EC4B-4536-BEBE-E5D3CD48B47C}" dt="2020-03-10T08:05:20.381" v="37"/>
            <ac:picMkLst>
              <pc:docMk/>
              <pc:sldMasterMk cId="3316734550" sldId="2147483648"/>
              <pc:sldLayoutMk cId="78951202" sldId="2147483665"/>
              <ac:picMk id="6" creationId="{5EE2D977-6F16-4376-BD59-07DBBB7F4A8F}"/>
            </ac:picMkLst>
          </pc:picChg>
          <pc:picChg chg="del">
            <ac:chgData name="Rob Heathcote" userId="62419938-1f1d-43ca-9327-cfd6c1894440" providerId="ADAL" clId="{7624F55A-EC4B-4536-BEBE-E5D3CD48B47C}" dt="2020-03-10T08:05:20.150" v="36" actId="478"/>
            <ac:picMkLst>
              <pc:docMk/>
              <pc:sldMasterMk cId="3316734550" sldId="2147483648"/>
              <pc:sldLayoutMk cId="78951202" sldId="2147483665"/>
              <ac:picMk id="7" creationId="{00000000-0000-0000-0000-000000000000}"/>
            </ac:picMkLst>
          </pc:picChg>
        </pc:sldLayoutChg>
        <pc:sldLayoutChg chg="addSp delSp modSp setBg">
          <pc:chgData name="Rob Heathcote" userId="62419938-1f1d-43ca-9327-cfd6c1894440" providerId="ADAL" clId="{7624F55A-EC4B-4536-BEBE-E5D3CD48B47C}" dt="2020-03-10T08:04:46.744" v="22" actId="478"/>
          <pc:sldLayoutMkLst>
            <pc:docMk/>
            <pc:sldMasterMk cId="3316734550" sldId="2147483648"/>
            <pc:sldLayoutMk cId="1504358022" sldId="2147483666"/>
          </pc:sldLayoutMkLst>
          <pc:spChg chg="mod">
            <ac:chgData name="Rob Heathcote" userId="62419938-1f1d-43ca-9327-cfd6c1894440" providerId="ADAL" clId="{7624F55A-EC4B-4536-BEBE-E5D3CD48B47C}" dt="2020-03-10T08:04:44.728" v="21" actId="207"/>
            <ac:spMkLst>
              <pc:docMk/>
              <pc:sldMasterMk cId="3316734550" sldId="2147483648"/>
              <pc:sldLayoutMk cId="1504358022" sldId="2147483666"/>
              <ac:spMk id="10" creationId="{00000000-0000-0000-0000-000000000000}"/>
            </ac:spMkLst>
          </pc:spChg>
          <pc:picChg chg="add del">
            <ac:chgData name="Rob Heathcote" userId="62419938-1f1d-43ca-9327-cfd6c1894440" providerId="ADAL" clId="{7624F55A-EC4B-4536-BEBE-E5D3CD48B47C}" dt="2020-03-10T08:04:46.744" v="22" actId="478"/>
            <ac:picMkLst>
              <pc:docMk/>
              <pc:sldMasterMk cId="3316734550" sldId="2147483648"/>
              <pc:sldLayoutMk cId="1504358022" sldId="2147483666"/>
              <ac:picMk id="1026" creationId="{819DDE15-C85E-47CA-8B06-18EA10518D28}"/>
            </ac:picMkLst>
          </pc:picChg>
        </pc:sldLayoutChg>
        <pc:sldLayoutChg chg="addSp delSp">
          <pc:chgData name="Rob Heathcote" userId="62419938-1f1d-43ca-9327-cfd6c1894440" providerId="ADAL" clId="{7624F55A-EC4B-4536-BEBE-E5D3CD48B47C}" dt="2020-03-10T08:12:18.558" v="74" actId="478"/>
          <pc:sldLayoutMkLst>
            <pc:docMk/>
            <pc:sldMasterMk cId="3316734550" sldId="2147483648"/>
            <pc:sldLayoutMk cId="2777079279" sldId="2147483667"/>
          </pc:sldLayoutMkLst>
          <pc:picChg chg="del">
            <ac:chgData name="Rob Heathcote" userId="62419938-1f1d-43ca-9327-cfd6c1894440" providerId="ADAL" clId="{7624F55A-EC4B-4536-BEBE-E5D3CD48B47C}" dt="2020-03-10T08:12:18.558" v="74" actId="478"/>
            <ac:picMkLst>
              <pc:docMk/>
              <pc:sldMasterMk cId="3316734550" sldId="2147483648"/>
              <pc:sldLayoutMk cId="2777079279" sldId="2147483667"/>
              <ac:picMk id="6" creationId="{00000000-0000-0000-0000-000000000000}"/>
            </ac:picMkLst>
          </pc:picChg>
          <pc:picChg chg="add">
            <ac:chgData name="Rob Heathcote" userId="62419938-1f1d-43ca-9327-cfd6c1894440" providerId="ADAL" clId="{7624F55A-EC4B-4536-BEBE-E5D3CD48B47C}" dt="2020-03-10T08:05:34.832" v="38"/>
            <ac:picMkLst>
              <pc:docMk/>
              <pc:sldMasterMk cId="3316734550" sldId="2147483648"/>
              <pc:sldLayoutMk cId="2777079279" sldId="2147483667"/>
              <ac:picMk id="9" creationId="{2A9D23ED-1231-40B3-AFDB-76E9B7AC9572}"/>
            </ac:picMkLst>
          </pc:picChg>
        </pc:sldLayoutChg>
      </pc:sldMasterChg>
    </pc:docChg>
  </pc:docChgLst>
  <pc:docChgLst>
    <pc:chgData name="Leonora Sheppard" userId="3688f6d8-1f97-408e-a4fe-cc859c551ddb" providerId="ADAL" clId="{EC2C6EE5-045C-4C8C-B1CE-489206297EC0}"/>
    <pc:docChg chg="modSld">
      <pc:chgData name="Leonora Sheppard" userId="3688f6d8-1f97-408e-a4fe-cc859c551ddb" providerId="ADAL" clId="{EC2C6EE5-045C-4C8C-B1CE-489206297EC0}" dt="2021-07-21T15:29:51.714" v="2" actId="20577"/>
      <pc:docMkLst>
        <pc:docMk/>
      </pc:docMkLst>
      <pc:sldChg chg="modSp mod">
        <pc:chgData name="Leonora Sheppard" userId="3688f6d8-1f97-408e-a4fe-cc859c551ddb" providerId="ADAL" clId="{EC2C6EE5-045C-4C8C-B1CE-489206297EC0}" dt="2021-07-21T15:23:53.241" v="0" actId="14100"/>
        <pc:sldMkLst>
          <pc:docMk/>
          <pc:sldMk cId="3236221385" sldId="263"/>
        </pc:sldMkLst>
        <pc:spChg chg="mod">
          <ac:chgData name="Leonora Sheppard" userId="3688f6d8-1f97-408e-a4fe-cc859c551ddb" providerId="ADAL" clId="{EC2C6EE5-045C-4C8C-B1CE-489206297EC0}" dt="2021-07-21T15:23:53.241" v="0" actId="14100"/>
          <ac:spMkLst>
            <pc:docMk/>
            <pc:sldMk cId="3236221385" sldId="263"/>
            <ac:spMk id="4" creationId="{00000000-0000-0000-0000-000000000000}"/>
          </ac:spMkLst>
        </pc:spChg>
      </pc:sldChg>
      <pc:sldChg chg="modSp mod">
        <pc:chgData name="Leonora Sheppard" userId="3688f6d8-1f97-408e-a4fe-cc859c551ddb" providerId="ADAL" clId="{EC2C6EE5-045C-4C8C-B1CE-489206297EC0}" dt="2021-07-21T15:24:48.005" v="1" actId="20577"/>
        <pc:sldMkLst>
          <pc:docMk/>
          <pc:sldMk cId="3323362349" sldId="277"/>
        </pc:sldMkLst>
        <pc:spChg chg="mod">
          <ac:chgData name="Leonora Sheppard" userId="3688f6d8-1f97-408e-a4fe-cc859c551ddb" providerId="ADAL" clId="{EC2C6EE5-045C-4C8C-B1CE-489206297EC0}" dt="2021-07-21T15:24:48.005" v="1" actId="20577"/>
          <ac:spMkLst>
            <pc:docMk/>
            <pc:sldMk cId="3323362349" sldId="277"/>
            <ac:spMk id="3" creationId="{00000000-0000-0000-0000-000000000000}"/>
          </ac:spMkLst>
        </pc:spChg>
      </pc:sldChg>
      <pc:sldChg chg="modSp mod">
        <pc:chgData name="Leonora Sheppard" userId="3688f6d8-1f97-408e-a4fe-cc859c551ddb" providerId="ADAL" clId="{EC2C6EE5-045C-4C8C-B1CE-489206297EC0}" dt="2021-07-21T15:29:51.714" v="2" actId="20577"/>
        <pc:sldMkLst>
          <pc:docMk/>
          <pc:sldMk cId="2848832626" sldId="280"/>
        </pc:sldMkLst>
        <pc:spChg chg="mod">
          <ac:chgData name="Leonora Sheppard" userId="3688f6d8-1f97-408e-a4fe-cc859c551ddb" providerId="ADAL" clId="{EC2C6EE5-045C-4C8C-B1CE-489206297EC0}" dt="2021-07-21T15:29:51.714" v="2" actId="20577"/>
          <ac:spMkLst>
            <pc:docMk/>
            <pc:sldMk cId="2848832626" sldId="280"/>
            <ac:spMk id="3" creationId="{2A83CD5B-1742-4446-8CAB-7E186658E757}"/>
          </ac:spMkLst>
        </pc:spChg>
      </pc:sldChg>
    </pc:docChg>
  </pc:docChgLst>
  <pc:docChgLst>
    <pc:chgData name="Mike Bloys" userId="1248c4d8-7b2b-4b32-b8bd-163ae845f9bb" providerId="ADAL" clId="{45366587-D478-4EA7-9FCA-1829B904B16D}"/>
    <pc:docChg chg="modMainMaster">
      <pc:chgData name="Mike Bloys" userId="1248c4d8-7b2b-4b32-b8bd-163ae845f9bb" providerId="ADAL" clId="{45366587-D478-4EA7-9FCA-1829B904B16D}" dt="2021-08-17T10:27:06.033" v="0" actId="14826"/>
      <pc:docMkLst>
        <pc:docMk/>
      </pc:docMkLst>
      <pc:sldMasterChg chg="modSldLayout">
        <pc:chgData name="Mike Bloys" userId="1248c4d8-7b2b-4b32-b8bd-163ae845f9bb" providerId="ADAL" clId="{45366587-D478-4EA7-9FCA-1829B904B16D}" dt="2021-08-17T10:27:06.033" v="0" actId="14826"/>
        <pc:sldMasterMkLst>
          <pc:docMk/>
          <pc:sldMasterMk cId="3316734550" sldId="2147483648"/>
        </pc:sldMasterMkLst>
        <pc:sldLayoutChg chg="modSp">
          <pc:chgData name="Mike Bloys" userId="1248c4d8-7b2b-4b32-b8bd-163ae845f9bb" providerId="ADAL" clId="{45366587-D478-4EA7-9FCA-1829B904B16D}" dt="2021-08-17T10:27:06.033" v="0" actId="14826"/>
          <pc:sldLayoutMkLst>
            <pc:docMk/>
            <pc:sldMasterMk cId="3316734550" sldId="2147483648"/>
            <pc:sldLayoutMk cId="3886385901" sldId="2147483649"/>
          </pc:sldLayoutMkLst>
          <pc:picChg chg="mod">
            <ac:chgData name="Mike Bloys" userId="1248c4d8-7b2b-4b32-b8bd-163ae845f9bb" providerId="ADAL" clId="{45366587-D478-4EA7-9FCA-1829B904B16D}" dt="2021-08-17T10:27:06.033" v="0" actId="14826"/>
            <ac:picMkLst>
              <pc:docMk/>
              <pc:sldMasterMk cId="3316734550" sldId="2147483648"/>
              <pc:sldLayoutMk cId="3886385901" sldId="2147483649"/>
              <ac:picMk id="3" creationId="{90D79972-1D78-4B93-86F2-49F1846CCBA9}"/>
            </ac:picMkLst>
          </pc:picChg>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756C703-0827-4D98-8015-40DEE3C186A7}" type="datetimeFigureOut">
              <a:rPr lang="en-GB" smtClean="0"/>
              <a:t>17/08/2021</a:t>
            </a:fld>
            <a:endParaRPr lang="en-GB"/>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9798D5B-57F4-4A7F-8DDC-A432FF1B0DAA}" type="slidenum">
              <a:rPr lang="en-GB" smtClean="0"/>
              <a:t>‹#›</a:t>
            </a:fld>
            <a:endParaRPr lang="en-GB"/>
          </a:p>
        </p:txBody>
      </p:sp>
    </p:spTree>
    <p:extLst>
      <p:ext uri="{BB962C8B-B14F-4D97-AF65-F5344CB8AC3E}">
        <p14:creationId xmlns:p14="http://schemas.microsoft.com/office/powerpoint/2010/main" val="8043815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69798D5B-57F4-4A7F-8DDC-A432FF1B0DAA}" type="slidenum">
              <a:rPr lang="en-GB" smtClean="0"/>
              <a:t>4</a:t>
            </a:fld>
            <a:endParaRPr lang="en-GB"/>
          </a:p>
        </p:txBody>
      </p:sp>
    </p:spTree>
    <p:extLst>
      <p:ext uri="{BB962C8B-B14F-4D97-AF65-F5344CB8AC3E}">
        <p14:creationId xmlns:p14="http://schemas.microsoft.com/office/powerpoint/2010/main" val="354954162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69798D5B-57F4-4A7F-8DDC-A432FF1B0DAA}" type="slidenum">
              <a:rPr lang="en-GB" smtClean="0"/>
              <a:t>15</a:t>
            </a:fld>
            <a:endParaRPr lang="en-GB"/>
          </a:p>
        </p:txBody>
      </p:sp>
    </p:spTree>
    <p:extLst>
      <p:ext uri="{BB962C8B-B14F-4D97-AF65-F5344CB8AC3E}">
        <p14:creationId xmlns:p14="http://schemas.microsoft.com/office/powerpoint/2010/main" val="320359900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69798D5B-57F4-4A7F-8DDC-A432FF1B0DAA}" type="slidenum">
              <a:rPr lang="en-GB" smtClean="0"/>
              <a:t>16</a:t>
            </a:fld>
            <a:endParaRPr lang="en-GB"/>
          </a:p>
        </p:txBody>
      </p:sp>
    </p:spTree>
    <p:extLst>
      <p:ext uri="{BB962C8B-B14F-4D97-AF65-F5344CB8AC3E}">
        <p14:creationId xmlns:p14="http://schemas.microsoft.com/office/powerpoint/2010/main" val="372452152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5.pn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2.jpeg"/></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0D79972-1D78-4B93-86F2-49F1846CCBA9}"/>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0" y="0"/>
            <a:ext cx="9144000" cy="6858000"/>
          </a:xfrm>
          <a:prstGeom prst="rect">
            <a:avLst/>
          </a:prstGeom>
        </p:spPr>
      </p:pic>
    </p:spTree>
    <p:extLst>
      <p:ext uri="{BB962C8B-B14F-4D97-AF65-F5344CB8AC3E}">
        <p14:creationId xmlns:p14="http://schemas.microsoft.com/office/powerpoint/2010/main" val="38863859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9_Custom Layout">
    <p:bg>
      <p:bgPr>
        <a:solidFill>
          <a:srgbClr val="58ACA5"/>
        </a:solidFill>
        <a:effectLst/>
      </p:bgPr>
    </p:bg>
    <p:spTree>
      <p:nvGrpSpPr>
        <p:cNvPr id="1" name=""/>
        <p:cNvGrpSpPr/>
        <p:nvPr/>
      </p:nvGrpSpPr>
      <p:grpSpPr>
        <a:xfrm>
          <a:off x="0" y="0"/>
          <a:ext cx="0" cy="0"/>
          <a:chOff x="0" y="0"/>
          <a:chExt cx="0" cy="0"/>
        </a:xfrm>
      </p:grpSpPr>
      <p:cxnSp>
        <p:nvCxnSpPr>
          <p:cNvPr id="8" name="Straight Connector 7"/>
          <p:cNvCxnSpPr>
            <a:cxnSpLocks/>
          </p:cNvCxnSpPr>
          <p:nvPr userDrawn="1"/>
        </p:nvCxnSpPr>
        <p:spPr>
          <a:xfrm>
            <a:off x="584200" y="1702800"/>
            <a:ext cx="0" cy="4329700"/>
          </a:xfrm>
          <a:prstGeom prst="line">
            <a:avLst/>
          </a:prstGeom>
          <a:ln w="28575">
            <a:solidFill>
              <a:schemeClr val="bg1"/>
            </a:solidFill>
          </a:ln>
          <a:effectLst/>
        </p:spPr>
        <p:style>
          <a:lnRef idx="2">
            <a:schemeClr val="accent1"/>
          </a:lnRef>
          <a:fillRef idx="0">
            <a:schemeClr val="accent1"/>
          </a:fillRef>
          <a:effectRef idx="1">
            <a:schemeClr val="accent1"/>
          </a:effectRef>
          <a:fontRef idx="minor">
            <a:schemeClr val="tx1"/>
          </a:fontRef>
        </p:style>
      </p:cxnSp>
      <p:sp>
        <p:nvSpPr>
          <p:cNvPr id="5" name="Text Placeholder 7"/>
          <p:cNvSpPr>
            <a:spLocks noGrp="1"/>
          </p:cNvSpPr>
          <p:nvPr>
            <p:ph type="body" sz="quarter" idx="13"/>
          </p:nvPr>
        </p:nvSpPr>
        <p:spPr>
          <a:xfrm>
            <a:off x="724280" y="906233"/>
            <a:ext cx="7816470" cy="670772"/>
          </a:xfrm>
          <a:prstGeom prst="rect">
            <a:avLst/>
          </a:prstGeom>
        </p:spPr>
        <p:txBody>
          <a:bodyPr lIns="0">
            <a:noAutofit/>
          </a:bodyPr>
          <a:lstStyle>
            <a:lvl1pPr marL="0" indent="0">
              <a:lnSpc>
                <a:spcPts val="3900"/>
              </a:lnSpc>
              <a:spcBef>
                <a:spcPts val="0"/>
              </a:spcBef>
              <a:spcAft>
                <a:spcPts val="1500"/>
              </a:spcAft>
              <a:buNone/>
              <a:defRPr sz="4000" b="1" i="0">
                <a:solidFill>
                  <a:schemeClr val="bg1"/>
                </a:solidFill>
                <a:latin typeface="Arial"/>
                <a:cs typeface="Arial"/>
              </a:defRPr>
            </a:lvl1pPr>
            <a:lvl2pPr marL="457200" indent="-457200">
              <a:lnSpc>
                <a:spcPts val="2500"/>
              </a:lnSpc>
              <a:spcBef>
                <a:spcPts val="0"/>
              </a:spcBef>
              <a:spcAft>
                <a:spcPts val="1000"/>
              </a:spcAft>
              <a:buNone/>
              <a:defRPr sz="4000" b="0">
                <a:solidFill>
                  <a:schemeClr val="tx1">
                    <a:lumMod val="50000"/>
                    <a:lumOff val="50000"/>
                  </a:schemeClr>
                </a:solidFill>
                <a:latin typeface="Arial"/>
                <a:cs typeface="Arial"/>
              </a:defRPr>
            </a:lvl2pPr>
            <a:lvl3pPr marL="0" indent="0">
              <a:lnSpc>
                <a:spcPts val="3600"/>
              </a:lnSpc>
              <a:spcBef>
                <a:spcPts val="0"/>
              </a:spcBef>
              <a:buNone/>
              <a:defRPr sz="3000">
                <a:solidFill>
                  <a:schemeClr val="tx1">
                    <a:lumMod val="50000"/>
                    <a:lumOff val="50000"/>
                  </a:schemeClr>
                </a:solidFill>
                <a:latin typeface="Arial"/>
                <a:cs typeface="Arial"/>
              </a:defRPr>
            </a:lvl3pPr>
          </a:lstStyle>
          <a:p>
            <a:pPr lvl="0"/>
            <a:r>
              <a:rPr lang="en-US"/>
              <a:t>Click to edit Master text styles</a:t>
            </a:r>
          </a:p>
        </p:txBody>
      </p:sp>
      <p:sp>
        <p:nvSpPr>
          <p:cNvPr id="6" name="Text Placeholder 11">
            <a:extLst>
              <a:ext uri="{FF2B5EF4-FFF2-40B4-BE49-F238E27FC236}">
                <a16:creationId xmlns:a16="http://schemas.microsoft.com/office/drawing/2014/main" id="{1C74A5BF-9C05-F945-A711-13841CF3EDC7}"/>
              </a:ext>
            </a:extLst>
          </p:cNvPr>
          <p:cNvSpPr>
            <a:spLocks noGrp="1"/>
          </p:cNvSpPr>
          <p:nvPr>
            <p:ph type="body" sz="quarter" idx="15"/>
          </p:nvPr>
        </p:nvSpPr>
        <p:spPr>
          <a:xfrm>
            <a:off x="724280" y="1704179"/>
            <a:ext cx="7797230" cy="3453607"/>
          </a:xfrm>
          <a:prstGeom prst="rect">
            <a:avLst/>
          </a:prstGeom>
        </p:spPr>
        <p:txBody>
          <a:bodyPr vert="horz" lIns="0" tIns="0"/>
          <a:lstStyle>
            <a:lvl1pPr marL="271463" indent="-271463">
              <a:lnSpc>
                <a:spcPct val="100000"/>
              </a:lnSpc>
              <a:spcBef>
                <a:spcPts val="0"/>
              </a:spcBef>
              <a:spcAft>
                <a:spcPts val="1400"/>
              </a:spcAft>
              <a:buFont typeface="Arial"/>
              <a:buChar char="•"/>
              <a:defRPr sz="2500">
                <a:solidFill>
                  <a:schemeClr val="bg1"/>
                </a:solidFill>
                <a:latin typeface="Arial"/>
                <a:cs typeface="Arial"/>
              </a:defRPr>
            </a:lvl1pPr>
            <a:lvl2pPr marL="723900" indent="-279400">
              <a:lnSpc>
                <a:spcPct val="100000"/>
              </a:lnSpc>
              <a:spcBef>
                <a:spcPts val="0"/>
              </a:spcBef>
              <a:spcAft>
                <a:spcPts val="1200"/>
              </a:spcAft>
              <a:buFont typeface="Arial"/>
              <a:buChar char="•"/>
              <a:defRPr lang="en-US" sz="2000" kern="1200" dirty="0">
                <a:solidFill>
                  <a:schemeClr val="bg1"/>
                </a:solidFill>
                <a:latin typeface="Arial"/>
                <a:ea typeface="+mn-ea"/>
                <a:cs typeface="Arial"/>
              </a:defRPr>
            </a:lvl2pPr>
            <a:lvl3pPr marL="723900" indent="-279400">
              <a:lnSpc>
                <a:spcPct val="100000"/>
              </a:lnSpc>
              <a:spcBef>
                <a:spcPts val="0"/>
              </a:spcBef>
              <a:spcAft>
                <a:spcPts val="1200"/>
              </a:spcAft>
              <a:buFont typeface="Arial"/>
              <a:buChar char="•"/>
              <a:defRPr lang="en-US" sz="2000" kern="1200" baseline="0" dirty="0">
                <a:solidFill>
                  <a:schemeClr val="bg1"/>
                </a:solidFill>
                <a:latin typeface="Arial"/>
                <a:ea typeface="+mn-ea"/>
                <a:cs typeface="Arial"/>
              </a:defRPr>
            </a:lvl3pPr>
          </a:lstStyle>
          <a:p>
            <a:pPr lvl="0"/>
            <a:r>
              <a:rPr lang="en-US" dirty="0"/>
              <a:t>Click to edit Master text styles</a:t>
            </a:r>
          </a:p>
          <a:p>
            <a:pPr lvl="1"/>
            <a:r>
              <a:rPr lang="en-US" dirty="0"/>
              <a:t>Second level</a:t>
            </a:r>
          </a:p>
          <a:p>
            <a:pPr lvl="2"/>
            <a:r>
              <a:rPr lang="en-US" dirty="0"/>
              <a:t>Third level</a:t>
            </a:r>
          </a:p>
        </p:txBody>
      </p:sp>
    </p:spTree>
    <p:extLst>
      <p:ext uri="{BB962C8B-B14F-4D97-AF65-F5344CB8AC3E}">
        <p14:creationId xmlns:p14="http://schemas.microsoft.com/office/powerpoint/2010/main" val="15043580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7_Custom Layout">
    <p:bg>
      <p:bgPr>
        <a:solidFill>
          <a:srgbClr val="0E463C"/>
        </a:solidFill>
        <a:effectLst/>
      </p:bgPr>
    </p:bg>
    <p:spTree>
      <p:nvGrpSpPr>
        <p:cNvPr id="1" name=""/>
        <p:cNvGrpSpPr/>
        <p:nvPr/>
      </p:nvGrpSpPr>
      <p:grpSpPr>
        <a:xfrm>
          <a:off x="0" y="0"/>
          <a:ext cx="0" cy="0"/>
          <a:chOff x="0" y="0"/>
          <a:chExt cx="0" cy="0"/>
        </a:xfrm>
      </p:grpSpPr>
      <p:cxnSp>
        <p:nvCxnSpPr>
          <p:cNvPr id="9" name="Straight Connector 8"/>
          <p:cNvCxnSpPr>
            <a:cxnSpLocks/>
          </p:cNvCxnSpPr>
          <p:nvPr userDrawn="1"/>
        </p:nvCxnSpPr>
        <p:spPr>
          <a:xfrm>
            <a:off x="584200" y="1702800"/>
            <a:ext cx="0" cy="3945525"/>
          </a:xfrm>
          <a:prstGeom prst="line">
            <a:avLst/>
          </a:prstGeom>
          <a:ln w="28575">
            <a:solidFill>
              <a:schemeClr val="bg1"/>
            </a:solidFill>
          </a:ln>
          <a:effectLst/>
        </p:spPr>
        <p:style>
          <a:lnRef idx="2">
            <a:schemeClr val="accent1"/>
          </a:lnRef>
          <a:fillRef idx="0">
            <a:schemeClr val="accent1"/>
          </a:fillRef>
          <a:effectRef idx="1">
            <a:schemeClr val="accent1"/>
          </a:effectRef>
          <a:fontRef idx="minor">
            <a:schemeClr val="tx1"/>
          </a:fontRef>
        </p:style>
      </p:cxnSp>
      <p:sp>
        <p:nvSpPr>
          <p:cNvPr id="6" name="Text Placeholder 7"/>
          <p:cNvSpPr>
            <a:spLocks noGrp="1"/>
          </p:cNvSpPr>
          <p:nvPr>
            <p:ph type="body" sz="quarter" idx="13"/>
          </p:nvPr>
        </p:nvSpPr>
        <p:spPr>
          <a:xfrm>
            <a:off x="724280" y="906233"/>
            <a:ext cx="7816470" cy="670772"/>
          </a:xfrm>
          <a:prstGeom prst="rect">
            <a:avLst/>
          </a:prstGeom>
        </p:spPr>
        <p:txBody>
          <a:bodyPr lIns="0">
            <a:noAutofit/>
          </a:bodyPr>
          <a:lstStyle>
            <a:lvl1pPr marL="0" indent="0">
              <a:lnSpc>
                <a:spcPts val="3900"/>
              </a:lnSpc>
              <a:spcBef>
                <a:spcPts val="0"/>
              </a:spcBef>
              <a:spcAft>
                <a:spcPts val="1500"/>
              </a:spcAft>
              <a:buNone/>
              <a:defRPr sz="4000" b="1" i="0">
                <a:solidFill>
                  <a:schemeClr val="bg1"/>
                </a:solidFill>
                <a:latin typeface="Arial"/>
                <a:cs typeface="Arial"/>
              </a:defRPr>
            </a:lvl1pPr>
            <a:lvl2pPr marL="457200" indent="-457200">
              <a:lnSpc>
                <a:spcPts val="2500"/>
              </a:lnSpc>
              <a:spcBef>
                <a:spcPts val="0"/>
              </a:spcBef>
              <a:spcAft>
                <a:spcPts val="1000"/>
              </a:spcAft>
              <a:buNone/>
              <a:defRPr sz="4000" b="0">
                <a:solidFill>
                  <a:schemeClr val="tx1">
                    <a:lumMod val="50000"/>
                    <a:lumOff val="50000"/>
                  </a:schemeClr>
                </a:solidFill>
                <a:latin typeface="Arial"/>
                <a:cs typeface="Arial"/>
              </a:defRPr>
            </a:lvl2pPr>
            <a:lvl3pPr marL="0" indent="0">
              <a:lnSpc>
                <a:spcPts val="3600"/>
              </a:lnSpc>
              <a:spcBef>
                <a:spcPts val="0"/>
              </a:spcBef>
              <a:buNone/>
              <a:defRPr sz="3000">
                <a:solidFill>
                  <a:schemeClr val="tx1">
                    <a:lumMod val="50000"/>
                    <a:lumOff val="50000"/>
                  </a:schemeClr>
                </a:solidFill>
                <a:latin typeface="Arial"/>
                <a:cs typeface="Arial"/>
              </a:defRPr>
            </a:lvl3pPr>
          </a:lstStyle>
          <a:p>
            <a:pPr lvl="0"/>
            <a:r>
              <a:rPr lang="en-US"/>
              <a:t>Click to edit Master text styles</a:t>
            </a:r>
          </a:p>
        </p:txBody>
      </p:sp>
      <p:sp>
        <p:nvSpPr>
          <p:cNvPr id="10" name="Text Placeholder 11"/>
          <p:cNvSpPr>
            <a:spLocks noGrp="1"/>
          </p:cNvSpPr>
          <p:nvPr>
            <p:ph type="body" sz="quarter" idx="14"/>
          </p:nvPr>
        </p:nvSpPr>
        <p:spPr>
          <a:xfrm>
            <a:off x="723600" y="1702799"/>
            <a:ext cx="7861300" cy="4918133"/>
          </a:xfrm>
          <a:prstGeom prst="rect">
            <a:avLst/>
          </a:prstGeom>
        </p:spPr>
        <p:txBody>
          <a:bodyPr vert="horz" lIns="0" tIns="0" rIns="0" bIns="0"/>
          <a:lstStyle>
            <a:lvl1pPr marL="271463" indent="-271463">
              <a:lnSpc>
                <a:spcPct val="100000"/>
              </a:lnSpc>
              <a:spcBef>
                <a:spcPts val="0"/>
              </a:spcBef>
              <a:spcAft>
                <a:spcPts val="1400"/>
              </a:spcAft>
              <a:buFont typeface="Arial"/>
              <a:buChar char="•"/>
              <a:defRPr sz="2500">
                <a:solidFill>
                  <a:schemeClr val="bg1"/>
                </a:solidFill>
                <a:latin typeface="Arial"/>
                <a:cs typeface="Arial"/>
              </a:defRPr>
            </a:lvl1pPr>
            <a:lvl2pPr marL="0" indent="0">
              <a:lnSpc>
                <a:spcPts val="2000"/>
              </a:lnSpc>
              <a:buNone/>
              <a:defRPr sz="2000">
                <a:solidFill>
                  <a:srgbClr val="9D9FA2"/>
                </a:solidFill>
                <a:latin typeface="Arial"/>
                <a:cs typeface="Arial"/>
              </a:defRPr>
            </a:lvl2pPr>
          </a:lstStyle>
          <a:p>
            <a:pPr lvl="0"/>
            <a:r>
              <a:rPr lang="en-US" dirty="0"/>
              <a:t>Click to edit Master text styles</a:t>
            </a:r>
          </a:p>
        </p:txBody>
      </p:sp>
    </p:spTree>
    <p:extLst>
      <p:ext uri="{BB962C8B-B14F-4D97-AF65-F5344CB8AC3E}">
        <p14:creationId xmlns:p14="http://schemas.microsoft.com/office/powerpoint/2010/main" val="3939271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3_Custom Layout">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261806FA-7C3E-8543-AE82-B25DDA01F025}"/>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0"/>
            <a:ext cx="9144000" cy="618744"/>
          </a:xfrm>
          <a:prstGeom prst="rect">
            <a:avLst/>
          </a:prstGeom>
        </p:spPr>
      </p:pic>
      <p:pic>
        <p:nvPicPr>
          <p:cNvPr id="10" name="Graphic 9">
            <a:extLst>
              <a:ext uri="{FF2B5EF4-FFF2-40B4-BE49-F238E27FC236}">
                <a16:creationId xmlns:a16="http://schemas.microsoft.com/office/drawing/2014/main" id="{2009F003-D16B-D842-A3AD-5C3DB0D54A5D}"/>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7267074" y="6313572"/>
            <a:ext cx="1428387" cy="337136"/>
          </a:xfrm>
          <a:prstGeom prst="rect">
            <a:avLst/>
          </a:prstGeom>
        </p:spPr>
      </p:pic>
      <p:sp>
        <p:nvSpPr>
          <p:cNvPr id="26" name="Text Placeholder 7"/>
          <p:cNvSpPr>
            <a:spLocks noGrp="1"/>
          </p:cNvSpPr>
          <p:nvPr>
            <p:ph type="body" sz="quarter" idx="13"/>
          </p:nvPr>
        </p:nvSpPr>
        <p:spPr>
          <a:xfrm>
            <a:off x="724280" y="906233"/>
            <a:ext cx="7816470" cy="670772"/>
          </a:xfrm>
          <a:prstGeom prst="rect">
            <a:avLst/>
          </a:prstGeom>
        </p:spPr>
        <p:txBody>
          <a:bodyPr lIns="0">
            <a:noAutofit/>
          </a:bodyPr>
          <a:lstStyle>
            <a:lvl1pPr marL="0" indent="0">
              <a:lnSpc>
                <a:spcPts val="3900"/>
              </a:lnSpc>
              <a:spcBef>
                <a:spcPts val="0"/>
              </a:spcBef>
              <a:spcAft>
                <a:spcPts val="1500"/>
              </a:spcAft>
              <a:buNone/>
              <a:defRPr sz="4000" b="1" i="0">
                <a:solidFill>
                  <a:schemeClr val="tx1"/>
                </a:solidFill>
                <a:latin typeface="Arial"/>
                <a:cs typeface="Arial"/>
              </a:defRPr>
            </a:lvl1pPr>
            <a:lvl2pPr marL="457200" indent="-457200">
              <a:lnSpc>
                <a:spcPts val="2500"/>
              </a:lnSpc>
              <a:spcBef>
                <a:spcPts val="0"/>
              </a:spcBef>
              <a:spcAft>
                <a:spcPts val="1000"/>
              </a:spcAft>
              <a:buNone/>
              <a:defRPr sz="4000" b="0">
                <a:solidFill>
                  <a:schemeClr val="tx1">
                    <a:lumMod val="50000"/>
                    <a:lumOff val="50000"/>
                  </a:schemeClr>
                </a:solidFill>
                <a:latin typeface="Arial"/>
                <a:cs typeface="Arial"/>
              </a:defRPr>
            </a:lvl2pPr>
            <a:lvl3pPr marL="0" indent="0">
              <a:lnSpc>
                <a:spcPts val="3600"/>
              </a:lnSpc>
              <a:spcBef>
                <a:spcPts val="0"/>
              </a:spcBef>
              <a:buNone/>
              <a:defRPr sz="3000">
                <a:solidFill>
                  <a:schemeClr val="tx1">
                    <a:lumMod val="50000"/>
                    <a:lumOff val="50000"/>
                  </a:schemeClr>
                </a:solidFill>
                <a:latin typeface="Arial"/>
                <a:cs typeface="Arial"/>
              </a:defRPr>
            </a:lvl3pPr>
          </a:lstStyle>
          <a:p>
            <a:pPr lvl="0"/>
            <a:r>
              <a:rPr lang="en-US"/>
              <a:t>Click to edit Master text styles</a:t>
            </a:r>
          </a:p>
        </p:txBody>
      </p:sp>
      <p:sp>
        <p:nvSpPr>
          <p:cNvPr id="27" name="Text Placeholder 11"/>
          <p:cNvSpPr>
            <a:spLocks noGrp="1"/>
          </p:cNvSpPr>
          <p:nvPr>
            <p:ph type="body" sz="quarter" idx="14"/>
          </p:nvPr>
        </p:nvSpPr>
        <p:spPr>
          <a:xfrm>
            <a:off x="724280" y="1704179"/>
            <a:ext cx="7797230" cy="3453607"/>
          </a:xfrm>
          <a:prstGeom prst="rect">
            <a:avLst/>
          </a:prstGeom>
        </p:spPr>
        <p:txBody>
          <a:bodyPr vert="horz" lIns="0" tIns="0"/>
          <a:lstStyle>
            <a:lvl1pPr marL="271463" indent="-271463">
              <a:lnSpc>
                <a:spcPct val="100000"/>
              </a:lnSpc>
              <a:spcBef>
                <a:spcPts val="0"/>
              </a:spcBef>
              <a:spcAft>
                <a:spcPts val="1400"/>
              </a:spcAft>
              <a:buFont typeface="Arial"/>
              <a:buChar char="•"/>
              <a:defRPr sz="2500">
                <a:solidFill>
                  <a:schemeClr val="tx1"/>
                </a:solidFill>
                <a:latin typeface="Arial"/>
                <a:cs typeface="Arial"/>
              </a:defRPr>
            </a:lvl1pPr>
            <a:lvl2pPr marL="723900" indent="-279400">
              <a:lnSpc>
                <a:spcPct val="100000"/>
              </a:lnSpc>
              <a:spcBef>
                <a:spcPts val="0"/>
              </a:spcBef>
              <a:spcAft>
                <a:spcPts val="1200"/>
              </a:spcAft>
              <a:buFont typeface="Arial"/>
              <a:buChar char="•"/>
              <a:defRPr lang="en-US" sz="2000" kern="1200" dirty="0">
                <a:solidFill>
                  <a:srgbClr val="0E463C"/>
                </a:solidFill>
                <a:latin typeface="Arial"/>
                <a:ea typeface="+mn-ea"/>
                <a:cs typeface="Arial"/>
              </a:defRPr>
            </a:lvl2pPr>
            <a:lvl3pPr marL="723900" indent="-279400">
              <a:lnSpc>
                <a:spcPct val="100000"/>
              </a:lnSpc>
              <a:spcBef>
                <a:spcPts val="0"/>
              </a:spcBef>
              <a:spcAft>
                <a:spcPts val="1200"/>
              </a:spcAft>
              <a:buFont typeface="Arial"/>
              <a:buChar char="•"/>
              <a:defRPr lang="en-US" sz="2000" kern="1200" baseline="0" dirty="0">
                <a:solidFill>
                  <a:srgbClr val="58ACA5"/>
                </a:solidFill>
                <a:latin typeface="Arial"/>
                <a:ea typeface="+mn-ea"/>
                <a:cs typeface="Arial"/>
              </a:defRPr>
            </a:lvl3pPr>
          </a:lstStyle>
          <a:p>
            <a:pPr lvl="0"/>
            <a:r>
              <a:rPr lang="en-US" dirty="0"/>
              <a:t>Click to edit Master text styles</a:t>
            </a:r>
          </a:p>
          <a:p>
            <a:pPr lvl="1"/>
            <a:r>
              <a:rPr lang="en-US" dirty="0"/>
              <a:t>Second level</a:t>
            </a:r>
          </a:p>
          <a:p>
            <a:pPr lvl="2"/>
            <a:r>
              <a:rPr lang="en-US" dirty="0"/>
              <a:t>Third level</a:t>
            </a:r>
          </a:p>
        </p:txBody>
      </p:sp>
      <p:sp>
        <p:nvSpPr>
          <p:cNvPr id="9" name="TextBox 8">
            <a:extLst>
              <a:ext uri="{FF2B5EF4-FFF2-40B4-BE49-F238E27FC236}">
                <a16:creationId xmlns:a16="http://schemas.microsoft.com/office/drawing/2014/main" id="{80AF52B0-71FF-4CA8-B347-B2975381DBCD}"/>
              </a:ext>
            </a:extLst>
          </p:cNvPr>
          <p:cNvSpPr txBox="1"/>
          <p:nvPr userDrawn="1"/>
        </p:nvSpPr>
        <p:spPr>
          <a:xfrm>
            <a:off x="752495" y="156700"/>
            <a:ext cx="8067635" cy="452432"/>
          </a:xfrm>
          <a:prstGeom prst="rect">
            <a:avLst/>
          </a:prstGeom>
          <a:noFill/>
        </p:spPr>
        <p:txBody>
          <a:bodyPr wrap="square" lIns="0" tIns="0" rIns="0" rtlCol="0">
            <a:noAutofit/>
          </a:bodyPr>
          <a:lstStyle/>
          <a:p>
            <a:pPr>
              <a:spcBef>
                <a:spcPts val="288"/>
              </a:spcBef>
            </a:pPr>
            <a:r>
              <a:rPr lang="en-US" sz="1200" b="1" kern="1200" dirty="0">
                <a:solidFill>
                  <a:srgbClr val="FFFFFF"/>
                </a:solidFill>
                <a:effectLst>
                  <a:glow rad="228600">
                    <a:schemeClr val="tx1">
                      <a:alpha val="32000"/>
                    </a:schemeClr>
                  </a:glow>
                  <a:outerShdw blurRad="50800" dist="38100" dir="2700000" algn="tl" rotWithShape="0">
                    <a:prstClr val="black">
                      <a:alpha val="40000"/>
                    </a:prstClr>
                  </a:outerShdw>
                </a:effectLst>
                <a:latin typeface="Arial" panose="020B0604020202020204" pitchFamily="34" charset="0"/>
                <a:ea typeface="+mn-ea"/>
                <a:cs typeface="Arial" panose="020B0604020202020204" pitchFamily="34" charset="0"/>
              </a:rPr>
              <a:t>Sound</a:t>
            </a:r>
          </a:p>
          <a:p>
            <a:pPr marL="0" marR="0" indent="0" algn="l" defTabSz="457200" rtl="0" eaLnBrk="1" fontAlgn="auto" latinLnBrk="0" hangingPunct="1">
              <a:lnSpc>
                <a:spcPct val="100000"/>
              </a:lnSpc>
              <a:spcBef>
                <a:spcPts val="288"/>
              </a:spcBef>
              <a:spcAft>
                <a:spcPts val="0"/>
              </a:spcAft>
              <a:buClrTx/>
              <a:buSzTx/>
              <a:buFontTx/>
              <a:buNone/>
              <a:tabLst/>
              <a:defRPr/>
            </a:pPr>
            <a:r>
              <a:rPr lang="en-US" sz="1200" b="0" kern="1200" dirty="0">
                <a:solidFill>
                  <a:srgbClr val="FFFFFF"/>
                </a:solidFill>
                <a:effectLst>
                  <a:glow rad="228600">
                    <a:schemeClr val="tx1">
                      <a:alpha val="32000"/>
                    </a:schemeClr>
                  </a:glow>
                  <a:outerShdw blurRad="50800" dist="38100" dir="2700000" algn="tl" rotWithShape="0">
                    <a:prstClr val="black">
                      <a:alpha val="40000"/>
                    </a:prstClr>
                  </a:outerShdw>
                </a:effectLst>
                <a:latin typeface="Arial" panose="020B0604020202020204" pitchFamily="34" charset="0"/>
                <a:ea typeface="+mn-ea"/>
                <a:cs typeface="Arial" panose="020B0604020202020204" pitchFamily="34" charset="0"/>
              </a:rPr>
              <a:t>Unit 1 Data representation</a:t>
            </a:r>
          </a:p>
        </p:txBody>
      </p:sp>
    </p:spTree>
    <p:extLst>
      <p:ext uri="{BB962C8B-B14F-4D97-AF65-F5344CB8AC3E}">
        <p14:creationId xmlns:p14="http://schemas.microsoft.com/office/powerpoint/2010/main" val="418077742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pic>
        <p:nvPicPr>
          <p:cNvPr id="6" name="Picture 5" descr="Untitled-1.png"/>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5016500" y="901700"/>
            <a:ext cx="2979807" cy="3251200"/>
          </a:xfrm>
          <a:prstGeom prst="rect">
            <a:avLst/>
          </a:prstGeom>
        </p:spPr>
      </p:pic>
      <p:sp>
        <p:nvSpPr>
          <p:cNvPr id="15" name="Text Placeholder 7"/>
          <p:cNvSpPr>
            <a:spLocks noGrp="1"/>
          </p:cNvSpPr>
          <p:nvPr>
            <p:ph type="body" sz="quarter" idx="13"/>
          </p:nvPr>
        </p:nvSpPr>
        <p:spPr>
          <a:xfrm>
            <a:off x="724280" y="906233"/>
            <a:ext cx="7816470" cy="670772"/>
          </a:xfrm>
          <a:prstGeom prst="rect">
            <a:avLst/>
          </a:prstGeom>
        </p:spPr>
        <p:txBody>
          <a:bodyPr lIns="0">
            <a:noAutofit/>
          </a:bodyPr>
          <a:lstStyle>
            <a:lvl1pPr marL="0" indent="0">
              <a:lnSpc>
                <a:spcPts val="3900"/>
              </a:lnSpc>
              <a:spcBef>
                <a:spcPts val="0"/>
              </a:spcBef>
              <a:spcAft>
                <a:spcPts val="1500"/>
              </a:spcAft>
              <a:buNone/>
              <a:defRPr sz="4000" b="1" i="0">
                <a:solidFill>
                  <a:schemeClr val="tx1"/>
                </a:solidFill>
                <a:latin typeface="Arial"/>
                <a:cs typeface="Arial"/>
              </a:defRPr>
            </a:lvl1pPr>
            <a:lvl2pPr marL="457200" indent="-457200">
              <a:lnSpc>
                <a:spcPts val="2500"/>
              </a:lnSpc>
              <a:spcBef>
                <a:spcPts val="0"/>
              </a:spcBef>
              <a:spcAft>
                <a:spcPts val="1000"/>
              </a:spcAft>
              <a:buNone/>
              <a:defRPr sz="4000" b="0">
                <a:solidFill>
                  <a:schemeClr val="tx1">
                    <a:lumMod val="50000"/>
                    <a:lumOff val="50000"/>
                  </a:schemeClr>
                </a:solidFill>
                <a:latin typeface="Arial"/>
                <a:cs typeface="Arial"/>
              </a:defRPr>
            </a:lvl2pPr>
            <a:lvl3pPr marL="0" indent="0">
              <a:lnSpc>
                <a:spcPts val="3600"/>
              </a:lnSpc>
              <a:spcBef>
                <a:spcPts val="0"/>
              </a:spcBef>
              <a:buNone/>
              <a:defRPr sz="3000">
                <a:solidFill>
                  <a:schemeClr val="tx1">
                    <a:lumMod val="50000"/>
                    <a:lumOff val="50000"/>
                  </a:schemeClr>
                </a:solidFill>
                <a:latin typeface="Arial"/>
                <a:cs typeface="Arial"/>
              </a:defRPr>
            </a:lvl3pPr>
          </a:lstStyle>
          <a:p>
            <a:pPr lvl="0"/>
            <a:r>
              <a:rPr lang="en-US"/>
              <a:t>Click to edit Master text styles</a:t>
            </a:r>
          </a:p>
        </p:txBody>
      </p:sp>
      <p:sp>
        <p:nvSpPr>
          <p:cNvPr id="8" name="Text Placeholder 11"/>
          <p:cNvSpPr>
            <a:spLocks noGrp="1"/>
          </p:cNvSpPr>
          <p:nvPr>
            <p:ph type="body" sz="quarter" idx="14"/>
          </p:nvPr>
        </p:nvSpPr>
        <p:spPr>
          <a:xfrm>
            <a:off x="724280" y="1704179"/>
            <a:ext cx="7797230" cy="3453607"/>
          </a:xfrm>
          <a:prstGeom prst="rect">
            <a:avLst/>
          </a:prstGeom>
        </p:spPr>
        <p:txBody>
          <a:bodyPr vert="horz" lIns="0" tIns="0"/>
          <a:lstStyle>
            <a:lvl1pPr marL="271463" indent="-271463">
              <a:lnSpc>
                <a:spcPct val="100000"/>
              </a:lnSpc>
              <a:spcBef>
                <a:spcPts val="0"/>
              </a:spcBef>
              <a:spcAft>
                <a:spcPts val="1400"/>
              </a:spcAft>
              <a:buFont typeface="Arial"/>
              <a:buChar char="•"/>
              <a:defRPr sz="2500">
                <a:solidFill>
                  <a:schemeClr val="tx1"/>
                </a:solidFill>
                <a:latin typeface="Arial"/>
                <a:cs typeface="Arial"/>
              </a:defRPr>
            </a:lvl1pPr>
            <a:lvl2pPr marL="723900" indent="-279400">
              <a:lnSpc>
                <a:spcPct val="100000"/>
              </a:lnSpc>
              <a:spcBef>
                <a:spcPts val="0"/>
              </a:spcBef>
              <a:spcAft>
                <a:spcPts val="1200"/>
              </a:spcAft>
              <a:buFont typeface="Arial"/>
              <a:buChar char="•"/>
              <a:defRPr lang="en-US" sz="2000" kern="1200" dirty="0">
                <a:solidFill>
                  <a:srgbClr val="0E463C"/>
                </a:solidFill>
                <a:latin typeface="Arial"/>
                <a:ea typeface="+mn-ea"/>
                <a:cs typeface="Arial"/>
              </a:defRPr>
            </a:lvl2pPr>
            <a:lvl3pPr marL="723900" indent="-279400">
              <a:lnSpc>
                <a:spcPct val="100000"/>
              </a:lnSpc>
              <a:spcBef>
                <a:spcPts val="0"/>
              </a:spcBef>
              <a:spcAft>
                <a:spcPts val="1200"/>
              </a:spcAft>
              <a:buFont typeface="Arial"/>
              <a:buChar char="•"/>
              <a:defRPr lang="en-US" sz="2000" kern="1200" baseline="0" dirty="0">
                <a:solidFill>
                  <a:srgbClr val="58ACA5"/>
                </a:solidFill>
                <a:latin typeface="Arial"/>
                <a:ea typeface="+mn-ea"/>
                <a:cs typeface="Arial"/>
              </a:defRPr>
            </a:lvl3pPr>
          </a:lstStyle>
          <a:p>
            <a:pPr lvl="0"/>
            <a:r>
              <a:rPr lang="en-US" dirty="0"/>
              <a:t>Click to edit Master text styles</a:t>
            </a:r>
          </a:p>
          <a:p>
            <a:pPr lvl="1"/>
            <a:r>
              <a:rPr lang="en-US" dirty="0"/>
              <a:t>Second level</a:t>
            </a:r>
          </a:p>
          <a:p>
            <a:pPr lvl="2"/>
            <a:r>
              <a:rPr lang="en-US" dirty="0"/>
              <a:t>Third level</a:t>
            </a:r>
          </a:p>
        </p:txBody>
      </p:sp>
      <p:pic>
        <p:nvPicPr>
          <p:cNvPr id="9" name="Picture 8">
            <a:extLst>
              <a:ext uri="{FF2B5EF4-FFF2-40B4-BE49-F238E27FC236}">
                <a16:creationId xmlns:a16="http://schemas.microsoft.com/office/drawing/2014/main" id="{E9BF3163-B619-6A47-BDEB-186C220AEE89}"/>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0" y="0"/>
            <a:ext cx="9144000" cy="618744"/>
          </a:xfrm>
          <a:prstGeom prst="rect">
            <a:avLst/>
          </a:prstGeom>
        </p:spPr>
      </p:pic>
      <p:pic>
        <p:nvPicPr>
          <p:cNvPr id="12" name="Graphic 11">
            <a:extLst>
              <a:ext uri="{FF2B5EF4-FFF2-40B4-BE49-F238E27FC236}">
                <a16:creationId xmlns:a16="http://schemas.microsoft.com/office/drawing/2014/main" id="{BD5F0E63-5239-6047-97DA-E8C99BB5083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7267074" y="6313572"/>
            <a:ext cx="1428387" cy="337136"/>
          </a:xfrm>
          <a:prstGeom prst="rect">
            <a:avLst/>
          </a:prstGeom>
        </p:spPr>
      </p:pic>
      <p:sp>
        <p:nvSpPr>
          <p:cNvPr id="13" name="TextBox 12">
            <a:extLst>
              <a:ext uri="{FF2B5EF4-FFF2-40B4-BE49-F238E27FC236}">
                <a16:creationId xmlns:a16="http://schemas.microsoft.com/office/drawing/2014/main" id="{6FD27F5F-ACCE-A346-B4FD-EA8F166E262C}"/>
              </a:ext>
            </a:extLst>
          </p:cNvPr>
          <p:cNvSpPr txBox="1"/>
          <p:nvPr userDrawn="1"/>
        </p:nvSpPr>
        <p:spPr>
          <a:xfrm>
            <a:off x="752495" y="156700"/>
            <a:ext cx="8067635" cy="452432"/>
          </a:xfrm>
          <a:prstGeom prst="rect">
            <a:avLst/>
          </a:prstGeom>
          <a:noFill/>
        </p:spPr>
        <p:txBody>
          <a:bodyPr wrap="square" lIns="0" tIns="0" rIns="0" rtlCol="0">
            <a:noAutofit/>
          </a:bodyPr>
          <a:lstStyle/>
          <a:p>
            <a:pPr>
              <a:spcBef>
                <a:spcPts val="288"/>
              </a:spcBef>
            </a:pPr>
            <a:r>
              <a:rPr lang="en-US" sz="1200" b="1" kern="1200" dirty="0">
                <a:solidFill>
                  <a:srgbClr val="FFFFFF"/>
                </a:solidFill>
                <a:effectLst>
                  <a:glow rad="228600">
                    <a:schemeClr val="tx1">
                      <a:alpha val="32000"/>
                    </a:schemeClr>
                  </a:glow>
                  <a:outerShdw blurRad="50800" dist="38100" dir="2700000" algn="tl" rotWithShape="0">
                    <a:prstClr val="black">
                      <a:alpha val="40000"/>
                    </a:prstClr>
                  </a:outerShdw>
                </a:effectLst>
                <a:latin typeface="Arial" panose="020B0604020202020204" pitchFamily="34" charset="0"/>
                <a:ea typeface="+mn-ea"/>
                <a:cs typeface="Arial" panose="020B0604020202020204" pitchFamily="34" charset="0"/>
              </a:rPr>
              <a:t>Sound</a:t>
            </a:r>
          </a:p>
          <a:p>
            <a:pPr marL="0" marR="0" indent="0" algn="l" defTabSz="457200" rtl="0" eaLnBrk="1" fontAlgn="auto" latinLnBrk="0" hangingPunct="1">
              <a:lnSpc>
                <a:spcPct val="100000"/>
              </a:lnSpc>
              <a:spcBef>
                <a:spcPts val="288"/>
              </a:spcBef>
              <a:spcAft>
                <a:spcPts val="0"/>
              </a:spcAft>
              <a:buClrTx/>
              <a:buSzTx/>
              <a:buFontTx/>
              <a:buNone/>
              <a:tabLst/>
              <a:defRPr/>
            </a:pPr>
            <a:r>
              <a:rPr lang="en-US" sz="1200" b="0" kern="1200" dirty="0">
                <a:solidFill>
                  <a:srgbClr val="FFFFFF"/>
                </a:solidFill>
                <a:effectLst>
                  <a:glow rad="228600">
                    <a:schemeClr val="tx1">
                      <a:alpha val="32000"/>
                    </a:schemeClr>
                  </a:glow>
                  <a:outerShdw blurRad="50800" dist="38100" dir="2700000" algn="tl" rotWithShape="0">
                    <a:prstClr val="black">
                      <a:alpha val="40000"/>
                    </a:prstClr>
                  </a:outerShdw>
                </a:effectLst>
                <a:latin typeface="Arial" panose="020B0604020202020204" pitchFamily="34" charset="0"/>
                <a:ea typeface="+mn-ea"/>
                <a:cs typeface="Arial" panose="020B0604020202020204" pitchFamily="34" charset="0"/>
              </a:rPr>
              <a:t>Unit 1 Data representation</a:t>
            </a:r>
          </a:p>
        </p:txBody>
      </p:sp>
    </p:spTree>
    <p:extLst>
      <p:ext uri="{BB962C8B-B14F-4D97-AF65-F5344CB8AC3E}">
        <p14:creationId xmlns:p14="http://schemas.microsoft.com/office/powerpoint/2010/main" val="28497203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4_Custom Layout">
    <p:spTree>
      <p:nvGrpSpPr>
        <p:cNvPr id="1" name=""/>
        <p:cNvGrpSpPr/>
        <p:nvPr/>
      </p:nvGrpSpPr>
      <p:grpSpPr>
        <a:xfrm>
          <a:off x="0" y="0"/>
          <a:ext cx="0" cy="0"/>
          <a:chOff x="0" y="0"/>
          <a:chExt cx="0" cy="0"/>
        </a:xfrm>
      </p:grpSpPr>
      <p:sp>
        <p:nvSpPr>
          <p:cNvPr id="15" name="Text Placeholder 7"/>
          <p:cNvSpPr>
            <a:spLocks noGrp="1"/>
          </p:cNvSpPr>
          <p:nvPr>
            <p:ph type="body" sz="quarter" idx="13"/>
          </p:nvPr>
        </p:nvSpPr>
        <p:spPr>
          <a:xfrm>
            <a:off x="724280" y="906233"/>
            <a:ext cx="7816470" cy="670772"/>
          </a:xfrm>
          <a:prstGeom prst="rect">
            <a:avLst/>
          </a:prstGeom>
        </p:spPr>
        <p:txBody>
          <a:bodyPr lIns="0">
            <a:noAutofit/>
          </a:bodyPr>
          <a:lstStyle>
            <a:lvl1pPr marL="0" indent="0">
              <a:lnSpc>
                <a:spcPts val="3900"/>
              </a:lnSpc>
              <a:spcBef>
                <a:spcPts val="0"/>
              </a:spcBef>
              <a:spcAft>
                <a:spcPts val="1500"/>
              </a:spcAft>
              <a:buNone/>
              <a:defRPr sz="4000" b="1" i="0">
                <a:solidFill>
                  <a:schemeClr val="tx1"/>
                </a:solidFill>
                <a:latin typeface="Arial"/>
                <a:cs typeface="Arial"/>
              </a:defRPr>
            </a:lvl1pPr>
            <a:lvl2pPr marL="457200" indent="-457200">
              <a:lnSpc>
                <a:spcPts val="2500"/>
              </a:lnSpc>
              <a:spcBef>
                <a:spcPts val="0"/>
              </a:spcBef>
              <a:spcAft>
                <a:spcPts val="1000"/>
              </a:spcAft>
              <a:buNone/>
              <a:defRPr sz="4000" b="0">
                <a:solidFill>
                  <a:schemeClr val="tx1">
                    <a:lumMod val="50000"/>
                    <a:lumOff val="50000"/>
                  </a:schemeClr>
                </a:solidFill>
                <a:latin typeface="Arial"/>
                <a:cs typeface="Arial"/>
              </a:defRPr>
            </a:lvl2pPr>
            <a:lvl3pPr marL="0" indent="0">
              <a:lnSpc>
                <a:spcPts val="3600"/>
              </a:lnSpc>
              <a:spcBef>
                <a:spcPts val="0"/>
              </a:spcBef>
              <a:buNone/>
              <a:defRPr sz="3000">
                <a:solidFill>
                  <a:schemeClr val="tx1">
                    <a:lumMod val="50000"/>
                    <a:lumOff val="50000"/>
                  </a:schemeClr>
                </a:solidFill>
                <a:latin typeface="Arial"/>
                <a:cs typeface="Arial"/>
              </a:defRPr>
            </a:lvl3pPr>
          </a:lstStyle>
          <a:p>
            <a:pPr lvl="0"/>
            <a:r>
              <a:rPr lang="en-US"/>
              <a:t>Click to edit Master text styles</a:t>
            </a:r>
          </a:p>
        </p:txBody>
      </p:sp>
      <p:sp>
        <p:nvSpPr>
          <p:cNvPr id="8" name="Text Placeholder 11"/>
          <p:cNvSpPr>
            <a:spLocks noGrp="1"/>
          </p:cNvSpPr>
          <p:nvPr>
            <p:ph type="body" sz="quarter" idx="14"/>
          </p:nvPr>
        </p:nvSpPr>
        <p:spPr>
          <a:xfrm>
            <a:off x="724280" y="1704179"/>
            <a:ext cx="7797230" cy="3453607"/>
          </a:xfrm>
          <a:prstGeom prst="rect">
            <a:avLst/>
          </a:prstGeom>
        </p:spPr>
        <p:txBody>
          <a:bodyPr vert="horz" lIns="0" tIns="0"/>
          <a:lstStyle>
            <a:lvl1pPr marL="271463" indent="-271463">
              <a:lnSpc>
                <a:spcPct val="100000"/>
              </a:lnSpc>
              <a:spcBef>
                <a:spcPts val="0"/>
              </a:spcBef>
              <a:spcAft>
                <a:spcPts val="1400"/>
              </a:spcAft>
              <a:buFont typeface="Arial"/>
              <a:buChar char="•"/>
              <a:defRPr sz="2500">
                <a:solidFill>
                  <a:schemeClr val="tx1"/>
                </a:solidFill>
                <a:latin typeface="Arial"/>
                <a:cs typeface="Arial"/>
              </a:defRPr>
            </a:lvl1pPr>
            <a:lvl2pPr marL="723900" indent="-279400">
              <a:lnSpc>
                <a:spcPct val="100000"/>
              </a:lnSpc>
              <a:spcBef>
                <a:spcPts val="0"/>
              </a:spcBef>
              <a:spcAft>
                <a:spcPts val="1200"/>
              </a:spcAft>
              <a:buFont typeface="Arial"/>
              <a:buChar char="•"/>
              <a:defRPr lang="en-US" sz="2000" kern="1200" dirty="0">
                <a:solidFill>
                  <a:srgbClr val="0E463C"/>
                </a:solidFill>
                <a:latin typeface="Arial"/>
                <a:ea typeface="+mn-ea"/>
                <a:cs typeface="Arial"/>
              </a:defRPr>
            </a:lvl2pPr>
            <a:lvl3pPr marL="723900" indent="-279400">
              <a:lnSpc>
                <a:spcPct val="100000"/>
              </a:lnSpc>
              <a:spcBef>
                <a:spcPts val="0"/>
              </a:spcBef>
              <a:spcAft>
                <a:spcPts val="1200"/>
              </a:spcAft>
              <a:buFont typeface="Arial"/>
              <a:buChar char="•"/>
              <a:defRPr lang="en-US" sz="2000" kern="1200" baseline="0" dirty="0">
                <a:solidFill>
                  <a:srgbClr val="58ACA5"/>
                </a:solidFill>
                <a:latin typeface="Arial"/>
                <a:ea typeface="+mn-ea"/>
                <a:cs typeface="Arial"/>
              </a:defRPr>
            </a:lvl3pPr>
          </a:lstStyle>
          <a:p>
            <a:pPr lvl="0"/>
            <a:r>
              <a:rPr lang="en-US" dirty="0"/>
              <a:t>Click to edit Master text styles</a:t>
            </a:r>
          </a:p>
          <a:p>
            <a:pPr lvl="1"/>
            <a:r>
              <a:rPr lang="en-US" dirty="0"/>
              <a:t>Second level</a:t>
            </a:r>
          </a:p>
          <a:p>
            <a:pPr lvl="2"/>
            <a:r>
              <a:rPr lang="en-US" dirty="0"/>
              <a:t>Third level</a:t>
            </a:r>
          </a:p>
        </p:txBody>
      </p:sp>
      <p:pic>
        <p:nvPicPr>
          <p:cNvPr id="9" name="Graphic 8">
            <a:extLst>
              <a:ext uri="{FF2B5EF4-FFF2-40B4-BE49-F238E27FC236}">
                <a16:creationId xmlns:a16="http://schemas.microsoft.com/office/drawing/2014/main" id="{2A9D23ED-1231-40B3-AFDB-76E9B7AC9572}"/>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7684433" y="900257"/>
            <a:ext cx="1474704" cy="554400"/>
          </a:xfrm>
          <a:prstGeom prst="rect">
            <a:avLst/>
          </a:prstGeom>
        </p:spPr>
      </p:pic>
      <p:pic>
        <p:nvPicPr>
          <p:cNvPr id="12" name="Picture 11">
            <a:extLst>
              <a:ext uri="{FF2B5EF4-FFF2-40B4-BE49-F238E27FC236}">
                <a16:creationId xmlns:a16="http://schemas.microsoft.com/office/drawing/2014/main" id="{67C8D93C-5125-A442-A259-B9EB57261564}"/>
              </a:ext>
            </a:extLst>
          </p:cNvPr>
          <p:cNvPicPr>
            <a:picLocks noChangeAspect="1"/>
          </p:cNvPicPr>
          <p:nvPr userDrawn="1"/>
        </p:nvPicPr>
        <p:blipFill rotWithShape="1">
          <a:blip r:embed="rId4" cstate="screen">
            <a:extLst>
              <a:ext uri="{28A0092B-C50C-407E-A947-70E740481C1C}">
                <a14:useLocalDpi xmlns:a14="http://schemas.microsoft.com/office/drawing/2010/main"/>
              </a:ext>
            </a:extLst>
          </a:blip>
          <a:srcRect/>
          <a:stretch/>
        </p:blipFill>
        <p:spPr>
          <a:xfrm>
            <a:off x="0" y="0"/>
            <a:ext cx="9144000" cy="618744"/>
          </a:xfrm>
          <a:prstGeom prst="rect">
            <a:avLst/>
          </a:prstGeom>
        </p:spPr>
      </p:pic>
      <p:pic>
        <p:nvPicPr>
          <p:cNvPr id="13" name="Graphic 12">
            <a:extLst>
              <a:ext uri="{FF2B5EF4-FFF2-40B4-BE49-F238E27FC236}">
                <a16:creationId xmlns:a16="http://schemas.microsoft.com/office/drawing/2014/main" id="{B45DB6D8-0A2F-294A-B2B2-6A1C6A3059AA}"/>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7267074" y="6313572"/>
            <a:ext cx="1428387" cy="337136"/>
          </a:xfrm>
          <a:prstGeom prst="rect">
            <a:avLst/>
          </a:prstGeom>
        </p:spPr>
      </p:pic>
      <p:sp>
        <p:nvSpPr>
          <p:cNvPr id="14" name="TextBox 13">
            <a:extLst>
              <a:ext uri="{FF2B5EF4-FFF2-40B4-BE49-F238E27FC236}">
                <a16:creationId xmlns:a16="http://schemas.microsoft.com/office/drawing/2014/main" id="{652867DA-6DDC-0047-B05F-030D571EC948}"/>
              </a:ext>
            </a:extLst>
          </p:cNvPr>
          <p:cNvSpPr txBox="1"/>
          <p:nvPr userDrawn="1"/>
        </p:nvSpPr>
        <p:spPr>
          <a:xfrm>
            <a:off x="752495" y="156700"/>
            <a:ext cx="8067635" cy="452432"/>
          </a:xfrm>
          <a:prstGeom prst="rect">
            <a:avLst/>
          </a:prstGeom>
          <a:noFill/>
        </p:spPr>
        <p:txBody>
          <a:bodyPr wrap="square" lIns="0" tIns="0" rIns="0" rtlCol="0">
            <a:noAutofit/>
          </a:bodyPr>
          <a:lstStyle/>
          <a:p>
            <a:pPr>
              <a:spcBef>
                <a:spcPts val="288"/>
              </a:spcBef>
            </a:pPr>
            <a:r>
              <a:rPr lang="en-US" sz="1200" b="1" kern="1200" dirty="0">
                <a:solidFill>
                  <a:srgbClr val="FFFFFF"/>
                </a:solidFill>
                <a:effectLst>
                  <a:glow rad="228600">
                    <a:schemeClr val="tx1">
                      <a:alpha val="32000"/>
                    </a:schemeClr>
                  </a:glow>
                  <a:outerShdw blurRad="50800" dist="38100" dir="2700000" algn="tl" rotWithShape="0">
                    <a:prstClr val="black">
                      <a:alpha val="40000"/>
                    </a:prstClr>
                  </a:outerShdw>
                </a:effectLst>
                <a:latin typeface="Arial" panose="020B0604020202020204" pitchFamily="34" charset="0"/>
                <a:ea typeface="+mn-ea"/>
                <a:cs typeface="Arial" panose="020B0604020202020204" pitchFamily="34" charset="0"/>
              </a:rPr>
              <a:t>Sound</a:t>
            </a:r>
          </a:p>
          <a:p>
            <a:pPr marL="0" marR="0" indent="0" algn="l" defTabSz="457200" rtl="0" eaLnBrk="1" fontAlgn="auto" latinLnBrk="0" hangingPunct="1">
              <a:lnSpc>
                <a:spcPct val="100000"/>
              </a:lnSpc>
              <a:spcBef>
                <a:spcPts val="288"/>
              </a:spcBef>
              <a:spcAft>
                <a:spcPts val="0"/>
              </a:spcAft>
              <a:buClrTx/>
              <a:buSzTx/>
              <a:buFontTx/>
              <a:buNone/>
              <a:tabLst/>
              <a:defRPr/>
            </a:pPr>
            <a:r>
              <a:rPr lang="en-US" sz="1200" b="0" kern="1200" dirty="0">
                <a:solidFill>
                  <a:srgbClr val="FFFFFF"/>
                </a:solidFill>
                <a:effectLst>
                  <a:glow rad="228600">
                    <a:schemeClr val="tx1">
                      <a:alpha val="32000"/>
                    </a:schemeClr>
                  </a:glow>
                  <a:outerShdw blurRad="50800" dist="38100" dir="2700000" algn="tl" rotWithShape="0">
                    <a:prstClr val="black">
                      <a:alpha val="40000"/>
                    </a:prstClr>
                  </a:outerShdw>
                </a:effectLst>
                <a:latin typeface="Arial" panose="020B0604020202020204" pitchFamily="34" charset="0"/>
                <a:ea typeface="+mn-ea"/>
                <a:cs typeface="Arial" panose="020B0604020202020204" pitchFamily="34" charset="0"/>
              </a:rPr>
              <a:t>Unit 1 Data representation</a:t>
            </a:r>
          </a:p>
        </p:txBody>
      </p:sp>
    </p:spTree>
    <p:extLst>
      <p:ext uri="{BB962C8B-B14F-4D97-AF65-F5344CB8AC3E}">
        <p14:creationId xmlns:p14="http://schemas.microsoft.com/office/powerpoint/2010/main" val="27770792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6_Custom Layout">
    <p:spTree>
      <p:nvGrpSpPr>
        <p:cNvPr id="1" name=""/>
        <p:cNvGrpSpPr/>
        <p:nvPr/>
      </p:nvGrpSpPr>
      <p:grpSpPr>
        <a:xfrm>
          <a:off x="0" y="0"/>
          <a:ext cx="0" cy="0"/>
          <a:chOff x="0" y="0"/>
          <a:chExt cx="0" cy="0"/>
        </a:xfrm>
      </p:grpSpPr>
      <p:sp>
        <p:nvSpPr>
          <p:cNvPr id="24" name="Text Placeholder 7"/>
          <p:cNvSpPr>
            <a:spLocks noGrp="1"/>
          </p:cNvSpPr>
          <p:nvPr>
            <p:ph type="body" sz="quarter" idx="13"/>
          </p:nvPr>
        </p:nvSpPr>
        <p:spPr>
          <a:xfrm>
            <a:off x="724280" y="906233"/>
            <a:ext cx="7816470" cy="670772"/>
          </a:xfrm>
          <a:prstGeom prst="rect">
            <a:avLst/>
          </a:prstGeom>
        </p:spPr>
        <p:txBody>
          <a:bodyPr lIns="0">
            <a:noAutofit/>
          </a:bodyPr>
          <a:lstStyle>
            <a:lvl1pPr marL="0" indent="0">
              <a:lnSpc>
                <a:spcPts val="3900"/>
              </a:lnSpc>
              <a:spcBef>
                <a:spcPts val="0"/>
              </a:spcBef>
              <a:spcAft>
                <a:spcPts val="1500"/>
              </a:spcAft>
              <a:buNone/>
              <a:defRPr sz="4000" b="1" i="0">
                <a:solidFill>
                  <a:schemeClr val="tx1"/>
                </a:solidFill>
                <a:latin typeface="Arial"/>
                <a:cs typeface="Arial"/>
              </a:defRPr>
            </a:lvl1pPr>
            <a:lvl2pPr marL="457200" indent="-457200">
              <a:lnSpc>
                <a:spcPts val="2500"/>
              </a:lnSpc>
              <a:spcBef>
                <a:spcPts val="0"/>
              </a:spcBef>
              <a:spcAft>
                <a:spcPts val="1000"/>
              </a:spcAft>
              <a:buNone/>
              <a:defRPr sz="4000" b="0">
                <a:solidFill>
                  <a:schemeClr val="tx1">
                    <a:lumMod val="50000"/>
                    <a:lumOff val="50000"/>
                  </a:schemeClr>
                </a:solidFill>
                <a:latin typeface="Arial"/>
                <a:cs typeface="Arial"/>
              </a:defRPr>
            </a:lvl2pPr>
            <a:lvl3pPr marL="0" indent="0">
              <a:lnSpc>
                <a:spcPts val="3600"/>
              </a:lnSpc>
              <a:spcBef>
                <a:spcPts val="0"/>
              </a:spcBef>
              <a:buNone/>
              <a:defRPr sz="3000">
                <a:solidFill>
                  <a:schemeClr val="tx1">
                    <a:lumMod val="50000"/>
                    <a:lumOff val="50000"/>
                  </a:schemeClr>
                </a:solidFill>
                <a:latin typeface="Arial"/>
                <a:cs typeface="Arial"/>
              </a:defRPr>
            </a:lvl3pPr>
          </a:lstStyle>
          <a:p>
            <a:pPr lvl="0"/>
            <a:r>
              <a:rPr lang="en-US"/>
              <a:t>Click to edit Master text styles</a:t>
            </a:r>
          </a:p>
        </p:txBody>
      </p:sp>
      <p:sp>
        <p:nvSpPr>
          <p:cNvPr id="25" name="Text Placeholder 11"/>
          <p:cNvSpPr>
            <a:spLocks noGrp="1"/>
          </p:cNvSpPr>
          <p:nvPr>
            <p:ph type="body" sz="quarter" idx="14"/>
          </p:nvPr>
        </p:nvSpPr>
        <p:spPr>
          <a:xfrm>
            <a:off x="724280" y="1704179"/>
            <a:ext cx="7797230" cy="3453607"/>
          </a:xfrm>
          <a:prstGeom prst="rect">
            <a:avLst/>
          </a:prstGeom>
        </p:spPr>
        <p:txBody>
          <a:bodyPr vert="horz" lIns="0" tIns="0"/>
          <a:lstStyle>
            <a:lvl1pPr marL="271463" indent="-271463">
              <a:lnSpc>
                <a:spcPct val="100000"/>
              </a:lnSpc>
              <a:spcBef>
                <a:spcPts val="0"/>
              </a:spcBef>
              <a:spcAft>
                <a:spcPts val="1400"/>
              </a:spcAft>
              <a:buFont typeface="Arial"/>
              <a:buChar char="•"/>
              <a:defRPr sz="2500">
                <a:solidFill>
                  <a:schemeClr val="tx1"/>
                </a:solidFill>
                <a:latin typeface="Arial"/>
                <a:cs typeface="Arial"/>
              </a:defRPr>
            </a:lvl1pPr>
            <a:lvl2pPr marL="723900" indent="-279400">
              <a:lnSpc>
                <a:spcPct val="100000"/>
              </a:lnSpc>
              <a:spcBef>
                <a:spcPts val="0"/>
              </a:spcBef>
              <a:spcAft>
                <a:spcPts val="1200"/>
              </a:spcAft>
              <a:buFont typeface="Arial"/>
              <a:buChar char="•"/>
              <a:defRPr lang="en-US" sz="2000" kern="1200" dirty="0">
                <a:solidFill>
                  <a:srgbClr val="0E463C"/>
                </a:solidFill>
                <a:latin typeface="Arial"/>
                <a:ea typeface="+mn-ea"/>
                <a:cs typeface="Arial"/>
              </a:defRPr>
            </a:lvl2pPr>
            <a:lvl3pPr marL="723900" indent="-279400">
              <a:lnSpc>
                <a:spcPct val="100000"/>
              </a:lnSpc>
              <a:spcBef>
                <a:spcPts val="0"/>
              </a:spcBef>
              <a:spcAft>
                <a:spcPts val="1200"/>
              </a:spcAft>
              <a:buFont typeface="Arial"/>
              <a:buChar char="•"/>
              <a:defRPr lang="en-US" sz="2000" kern="1200" baseline="0" dirty="0">
                <a:solidFill>
                  <a:srgbClr val="58ACA5"/>
                </a:solidFill>
                <a:latin typeface="Arial"/>
                <a:ea typeface="+mn-ea"/>
                <a:cs typeface="Arial"/>
              </a:defRPr>
            </a:lvl3pPr>
          </a:lstStyle>
          <a:p>
            <a:pPr lvl="0"/>
            <a:r>
              <a:rPr lang="en-US" dirty="0"/>
              <a:t>Click to edit Master text styles</a:t>
            </a:r>
          </a:p>
          <a:p>
            <a:pPr lvl="1"/>
            <a:r>
              <a:rPr lang="en-US" dirty="0"/>
              <a:t>Second level</a:t>
            </a:r>
          </a:p>
          <a:p>
            <a:pPr lvl="2"/>
            <a:r>
              <a:rPr lang="en-US" dirty="0"/>
              <a:t>Third level</a:t>
            </a:r>
          </a:p>
        </p:txBody>
      </p:sp>
      <p:pic>
        <p:nvPicPr>
          <p:cNvPr id="6" name="Picture 5">
            <a:extLst>
              <a:ext uri="{FF2B5EF4-FFF2-40B4-BE49-F238E27FC236}">
                <a16:creationId xmlns:a16="http://schemas.microsoft.com/office/drawing/2014/main" id="{3E732CD1-CBF6-6049-8EEB-8C4CDE51B8E8}"/>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0"/>
            <a:ext cx="9144000" cy="618744"/>
          </a:xfrm>
          <a:prstGeom prst="rect">
            <a:avLst/>
          </a:prstGeom>
        </p:spPr>
      </p:pic>
      <p:sp>
        <p:nvSpPr>
          <p:cNvPr id="10" name="TextBox 9">
            <a:extLst>
              <a:ext uri="{FF2B5EF4-FFF2-40B4-BE49-F238E27FC236}">
                <a16:creationId xmlns:a16="http://schemas.microsoft.com/office/drawing/2014/main" id="{D7C50F87-CCB0-9142-887C-887EA858C574}"/>
              </a:ext>
            </a:extLst>
          </p:cNvPr>
          <p:cNvSpPr txBox="1"/>
          <p:nvPr userDrawn="1"/>
        </p:nvSpPr>
        <p:spPr>
          <a:xfrm>
            <a:off x="752495" y="156700"/>
            <a:ext cx="8067635" cy="452432"/>
          </a:xfrm>
          <a:prstGeom prst="rect">
            <a:avLst/>
          </a:prstGeom>
          <a:noFill/>
        </p:spPr>
        <p:txBody>
          <a:bodyPr wrap="square" lIns="0" tIns="0" rIns="0" rtlCol="0">
            <a:noAutofit/>
          </a:bodyPr>
          <a:lstStyle/>
          <a:p>
            <a:pPr>
              <a:spcBef>
                <a:spcPts val="288"/>
              </a:spcBef>
            </a:pPr>
            <a:r>
              <a:rPr lang="en-US" sz="1200" b="1" kern="1200" dirty="0">
                <a:solidFill>
                  <a:srgbClr val="FFFFFF"/>
                </a:solidFill>
                <a:effectLst>
                  <a:glow rad="228600">
                    <a:schemeClr val="tx1">
                      <a:alpha val="32000"/>
                    </a:schemeClr>
                  </a:glow>
                  <a:outerShdw blurRad="50800" dist="38100" dir="2700000" algn="tl" rotWithShape="0">
                    <a:prstClr val="black">
                      <a:alpha val="40000"/>
                    </a:prstClr>
                  </a:outerShdw>
                </a:effectLst>
                <a:latin typeface="Arial" panose="020B0604020202020204" pitchFamily="34" charset="0"/>
                <a:ea typeface="+mn-ea"/>
                <a:cs typeface="Arial" panose="020B0604020202020204" pitchFamily="34" charset="0"/>
              </a:rPr>
              <a:t>Sound</a:t>
            </a:r>
          </a:p>
          <a:p>
            <a:pPr marL="0" marR="0" indent="0" algn="l" defTabSz="457200" rtl="0" eaLnBrk="1" fontAlgn="auto" latinLnBrk="0" hangingPunct="1">
              <a:lnSpc>
                <a:spcPct val="100000"/>
              </a:lnSpc>
              <a:spcBef>
                <a:spcPts val="288"/>
              </a:spcBef>
              <a:spcAft>
                <a:spcPts val="0"/>
              </a:spcAft>
              <a:buClrTx/>
              <a:buSzTx/>
              <a:buFontTx/>
              <a:buNone/>
              <a:tabLst/>
              <a:defRPr/>
            </a:pPr>
            <a:r>
              <a:rPr lang="en-US" sz="1200" b="0" kern="1200" dirty="0">
                <a:solidFill>
                  <a:srgbClr val="FFFFFF"/>
                </a:solidFill>
                <a:effectLst>
                  <a:glow rad="228600">
                    <a:schemeClr val="tx1">
                      <a:alpha val="32000"/>
                    </a:schemeClr>
                  </a:glow>
                  <a:outerShdw blurRad="50800" dist="38100" dir="2700000" algn="tl" rotWithShape="0">
                    <a:prstClr val="black">
                      <a:alpha val="40000"/>
                    </a:prstClr>
                  </a:outerShdw>
                </a:effectLst>
                <a:latin typeface="Arial" panose="020B0604020202020204" pitchFamily="34" charset="0"/>
                <a:ea typeface="+mn-ea"/>
                <a:cs typeface="Arial" panose="020B0604020202020204" pitchFamily="34" charset="0"/>
              </a:rPr>
              <a:t>Unit 1 Data representation</a:t>
            </a:r>
          </a:p>
        </p:txBody>
      </p:sp>
    </p:spTree>
    <p:extLst>
      <p:ext uri="{BB962C8B-B14F-4D97-AF65-F5344CB8AC3E}">
        <p14:creationId xmlns:p14="http://schemas.microsoft.com/office/powerpoint/2010/main" val="33158330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8_Custom Layout">
    <p:bg>
      <p:bgPr>
        <a:solidFill>
          <a:schemeClr val="tx1"/>
        </a:solidFill>
        <a:effectLst/>
      </p:bgPr>
    </p:bg>
    <p:spTree>
      <p:nvGrpSpPr>
        <p:cNvPr id="1" name=""/>
        <p:cNvGrpSpPr/>
        <p:nvPr/>
      </p:nvGrpSpPr>
      <p:grpSpPr>
        <a:xfrm>
          <a:off x="0" y="0"/>
          <a:ext cx="0" cy="0"/>
          <a:chOff x="0" y="0"/>
          <a:chExt cx="0" cy="0"/>
        </a:xfrm>
      </p:grpSpPr>
      <p:sp>
        <p:nvSpPr>
          <p:cNvPr id="8" name="Rectangle 7"/>
          <p:cNvSpPr/>
          <p:nvPr userDrawn="1"/>
        </p:nvSpPr>
        <p:spPr>
          <a:xfrm>
            <a:off x="676274" y="1701461"/>
            <a:ext cx="7829551" cy="4555093"/>
          </a:xfrm>
          <a:prstGeom prst="rect">
            <a:avLst/>
          </a:prstGeom>
        </p:spPr>
        <p:txBody>
          <a:bodyPr wrap="square">
            <a:spAutoFit/>
          </a:bodyPr>
          <a:lstStyle/>
          <a:p>
            <a:pPr marL="0" marR="0" lvl="0" indent="0" algn="just" defTabSz="457200" rtl="0" eaLnBrk="1" fontAlgn="auto" latinLnBrk="0" hangingPunct="1">
              <a:lnSpc>
                <a:spcPct val="100000"/>
              </a:lnSpc>
              <a:spcBef>
                <a:spcPts val="0"/>
              </a:spcBef>
              <a:spcAft>
                <a:spcPts val="1400"/>
              </a:spcAft>
              <a:buClrTx/>
              <a:buSzTx/>
              <a:buFont typeface="Arial"/>
              <a:buNone/>
              <a:tabLst/>
              <a:defRPr/>
            </a:pPr>
            <a:r>
              <a:rPr kumimoji="0" lang="en-GB" sz="1400" b="1" i="0" u="none" strike="noStrike" kern="1200" cap="none" spc="0" normalizeH="0" baseline="0" noProof="0" dirty="0">
                <a:ln>
                  <a:noFill/>
                </a:ln>
                <a:solidFill>
                  <a:schemeClr val="bg1"/>
                </a:solidFill>
                <a:effectLst/>
                <a:uLnTx/>
                <a:uFillTx/>
                <a:latin typeface="Arial"/>
                <a:ea typeface="+mn-ea"/>
                <a:cs typeface="Arial"/>
              </a:rPr>
              <a:t>Copyright</a:t>
            </a:r>
            <a:endParaRPr kumimoji="0" lang="en-GB" sz="1200" b="1" i="0" u="none" strike="noStrike" kern="1200" cap="none" spc="0" normalizeH="0" baseline="0" noProof="0" dirty="0">
              <a:ln>
                <a:noFill/>
              </a:ln>
              <a:solidFill>
                <a:schemeClr val="bg1"/>
              </a:solidFill>
              <a:effectLst/>
              <a:uLnTx/>
              <a:uFillTx/>
              <a:latin typeface="Arial"/>
              <a:ea typeface="+mn-ea"/>
              <a:cs typeface="Arial"/>
            </a:endParaRPr>
          </a:p>
          <a:p>
            <a:pPr marL="0" marR="0" lvl="0" indent="0" algn="just" defTabSz="457200" rtl="0" eaLnBrk="1" fontAlgn="auto" latinLnBrk="0" hangingPunct="1">
              <a:lnSpc>
                <a:spcPct val="100000"/>
              </a:lnSpc>
              <a:spcBef>
                <a:spcPts val="0"/>
              </a:spcBef>
              <a:spcAft>
                <a:spcPts val="1400"/>
              </a:spcAft>
              <a:buClrTx/>
              <a:buSzTx/>
              <a:buFont typeface="Arial"/>
              <a:buNone/>
              <a:tabLst/>
              <a:defRPr/>
            </a:pPr>
            <a:r>
              <a:rPr kumimoji="0" lang="en-GB" sz="1200" b="0" i="0" u="none" strike="noStrike" kern="1200" cap="none" spc="0" normalizeH="0" baseline="0" noProof="0" dirty="0">
                <a:ln>
                  <a:noFill/>
                </a:ln>
                <a:solidFill>
                  <a:schemeClr val="bg1"/>
                </a:solidFill>
                <a:effectLst/>
                <a:uLnTx/>
                <a:uFillTx/>
                <a:latin typeface="Arial"/>
                <a:ea typeface="+mn-ea"/>
                <a:cs typeface="Arial"/>
              </a:rPr>
              <a:t>© 2021 PG Online Limited</a:t>
            </a:r>
          </a:p>
          <a:p>
            <a:pPr marL="0" marR="0" lvl="0" indent="0" algn="just" defTabSz="457200" rtl="0" eaLnBrk="1" fontAlgn="auto" latinLnBrk="0" hangingPunct="1">
              <a:lnSpc>
                <a:spcPct val="100000"/>
              </a:lnSpc>
              <a:spcBef>
                <a:spcPts val="0"/>
              </a:spcBef>
              <a:spcAft>
                <a:spcPts val="1400"/>
              </a:spcAft>
              <a:buClrTx/>
              <a:buSzTx/>
              <a:buFont typeface="Arial"/>
              <a:buNone/>
              <a:tabLst/>
              <a:defRPr/>
            </a:pPr>
            <a:r>
              <a:rPr kumimoji="0" lang="en-GB" sz="1200" b="0" i="0" u="none" strike="noStrike" kern="1200" cap="none" spc="0" normalizeH="0" baseline="0" noProof="0" dirty="0">
                <a:ln>
                  <a:noFill/>
                </a:ln>
                <a:solidFill>
                  <a:schemeClr val="bg1"/>
                </a:solidFill>
                <a:effectLst/>
                <a:uLnTx/>
                <a:uFillTx/>
                <a:latin typeface="Arial"/>
                <a:ea typeface="+mn-ea"/>
                <a:cs typeface="Arial"/>
              </a:rPr>
              <a:t>The contents of this unit are protected by copyright. </a:t>
            </a:r>
          </a:p>
          <a:p>
            <a:pPr marL="0" marR="0" lvl="0" indent="0" algn="just" defTabSz="457200" rtl="0" eaLnBrk="1" fontAlgn="auto" latinLnBrk="0" hangingPunct="1">
              <a:lnSpc>
                <a:spcPct val="100000"/>
              </a:lnSpc>
              <a:spcBef>
                <a:spcPts val="0"/>
              </a:spcBef>
              <a:spcAft>
                <a:spcPts val="1400"/>
              </a:spcAft>
              <a:buClrTx/>
              <a:buSzTx/>
              <a:buFont typeface="Arial"/>
              <a:buNone/>
              <a:tabLst/>
              <a:defRPr/>
            </a:pPr>
            <a:r>
              <a:rPr kumimoji="0" lang="en-GB" sz="1200" b="0" i="0" u="none" strike="noStrike" kern="1200" cap="none" spc="0" normalizeH="0" baseline="0" noProof="0" dirty="0">
                <a:ln>
                  <a:noFill/>
                </a:ln>
                <a:solidFill>
                  <a:schemeClr val="bg1"/>
                </a:solidFill>
                <a:effectLst/>
                <a:uLnTx/>
                <a:uFillTx/>
                <a:latin typeface="Arial"/>
                <a:ea typeface="+mn-ea"/>
                <a:cs typeface="Arial"/>
              </a:rPr>
              <a:t>This unit and all the worksheets, PowerPoint presentations, teaching guides and other associated files distributed with it are supplied to you by PG Online Limited under licence and may be used and copied by you only in accordance with the terms of the licence. Except as expressly permitted by the licence, no part of the materials distributed with this unit may be used, reproduced, stored in a retrieval system, or transmitted, in any form or by any means, electronic or otherwise, without the prior written permission of PG Online Limited.</a:t>
            </a:r>
          </a:p>
          <a:p>
            <a:pPr marL="0" marR="0" lvl="0" indent="0" algn="just" defTabSz="457200" rtl="0" eaLnBrk="1" fontAlgn="auto" latinLnBrk="0" hangingPunct="1">
              <a:lnSpc>
                <a:spcPct val="100000"/>
              </a:lnSpc>
              <a:spcBef>
                <a:spcPts val="0"/>
              </a:spcBef>
              <a:spcAft>
                <a:spcPts val="1400"/>
              </a:spcAft>
              <a:buClrTx/>
              <a:buSzTx/>
              <a:buFont typeface="Arial"/>
              <a:buNone/>
              <a:tabLst/>
              <a:defRPr/>
            </a:pPr>
            <a:r>
              <a:rPr kumimoji="0" lang="en-GB" sz="1400" b="1" i="0" u="none" strike="noStrike" kern="1200" cap="none" spc="0" normalizeH="0" baseline="0" noProof="0" dirty="0">
                <a:ln>
                  <a:noFill/>
                </a:ln>
                <a:solidFill>
                  <a:schemeClr val="bg1"/>
                </a:solidFill>
                <a:effectLst/>
                <a:uLnTx/>
                <a:uFillTx/>
                <a:latin typeface="Arial"/>
                <a:ea typeface="+mn-ea"/>
                <a:cs typeface="Arial"/>
              </a:rPr>
              <a:t>Licence agreement</a:t>
            </a:r>
          </a:p>
          <a:p>
            <a:pPr marL="0" marR="0" lvl="0" indent="0" algn="just" defTabSz="457200" rtl="0" eaLnBrk="1" fontAlgn="auto" latinLnBrk="0" hangingPunct="1">
              <a:lnSpc>
                <a:spcPct val="100000"/>
              </a:lnSpc>
              <a:spcBef>
                <a:spcPts val="0"/>
              </a:spcBef>
              <a:spcAft>
                <a:spcPts val="1400"/>
              </a:spcAft>
              <a:buClrTx/>
              <a:buSzTx/>
              <a:buFont typeface="Arial"/>
              <a:buNone/>
              <a:tabLst/>
              <a:defRPr/>
            </a:pPr>
            <a:r>
              <a:rPr kumimoji="0" lang="en-GB" sz="1200" b="0" i="0" u="none" strike="noStrike" kern="1200" cap="none" spc="0" normalizeH="0" baseline="0" noProof="0" dirty="0">
                <a:ln>
                  <a:noFill/>
                </a:ln>
                <a:solidFill>
                  <a:schemeClr val="bg1"/>
                </a:solidFill>
                <a:effectLst/>
                <a:uLnTx/>
                <a:uFillTx/>
                <a:latin typeface="Arial"/>
                <a:ea typeface="+mn-ea"/>
                <a:cs typeface="Arial"/>
              </a:rPr>
              <a:t>This is a legal agreement between you, the end user, and PG Online Limited. This unit and all the worksheets, PowerPoint presentations, teaching guides and other associated files distributed with it is licensed, not sold, to you by PG Online Limited for use under the terms of the licence.</a:t>
            </a:r>
          </a:p>
          <a:p>
            <a:pPr marL="0" marR="0" lvl="0" indent="0" algn="just" defTabSz="457200" rtl="0" eaLnBrk="1" fontAlgn="auto" latinLnBrk="0" hangingPunct="1">
              <a:lnSpc>
                <a:spcPct val="100000"/>
              </a:lnSpc>
              <a:spcBef>
                <a:spcPts val="0"/>
              </a:spcBef>
              <a:spcAft>
                <a:spcPts val="1400"/>
              </a:spcAft>
              <a:buClrTx/>
              <a:buSzTx/>
              <a:buFont typeface="Arial"/>
              <a:buNone/>
              <a:tabLst/>
              <a:defRPr/>
            </a:pPr>
            <a:r>
              <a:rPr kumimoji="0" lang="en-GB" sz="1200" b="0" i="0" u="none" strike="noStrike" kern="1200" cap="none" spc="0" normalizeH="0" baseline="0" noProof="0" dirty="0">
                <a:ln>
                  <a:noFill/>
                </a:ln>
                <a:solidFill>
                  <a:schemeClr val="bg1"/>
                </a:solidFill>
                <a:effectLst/>
                <a:uLnTx/>
                <a:uFillTx/>
                <a:latin typeface="Arial"/>
                <a:ea typeface="+mn-ea"/>
                <a:cs typeface="Arial"/>
              </a:rPr>
              <a:t>The materials distributed with this unit may be freely copied and used by members of a single institution on a single site only. You are not permitted to share in any way any of the materials or part of the materials with any third party, including users on another site or individuals who are members of a separate institution. You acknowledge that the materials must remain with you, the licencing institution, and no part of the materials may be transferred to another institution. You also agree not to procure, authorise, encourage, facilitate or enable any third party to reproduce these materials in whole or in part without the prior permission of PG Online Limited.</a:t>
            </a:r>
            <a:endParaRPr lang="en-GB" sz="1200" dirty="0">
              <a:solidFill>
                <a:schemeClr val="bg1"/>
              </a:solidFill>
            </a:endParaRPr>
          </a:p>
        </p:txBody>
      </p:sp>
      <p:pic>
        <p:nvPicPr>
          <p:cNvPr id="7" name="Picture 6">
            <a:extLst>
              <a:ext uri="{FF2B5EF4-FFF2-40B4-BE49-F238E27FC236}">
                <a16:creationId xmlns:a16="http://schemas.microsoft.com/office/drawing/2014/main" id="{47145268-D342-934C-907C-54316D5AA81A}"/>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0"/>
            <a:ext cx="9144000" cy="618744"/>
          </a:xfrm>
          <a:prstGeom prst="rect">
            <a:avLst/>
          </a:prstGeom>
        </p:spPr>
      </p:pic>
      <p:pic>
        <p:nvPicPr>
          <p:cNvPr id="10" name="Graphic 9">
            <a:extLst>
              <a:ext uri="{FF2B5EF4-FFF2-40B4-BE49-F238E27FC236}">
                <a16:creationId xmlns:a16="http://schemas.microsoft.com/office/drawing/2014/main" id="{25159C0E-4C8B-794B-BE97-CB316716D170}"/>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7267074" y="6313572"/>
            <a:ext cx="1428387" cy="337136"/>
          </a:xfrm>
          <a:prstGeom prst="rect">
            <a:avLst/>
          </a:prstGeom>
        </p:spPr>
      </p:pic>
      <p:sp>
        <p:nvSpPr>
          <p:cNvPr id="11" name="TextBox 10">
            <a:extLst>
              <a:ext uri="{FF2B5EF4-FFF2-40B4-BE49-F238E27FC236}">
                <a16:creationId xmlns:a16="http://schemas.microsoft.com/office/drawing/2014/main" id="{52EACD26-0AE9-A141-9478-5719E13BE996}"/>
              </a:ext>
            </a:extLst>
          </p:cNvPr>
          <p:cNvSpPr txBox="1"/>
          <p:nvPr userDrawn="1"/>
        </p:nvSpPr>
        <p:spPr>
          <a:xfrm>
            <a:off x="752495" y="156700"/>
            <a:ext cx="8067635" cy="452432"/>
          </a:xfrm>
          <a:prstGeom prst="rect">
            <a:avLst/>
          </a:prstGeom>
          <a:noFill/>
        </p:spPr>
        <p:txBody>
          <a:bodyPr wrap="square" lIns="0" tIns="0" rIns="0" rtlCol="0">
            <a:noAutofit/>
          </a:bodyPr>
          <a:lstStyle/>
          <a:p>
            <a:pPr>
              <a:spcBef>
                <a:spcPts val="288"/>
              </a:spcBef>
            </a:pPr>
            <a:r>
              <a:rPr lang="en-US" sz="1200" b="1" kern="1200" dirty="0">
                <a:solidFill>
                  <a:srgbClr val="FFFFFF"/>
                </a:solidFill>
                <a:effectLst>
                  <a:glow rad="228600">
                    <a:schemeClr val="tx1">
                      <a:alpha val="32000"/>
                    </a:schemeClr>
                  </a:glow>
                  <a:outerShdw blurRad="50800" dist="38100" dir="2700000" algn="tl" rotWithShape="0">
                    <a:prstClr val="black">
                      <a:alpha val="40000"/>
                    </a:prstClr>
                  </a:outerShdw>
                </a:effectLst>
                <a:latin typeface="Arial" panose="020B0604020202020204" pitchFamily="34" charset="0"/>
                <a:ea typeface="+mn-ea"/>
                <a:cs typeface="Arial" panose="020B0604020202020204" pitchFamily="34" charset="0"/>
              </a:rPr>
              <a:t>Sound</a:t>
            </a:r>
          </a:p>
          <a:p>
            <a:pPr marL="0" marR="0" indent="0" algn="l" defTabSz="457200" rtl="0" eaLnBrk="1" fontAlgn="auto" latinLnBrk="0" hangingPunct="1">
              <a:lnSpc>
                <a:spcPct val="100000"/>
              </a:lnSpc>
              <a:spcBef>
                <a:spcPts val="288"/>
              </a:spcBef>
              <a:spcAft>
                <a:spcPts val="0"/>
              </a:spcAft>
              <a:buClrTx/>
              <a:buSzTx/>
              <a:buFontTx/>
              <a:buNone/>
              <a:tabLst/>
              <a:defRPr/>
            </a:pPr>
            <a:r>
              <a:rPr lang="en-US" sz="1200" b="0" kern="1200" dirty="0">
                <a:solidFill>
                  <a:srgbClr val="FFFFFF"/>
                </a:solidFill>
                <a:effectLst>
                  <a:glow rad="228600">
                    <a:schemeClr val="tx1">
                      <a:alpha val="32000"/>
                    </a:schemeClr>
                  </a:glow>
                  <a:outerShdw blurRad="50800" dist="38100" dir="2700000" algn="tl" rotWithShape="0">
                    <a:prstClr val="black">
                      <a:alpha val="40000"/>
                    </a:prstClr>
                  </a:outerShdw>
                </a:effectLst>
                <a:latin typeface="Arial" panose="020B0604020202020204" pitchFamily="34" charset="0"/>
                <a:ea typeface="+mn-ea"/>
                <a:cs typeface="Arial" panose="020B0604020202020204" pitchFamily="34" charset="0"/>
              </a:rPr>
              <a:t>Unit 1 Data representation</a:t>
            </a:r>
          </a:p>
        </p:txBody>
      </p:sp>
    </p:spTree>
    <p:extLst>
      <p:ext uri="{BB962C8B-B14F-4D97-AF65-F5344CB8AC3E}">
        <p14:creationId xmlns:p14="http://schemas.microsoft.com/office/powerpoint/2010/main" val="789512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16734550"/>
      </p:ext>
    </p:extLst>
  </p:cSld>
  <p:clrMap bg1="lt1" tx1="dk1" bg2="lt2" tx2="dk2" accent1="accent1" accent2="accent2" accent3="accent3" accent4="accent4" accent5="accent5" accent6="accent6" hlink="hlink" folHlink="folHlink"/>
  <p:sldLayoutIdLst>
    <p:sldLayoutId id="2147483649" r:id="rId1"/>
    <p:sldLayoutId id="2147483666" r:id="rId2"/>
    <p:sldLayoutId id="2147483664" r:id="rId3"/>
    <p:sldLayoutId id="2147483653" r:id="rId4"/>
    <p:sldLayoutId id="2147483652" r:id="rId5"/>
    <p:sldLayoutId id="2147483667" r:id="rId6"/>
    <p:sldLayoutId id="2147483656" r:id="rId7"/>
    <p:sldLayoutId id="2147483665" r:id="rId8"/>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8.jpeg"/><Relationship Id="rId1" Type="http://schemas.openxmlformats.org/officeDocument/2006/relationships/slideLayout" Target="../slideLayouts/slideLayout7.xml"/><Relationship Id="rId4" Type="http://schemas.openxmlformats.org/officeDocument/2006/relationships/image" Target="../media/image4.sv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eg"/><Relationship Id="rId1" Type="http://schemas.openxmlformats.org/officeDocument/2006/relationships/slideLayout" Target="../slideLayouts/slideLayout4.xml"/><Relationship Id="rId4" Type="http://schemas.openxmlformats.org/officeDocument/2006/relationships/image" Target="../media/image11.svg"/></Relationships>
</file>

<file path=ppt/slides/_rels/slide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2.xml"/><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3.png"/></Relationships>
</file>

<file path=ppt/slides/_rels/slide16.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3.xml"/><Relationship Id="rId1" Type="http://schemas.openxmlformats.org/officeDocument/2006/relationships/slideLayout" Target="../slideLayouts/slideLayout7.xml"/><Relationship Id="rId5" Type="http://schemas.openxmlformats.org/officeDocument/2006/relationships/image" Target="../media/image20.svg"/><Relationship Id="rId4" Type="http://schemas.openxmlformats.org/officeDocument/2006/relationships/image" Target="../media/image19.png"/></Relationships>
</file>

<file path=ppt/slides/_rels/slide17.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3.jpeg"/><Relationship Id="rId1" Type="http://schemas.openxmlformats.org/officeDocument/2006/relationships/slideLayout" Target="../slideLayouts/slideLayout4.xml"/><Relationship Id="rId4" Type="http://schemas.openxmlformats.org/officeDocument/2006/relationships/image" Target="../media/image4.sv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0973585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type="body" sz="quarter" idx="13"/>
          </p:nvPr>
        </p:nvSpPr>
        <p:spPr>
          <a:xfrm>
            <a:off x="724280" y="906233"/>
            <a:ext cx="7816470" cy="670772"/>
          </a:xfrm>
        </p:spPr>
        <p:txBody>
          <a:bodyPr/>
          <a:lstStyle/>
          <a:p>
            <a:r>
              <a:rPr lang="en-GB" dirty="0"/>
              <a:t>Objectives</a:t>
            </a:r>
          </a:p>
        </p:txBody>
      </p:sp>
      <p:sp>
        <p:nvSpPr>
          <p:cNvPr id="4" name="Text Placeholder 3"/>
          <p:cNvSpPr>
            <a:spLocks noGrp="1"/>
          </p:cNvSpPr>
          <p:nvPr>
            <p:ph type="body" sz="quarter" idx="15"/>
          </p:nvPr>
        </p:nvSpPr>
        <p:spPr>
          <a:xfrm>
            <a:off x="724280" y="1704179"/>
            <a:ext cx="7797230" cy="3453607"/>
          </a:xfrm>
        </p:spPr>
        <p:txBody>
          <a:bodyPr/>
          <a:lstStyle/>
          <a:p>
            <a:r>
              <a:rPr lang="en-GB" dirty="0"/>
              <a:t>Understand how sound is sampled and stored in </a:t>
            </a:r>
            <a:br>
              <a:rPr lang="en-GB" dirty="0"/>
            </a:br>
            <a:r>
              <a:rPr lang="en-GB" dirty="0"/>
              <a:t>digital form</a:t>
            </a:r>
          </a:p>
          <a:p>
            <a:r>
              <a:rPr lang="en-GB" dirty="0"/>
              <a:t>Be able to represent a short sound file in binary</a:t>
            </a:r>
          </a:p>
          <a:p>
            <a:r>
              <a:rPr lang="en-GB" dirty="0"/>
              <a:t>Explain how sampling intervals and resolution affect the size of a sound file using the terms:</a:t>
            </a:r>
          </a:p>
          <a:p>
            <a:pPr lvl="1"/>
            <a:r>
              <a:rPr lang="en-GB" dirty="0"/>
              <a:t>Sample rate</a:t>
            </a:r>
          </a:p>
          <a:p>
            <a:pPr lvl="1"/>
            <a:r>
              <a:rPr lang="en-GB" dirty="0"/>
              <a:t>Sample resolution (bit-depth)</a:t>
            </a:r>
          </a:p>
          <a:p>
            <a:r>
              <a:rPr lang="en-GB" dirty="0"/>
              <a:t>Explain the trade-off between file size and the accuracy of the recording</a:t>
            </a:r>
          </a:p>
        </p:txBody>
      </p:sp>
    </p:spTree>
    <p:extLst>
      <p:ext uri="{BB962C8B-B14F-4D97-AF65-F5344CB8AC3E}">
        <p14:creationId xmlns:p14="http://schemas.microsoft.com/office/powerpoint/2010/main" val="40905387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BFB8B0BC-398A-4160-A6DE-AA3E4E83EE85}"/>
              </a:ext>
            </a:extLst>
          </p:cNvPr>
          <p:cNvPicPr>
            <a:picLocks noChangeAspect="1" noChangeArrowheads="1"/>
          </p:cNvPicPr>
          <p:nvPr/>
        </p:nvPicPr>
        <p:blipFill rotWithShape="1">
          <a:blip r:embed="rId2" cstate="screen">
            <a:extLst>
              <a:ext uri="{28A0092B-C50C-407E-A947-70E740481C1C}">
                <a14:useLocalDpi xmlns:a14="http://schemas.microsoft.com/office/drawing/2010/main"/>
              </a:ext>
            </a:extLst>
          </a:blip>
          <a:srcRect/>
          <a:stretch/>
        </p:blipFill>
        <p:spPr bwMode="auto">
          <a:xfrm>
            <a:off x="2063845" y="2579422"/>
            <a:ext cx="7080155" cy="4278578"/>
          </a:xfrm>
          <a:prstGeom prst="rect">
            <a:avLst/>
          </a:prstGeom>
          <a:noFill/>
          <a:extLst>
            <a:ext uri="{909E8E84-426E-40DD-AFC4-6F175D3DCCD1}">
              <a14:hiddenFill xmlns:a14="http://schemas.microsoft.com/office/drawing/2010/main">
                <a:solidFill>
                  <a:srgbClr val="FFFFFF"/>
                </a:solidFill>
              </a14:hiddenFill>
            </a:ext>
          </a:extLst>
        </p:spPr>
      </p:pic>
      <p:sp>
        <p:nvSpPr>
          <p:cNvPr id="2" name="Text Placeholder 1">
            <a:extLst>
              <a:ext uri="{FF2B5EF4-FFF2-40B4-BE49-F238E27FC236}">
                <a16:creationId xmlns:a16="http://schemas.microsoft.com/office/drawing/2014/main" id="{F8652E53-D2B4-495D-AE1D-D959BFBED59B}"/>
              </a:ext>
            </a:extLst>
          </p:cNvPr>
          <p:cNvSpPr>
            <a:spLocks noGrp="1"/>
          </p:cNvSpPr>
          <p:nvPr>
            <p:ph type="body" sz="quarter" idx="13"/>
          </p:nvPr>
        </p:nvSpPr>
        <p:spPr/>
        <p:txBody>
          <a:bodyPr/>
          <a:lstStyle/>
          <a:p>
            <a:r>
              <a:rPr lang="en-GB" dirty="0"/>
              <a:t>Starter</a:t>
            </a:r>
          </a:p>
        </p:txBody>
      </p:sp>
      <p:sp>
        <p:nvSpPr>
          <p:cNvPr id="3" name="Text Placeholder 2">
            <a:extLst>
              <a:ext uri="{FF2B5EF4-FFF2-40B4-BE49-F238E27FC236}">
                <a16:creationId xmlns:a16="http://schemas.microsoft.com/office/drawing/2014/main" id="{31DF558F-1D46-44E3-BBC3-B8211BF8A8D5}"/>
              </a:ext>
            </a:extLst>
          </p:cNvPr>
          <p:cNvSpPr>
            <a:spLocks noGrp="1"/>
          </p:cNvSpPr>
          <p:nvPr>
            <p:ph type="body" sz="quarter" idx="14"/>
          </p:nvPr>
        </p:nvSpPr>
        <p:spPr/>
        <p:txBody>
          <a:bodyPr/>
          <a:lstStyle/>
          <a:p>
            <a:r>
              <a:rPr lang="en-GB" dirty="0"/>
              <a:t>A computer uses binary 1s and 0s</a:t>
            </a:r>
          </a:p>
          <a:p>
            <a:pPr lvl="1"/>
            <a:r>
              <a:rPr lang="en-GB" dirty="0"/>
              <a:t>How do you think this is able to </a:t>
            </a:r>
            <a:br>
              <a:rPr lang="en-GB" dirty="0"/>
            </a:br>
            <a:r>
              <a:rPr lang="en-GB" dirty="0"/>
              <a:t>store sound?</a:t>
            </a:r>
          </a:p>
        </p:txBody>
      </p:sp>
      <p:pic>
        <p:nvPicPr>
          <p:cNvPr id="7" name="Graphic 6">
            <a:extLst>
              <a:ext uri="{FF2B5EF4-FFF2-40B4-BE49-F238E27FC236}">
                <a16:creationId xmlns:a16="http://schemas.microsoft.com/office/drawing/2014/main" id="{2646CADE-E1A0-664F-ACDC-DAADFB2367D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267074" y="6313572"/>
            <a:ext cx="1428387" cy="337136"/>
          </a:xfrm>
          <a:prstGeom prst="rect">
            <a:avLst/>
          </a:prstGeom>
        </p:spPr>
      </p:pic>
    </p:spTree>
    <p:extLst>
      <p:ext uri="{BB962C8B-B14F-4D97-AF65-F5344CB8AC3E}">
        <p14:creationId xmlns:p14="http://schemas.microsoft.com/office/powerpoint/2010/main" val="408029805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type="body" sz="quarter" idx="13"/>
          </p:nvPr>
        </p:nvSpPr>
        <p:spPr/>
        <p:txBody>
          <a:bodyPr/>
          <a:lstStyle/>
          <a:p>
            <a:r>
              <a:rPr lang="en-GB" dirty="0"/>
              <a:t>Analogue to digital conversion</a:t>
            </a:r>
          </a:p>
          <a:p>
            <a:endParaRPr lang="en-GB" dirty="0"/>
          </a:p>
        </p:txBody>
      </p:sp>
      <p:sp>
        <p:nvSpPr>
          <p:cNvPr id="4" name="Text Placeholder 3"/>
          <p:cNvSpPr>
            <a:spLocks noGrp="1"/>
          </p:cNvSpPr>
          <p:nvPr>
            <p:ph type="body" sz="quarter" idx="14"/>
          </p:nvPr>
        </p:nvSpPr>
        <p:spPr>
          <a:xfrm>
            <a:off x="724280" y="1704179"/>
            <a:ext cx="7797230" cy="4247588"/>
          </a:xfrm>
        </p:spPr>
        <p:txBody>
          <a:bodyPr/>
          <a:lstStyle/>
          <a:p>
            <a:r>
              <a:rPr lang="en-GB" dirty="0"/>
              <a:t>Analogue sound signals are continuous</a:t>
            </a:r>
          </a:p>
          <a:p>
            <a:pPr marL="0" indent="0">
              <a:buNone/>
            </a:pPr>
            <a:br>
              <a:rPr lang="en-GB" dirty="0"/>
            </a:br>
            <a:endParaRPr lang="en-GB" sz="1600" dirty="0"/>
          </a:p>
          <a:p>
            <a:r>
              <a:rPr lang="en-GB" dirty="0"/>
              <a:t>Digital signals are discrete (not continuous)</a:t>
            </a:r>
          </a:p>
          <a:p>
            <a:pPr marL="0" indent="0">
              <a:buNone/>
            </a:pPr>
            <a:br>
              <a:rPr lang="en-GB" dirty="0"/>
            </a:br>
            <a:endParaRPr lang="en-GB" dirty="0"/>
          </a:p>
          <a:p>
            <a:endParaRPr lang="en-GB" dirty="0"/>
          </a:p>
          <a:p>
            <a:r>
              <a:rPr lang="en-GB" dirty="0"/>
              <a:t>Sound is digitised by repeatedly measuring and recording the sound wave</a:t>
            </a:r>
          </a:p>
          <a:p>
            <a:endParaRPr lang="en-GB" dirty="0"/>
          </a:p>
        </p:txBody>
      </p:sp>
      <p:sp>
        <p:nvSpPr>
          <p:cNvPr id="10" name="Freeform 9"/>
          <p:cNvSpPr/>
          <p:nvPr/>
        </p:nvSpPr>
        <p:spPr>
          <a:xfrm>
            <a:off x="1421153" y="2243514"/>
            <a:ext cx="6391196" cy="659040"/>
          </a:xfrm>
          <a:custGeom>
            <a:avLst/>
            <a:gdLst>
              <a:gd name="connsiteX0" fmla="*/ 0 w 6781800"/>
              <a:gd name="connsiteY0" fmla="*/ 0 h 965257"/>
              <a:gd name="connsiteX1" fmla="*/ 571500 w 6781800"/>
              <a:gd name="connsiteY1" fmla="*/ 965200 h 965257"/>
              <a:gd name="connsiteX2" fmla="*/ 1143000 w 6781800"/>
              <a:gd name="connsiteY2" fmla="*/ 50800 h 965257"/>
              <a:gd name="connsiteX3" fmla="*/ 1714500 w 6781800"/>
              <a:gd name="connsiteY3" fmla="*/ 965200 h 965257"/>
              <a:gd name="connsiteX4" fmla="*/ 2247900 w 6781800"/>
              <a:gd name="connsiteY4" fmla="*/ 50800 h 965257"/>
              <a:gd name="connsiteX5" fmla="*/ 2819400 w 6781800"/>
              <a:gd name="connsiteY5" fmla="*/ 952500 h 965257"/>
              <a:gd name="connsiteX6" fmla="*/ 3378200 w 6781800"/>
              <a:gd name="connsiteY6" fmla="*/ 76200 h 965257"/>
              <a:gd name="connsiteX7" fmla="*/ 3949700 w 6781800"/>
              <a:gd name="connsiteY7" fmla="*/ 939800 h 965257"/>
              <a:gd name="connsiteX8" fmla="*/ 4521200 w 6781800"/>
              <a:gd name="connsiteY8" fmla="*/ 63500 h 965257"/>
              <a:gd name="connsiteX9" fmla="*/ 5092700 w 6781800"/>
              <a:gd name="connsiteY9" fmla="*/ 952500 h 965257"/>
              <a:gd name="connsiteX10" fmla="*/ 5638800 w 6781800"/>
              <a:gd name="connsiteY10" fmla="*/ 63500 h 965257"/>
              <a:gd name="connsiteX11" fmla="*/ 6223000 w 6781800"/>
              <a:gd name="connsiteY11" fmla="*/ 952500 h 965257"/>
              <a:gd name="connsiteX12" fmla="*/ 6781800 w 6781800"/>
              <a:gd name="connsiteY12" fmla="*/ 50800 h 9652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81800" h="965257">
                <a:moveTo>
                  <a:pt x="0" y="0"/>
                </a:moveTo>
                <a:cubicBezTo>
                  <a:pt x="190500" y="478366"/>
                  <a:pt x="381000" y="956733"/>
                  <a:pt x="571500" y="965200"/>
                </a:cubicBezTo>
                <a:cubicBezTo>
                  <a:pt x="762000" y="973667"/>
                  <a:pt x="952500" y="50800"/>
                  <a:pt x="1143000" y="50800"/>
                </a:cubicBezTo>
                <a:cubicBezTo>
                  <a:pt x="1333500" y="50800"/>
                  <a:pt x="1530350" y="965200"/>
                  <a:pt x="1714500" y="965200"/>
                </a:cubicBezTo>
                <a:cubicBezTo>
                  <a:pt x="1898650" y="965200"/>
                  <a:pt x="2063750" y="52917"/>
                  <a:pt x="2247900" y="50800"/>
                </a:cubicBezTo>
                <a:cubicBezTo>
                  <a:pt x="2432050" y="48683"/>
                  <a:pt x="2631017" y="948267"/>
                  <a:pt x="2819400" y="952500"/>
                </a:cubicBezTo>
                <a:cubicBezTo>
                  <a:pt x="3007783" y="956733"/>
                  <a:pt x="3189817" y="78317"/>
                  <a:pt x="3378200" y="76200"/>
                </a:cubicBezTo>
                <a:cubicBezTo>
                  <a:pt x="3566583" y="74083"/>
                  <a:pt x="3759200" y="941917"/>
                  <a:pt x="3949700" y="939800"/>
                </a:cubicBezTo>
                <a:cubicBezTo>
                  <a:pt x="4140200" y="937683"/>
                  <a:pt x="4330700" y="61383"/>
                  <a:pt x="4521200" y="63500"/>
                </a:cubicBezTo>
                <a:cubicBezTo>
                  <a:pt x="4711700" y="65617"/>
                  <a:pt x="4906433" y="952500"/>
                  <a:pt x="5092700" y="952500"/>
                </a:cubicBezTo>
                <a:cubicBezTo>
                  <a:pt x="5278967" y="952500"/>
                  <a:pt x="5450417" y="63500"/>
                  <a:pt x="5638800" y="63500"/>
                </a:cubicBezTo>
                <a:cubicBezTo>
                  <a:pt x="5827183" y="63500"/>
                  <a:pt x="6032500" y="954617"/>
                  <a:pt x="6223000" y="952500"/>
                </a:cubicBezTo>
                <a:cubicBezTo>
                  <a:pt x="6413500" y="950383"/>
                  <a:pt x="6597650" y="500591"/>
                  <a:pt x="6781800" y="50800"/>
                </a:cubicBezTo>
              </a:path>
            </a:pathLst>
          </a:custGeom>
          <a:noFill/>
          <a:ln w="38100">
            <a:solidFill>
              <a:srgbClr val="58ACA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a:t>
            </a:r>
          </a:p>
        </p:txBody>
      </p:sp>
      <p:grpSp>
        <p:nvGrpSpPr>
          <p:cNvPr id="20" name="Group 19">
            <a:extLst>
              <a:ext uri="{FF2B5EF4-FFF2-40B4-BE49-F238E27FC236}">
                <a16:creationId xmlns:a16="http://schemas.microsoft.com/office/drawing/2014/main" id="{F0E8B191-4C55-4796-8FCB-E859763083CE}"/>
              </a:ext>
            </a:extLst>
          </p:cNvPr>
          <p:cNvGrpSpPr/>
          <p:nvPr/>
        </p:nvGrpSpPr>
        <p:grpSpPr>
          <a:xfrm>
            <a:off x="1327556" y="3900827"/>
            <a:ext cx="6327204" cy="613004"/>
            <a:chOff x="1172354" y="3828447"/>
            <a:chExt cx="6795532" cy="914400"/>
          </a:xfrm>
        </p:grpSpPr>
        <p:grpSp>
          <p:nvGrpSpPr>
            <p:cNvPr id="21" name="Group 20">
              <a:extLst>
                <a:ext uri="{FF2B5EF4-FFF2-40B4-BE49-F238E27FC236}">
                  <a16:creationId xmlns:a16="http://schemas.microsoft.com/office/drawing/2014/main" id="{9EBEF77B-2147-4259-91FE-39ECFE6F1B3F}"/>
                </a:ext>
              </a:extLst>
            </p:cNvPr>
            <p:cNvGrpSpPr/>
            <p:nvPr/>
          </p:nvGrpSpPr>
          <p:grpSpPr>
            <a:xfrm>
              <a:off x="1172354" y="3828447"/>
              <a:ext cx="6795532" cy="914400"/>
              <a:chOff x="1778000" y="4149080"/>
              <a:chExt cx="6795532" cy="914400"/>
            </a:xfrm>
          </p:grpSpPr>
          <p:cxnSp>
            <p:nvCxnSpPr>
              <p:cNvPr id="23" name="Elbow Connector 5">
                <a:extLst>
                  <a:ext uri="{FF2B5EF4-FFF2-40B4-BE49-F238E27FC236}">
                    <a16:creationId xmlns:a16="http://schemas.microsoft.com/office/drawing/2014/main" id="{E60A3048-6432-46C3-A922-5FE5865D6CAB}"/>
                  </a:ext>
                </a:extLst>
              </p:cNvPr>
              <p:cNvCxnSpPr/>
              <p:nvPr/>
            </p:nvCxnSpPr>
            <p:spPr>
              <a:xfrm>
                <a:off x="1778000" y="4149080"/>
                <a:ext cx="1137816" cy="914400"/>
              </a:xfrm>
              <a:prstGeom prst="bentConnector3">
                <a:avLst/>
              </a:prstGeom>
              <a:ln w="38100">
                <a:solidFill>
                  <a:srgbClr val="58ACA5"/>
                </a:solidFill>
              </a:ln>
            </p:spPr>
            <p:style>
              <a:lnRef idx="1">
                <a:schemeClr val="accent1"/>
              </a:lnRef>
              <a:fillRef idx="0">
                <a:schemeClr val="accent1"/>
              </a:fillRef>
              <a:effectRef idx="0">
                <a:schemeClr val="accent1"/>
              </a:effectRef>
              <a:fontRef idx="minor">
                <a:schemeClr val="tx1"/>
              </a:fontRef>
            </p:style>
          </p:cxnSp>
          <p:cxnSp>
            <p:nvCxnSpPr>
              <p:cNvPr id="24" name="Elbow Connector 7">
                <a:extLst>
                  <a:ext uri="{FF2B5EF4-FFF2-40B4-BE49-F238E27FC236}">
                    <a16:creationId xmlns:a16="http://schemas.microsoft.com/office/drawing/2014/main" id="{DA34D7BB-DDFD-4BD4-9155-80D658937C30}"/>
                  </a:ext>
                </a:extLst>
              </p:cNvPr>
              <p:cNvCxnSpPr/>
              <p:nvPr/>
            </p:nvCxnSpPr>
            <p:spPr>
              <a:xfrm>
                <a:off x="2925924" y="4149080"/>
                <a:ext cx="1137816" cy="914400"/>
              </a:xfrm>
              <a:prstGeom prst="bentConnector3">
                <a:avLst/>
              </a:prstGeom>
              <a:ln w="38100">
                <a:solidFill>
                  <a:srgbClr val="58ACA5"/>
                </a:solidFill>
              </a:ln>
            </p:spPr>
            <p:style>
              <a:lnRef idx="1">
                <a:schemeClr val="accent1"/>
              </a:lnRef>
              <a:fillRef idx="0">
                <a:schemeClr val="accent1"/>
              </a:fillRef>
              <a:effectRef idx="0">
                <a:schemeClr val="accent1"/>
              </a:effectRef>
              <a:fontRef idx="minor">
                <a:schemeClr val="tx1"/>
              </a:fontRef>
            </p:style>
          </p:cxnSp>
          <p:cxnSp>
            <p:nvCxnSpPr>
              <p:cNvPr id="25" name="Elbow Connector 8">
                <a:extLst>
                  <a:ext uri="{FF2B5EF4-FFF2-40B4-BE49-F238E27FC236}">
                    <a16:creationId xmlns:a16="http://schemas.microsoft.com/office/drawing/2014/main" id="{05B3ED51-BE6A-485B-B1BB-AB4990778643}"/>
                  </a:ext>
                </a:extLst>
              </p:cNvPr>
              <p:cNvCxnSpPr/>
              <p:nvPr/>
            </p:nvCxnSpPr>
            <p:spPr>
              <a:xfrm>
                <a:off x="4027972" y="4149080"/>
                <a:ext cx="1137816" cy="914400"/>
              </a:xfrm>
              <a:prstGeom prst="bentConnector3">
                <a:avLst/>
              </a:prstGeom>
              <a:ln w="38100">
                <a:solidFill>
                  <a:srgbClr val="58ACA5"/>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EB5A595E-1DFB-4556-AA45-C7F0F723A35F}"/>
                  </a:ext>
                </a:extLst>
              </p:cNvPr>
              <p:cNvCxnSpPr/>
              <p:nvPr/>
            </p:nvCxnSpPr>
            <p:spPr>
              <a:xfrm>
                <a:off x="2925924" y="4149080"/>
                <a:ext cx="0" cy="914400"/>
              </a:xfrm>
              <a:prstGeom prst="line">
                <a:avLst/>
              </a:prstGeom>
              <a:ln w="38100">
                <a:solidFill>
                  <a:srgbClr val="58ACA5"/>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EEFC7BC2-C38A-4C2D-8774-CD43DE9F222E}"/>
                  </a:ext>
                </a:extLst>
              </p:cNvPr>
              <p:cNvCxnSpPr/>
              <p:nvPr/>
            </p:nvCxnSpPr>
            <p:spPr>
              <a:xfrm>
                <a:off x="4045596" y="4149080"/>
                <a:ext cx="0" cy="914400"/>
              </a:xfrm>
              <a:prstGeom prst="line">
                <a:avLst/>
              </a:prstGeom>
              <a:ln w="38100">
                <a:solidFill>
                  <a:srgbClr val="58ACA5"/>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E47DB36D-CE17-413F-8104-395BF16A7B71}"/>
                  </a:ext>
                </a:extLst>
              </p:cNvPr>
              <p:cNvCxnSpPr/>
              <p:nvPr/>
            </p:nvCxnSpPr>
            <p:spPr>
              <a:xfrm>
                <a:off x="5160084" y="4149080"/>
                <a:ext cx="0" cy="914400"/>
              </a:xfrm>
              <a:prstGeom prst="line">
                <a:avLst/>
              </a:prstGeom>
              <a:ln w="38100">
                <a:solidFill>
                  <a:srgbClr val="58ACA5"/>
                </a:solidFill>
              </a:ln>
            </p:spPr>
            <p:style>
              <a:lnRef idx="1">
                <a:schemeClr val="accent1"/>
              </a:lnRef>
              <a:fillRef idx="0">
                <a:schemeClr val="accent1"/>
              </a:fillRef>
              <a:effectRef idx="0">
                <a:schemeClr val="accent1"/>
              </a:effectRef>
              <a:fontRef idx="minor">
                <a:schemeClr val="tx1"/>
              </a:fontRef>
            </p:style>
          </p:cxnSp>
          <p:cxnSp>
            <p:nvCxnSpPr>
              <p:cNvPr id="29" name="Elbow Connector 13">
                <a:extLst>
                  <a:ext uri="{FF2B5EF4-FFF2-40B4-BE49-F238E27FC236}">
                    <a16:creationId xmlns:a16="http://schemas.microsoft.com/office/drawing/2014/main" id="{1F4F9659-93EA-4FAF-81B7-FC1AA9CDC7A5}"/>
                  </a:ext>
                </a:extLst>
              </p:cNvPr>
              <p:cNvCxnSpPr/>
              <p:nvPr/>
            </p:nvCxnSpPr>
            <p:spPr>
              <a:xfrm>
                <a:off x="5160084" y="4149080"/>
                <a:ext cx="1137816" cy="914400"/>
              </a:xfrm>
              <a:prstGeom prst="bentConnector3">
                <a:avLst/>
              </a:prstGeom>
              <a:ln w="38100">
                <a:solidFill>
                  <a:srgbClr val="58ACA5"/>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B32C9F15-4559-48C5-AA88-065A4F28177A}"/>
                  </a:ext>
                </a:extLst>
              </p:cNvPr>
              <p:cNvCxnSpPr/>
              <p:nvPr/>
            </p:nvCxnSpPr>
            <p:spPr>
              <a:xfrm>
                <a:off x="6297900" y="4149080"/>
                <a:ext cx="0" cy="914400"/>
              </a:xfrm>
              <a:prstGeom prst="line">
                <a:avLst/>
              </a:prstGeom>
              <a:ln w="38100">
                <a:solidFill>
                  <a:srgbClr val="58ACA5"/>
                </a:solidFill>
              </a:ln>
            </p:spPr>
            <p:style>
              <a:lnRef idx="1">
                <a:schemeClr val="accent1"/>
              </a:lnRef>
              <a:fillRef idx="0">
                <a:schemeClr val="accent1"/>
              </a:fillRef>
              <a:effectRef idx="0">
                <a:schemeClr val="accent1"/>
              </a:effectRef>
              <a:fontRef idx="minor">
                <a:schemeClr val="tx1"/>
              </a:fontRef>
            </p:style>
          </p:cxnSp>
          <p:cxnSp>
            <p:nvCxnSpPr>
              <p:cNvPr id="31" name="Elbow Connector 15">
                <a:extLst>
                  <a:ext uri="{FF2B5EF4-FFF2-40B4-BE49-F238E27FC236}">
                    <a16:creationId xmlns:a16="http://schemas.microsoft.com/office/drawing/2014/main" id="{45BEF144-2EF3-41C3-BB56-F3CA52B0922D}"/>
                  </a:ext>
                </a:extLst>
              </p:cNvPr>
              <p:cNvCxnSpPr/>
              <p:nvPr/>
            </p:nvCxnSpPr>
            <p:spPr>
              <a:xfrm>
                <a:off x="6297900" y="4149080"/>
                <a:ext cx="1137816" cy="914400"/>
              </a:xfrm>
              <a:prstGeom prst="bentConnector3">
                <a:avLst/>
              </a:prstGeom>
              <a:ln w="38100">
                <a:solidFill>
                  <a:srgbClr val="58ACA5"/>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AF624615-58E0-4E88-B6AE-F9D237B0805F}"/>
                  </a:ext>
                </a:extLst>
              </p:cNvPr>
              <p:cNvCxnSpPr/>
              <p:nvPr/>
            </p:nvCxnSpPr>
            <p:spPr>
              <a:xfrm>
                <a:off x="7435716" y="4149080"/>
                <a:ext cx="0" cy="914400"/>
              </a:xfrm>
              <a:prstGeom prst="line">
                <a:avLst/>
              </a:prstGeom>
              <a:ln w="38100">
                <a:solidFill>
                  <a:srgbClr val="58ACA5"/>
                </a:solidFill>
              </a:ln>
            </p:spPr>
            <p:style>
              <a:lnRef idx="1">
                <a:schemeClr val="accent1"/>
              </a:lnRef>
              <a:fillRef idx="0">
                <a:schemeClr val="accent1"/>
              </a:fillRef>
              <a:effectRef idx="0">
                <a:schemeClr val="accent1"/>
              </a:effectRef>
              <a:fontRef idx="minor">
                <a:schemeClr val="tx1"/>
              </a:fontRef>
            </p:style>
          </p:cxnSp>
          <p:cxnSp>
            <p:nvCxnSpPr>
              <p:cNvPr id="33" name="Elbow Connector 17">
                <a:extLst>
                  <a:ext uri="{FF2B5EF4-FFF2-40B4-BE49-F238E27FC236}">
                    <a16:creationId xmlns:a16="http://schemas.microsoft.com/office/drawing/2014/main" id="{7F125687-0B69-455D-88FE-D469508471F3}"/>
                  </a:ext>
                </a:extLst>
              </p:cNvPr>
              <p:cNvCxnSpPr/>
              <p:nvPr/>
            </p:nvCxnSpPr>
            <p:spPr>
              <a:xfrm>
                <a:off x="7435716" y="4149080"/>
                <a:ext cx="1137816" cy="914400"/>
              </a:xfrm>
              <a:prstGeom prst="bentConnector3">
                <a:avLst/>
              </a:prstGeom>
              <a:ln w="38100">
                <a:solidFill>
                  <a:srgbClr val="58ACA5"/>
                </a:solidFill>
              </a:ln>
            </p:spPr>
            <p:style>
              <a:lnRef idx="1">
                <a:schemeClr val="accent1"/>
              </a:lnRef>
              <a:fillRef idx="0">
                <a:schemeClr val="accent1"/>
              </a:fillRef>
              <a:effectRef idx="0">
                <a:schemeClr val="accent1"/>
              </a:effectRef>
              <a:fontRef idx="minor">
                <a:schemeClr val="tx1"/>
              </a:fontRef>
            </p:style>
          </p:cxnSp>
        </p:grpSp>
        <p:cxnSp>
          <p:nvCxnSpPr>
            <p:cNvPr id="22" name="Straight Connector 21">
              <a:extLst>
                <a:ext uri="{FF2B5EF4-FFF2-40B4-BE49-F238E27FC236}">
                  <a16:creationId xmlns:a16="http://schemas.microsoft.com/office/drawing/2014/main" id="{C0E74E25-9F23-440B-90D8-891D355247FF}"/>
                </a:ext>
              </a:extLst>
            </p:cNvPr>
            <p:cNvCxnSpPr/>
            <p:nvPr/>
          </p:nvCxnSpPr>
          <p:spPr>
            <a:xfrm>
              <a:off x="7955790" y="3828447"/>
              <a:ext cx="0" cy="914400"/>
            </a:xfrm>
            <a:prstGeom prst="line">
              <a:avLst/>
            </a:prstGeom>
            <a:ln w="38100">
              <a:solidFill>
                <a:srgbClr val="58ACA5"/>
              </a:solidFill>
            </a:ln>
          </p:spPr>
          <p:style>
            <a:lnRef idx="1">
              <a:schemeClr val="accent1"/>
            </a:lnRef>
            <a:fillRef idx="0">
              <a:schemeClr val="accent1"/>
            </a:fillRef>
            <a:effectRef idx="0">
              <a:schemeClr val="accent1"/>
            </a:effectRef>
            <a:fontRef idx="minor">
              <a:schemeClr val="tx1"/>
            </a:fontRef>
          </p:style>
        </p:cxnSp>
      </p:grpSp>
      <p:cxnSp>
        <p:nvCxnSpPr>
          <p:cNvPr id="34" name="Straight Connector 33">
            <a:extLst>
              <a:ext uri="{FF2B5EF4-FFF2-40B4-BE49-F238E27FC236}">
                <a16:creationId xmlns:a16="http://schemas.microsoft.com/office/drawing/2014/main" id="{414E5194-634A-4C79-9123-4BD05BF08632}"/>
              </a:ext>
            </a:extLst>
          </p:cNvPr>
          <p:cNvCxnSpPr/>
          <p:nvPr/>
        </p:nvCxnSpPr>
        <p:spPr>
          <a:xfrm>
            <a:off x="1592037" y="3790078"/>
            <a:ext cx="0" cy="857029"/>
          </a:xfrm>
          <a:prstGeom prst="line">
            <a:avLst/>
          </a:prstGeom>
          <a:ln w="22225">
            <a:solidFill>
              <a:schemeClr val="tx1"/>
            </a:solidFill>
            <a:prstDash val="sysDash"/>
          </a:ln>
          <a:effectLst/>
        </p:spPr>
        <p:style>
          <a:lnRef idx="2">
            <a:schemeClr val="dk1"/>
          </a:lnRef>
          <a:fillRef idx="0">
            <a:schemeClr val="dk1"/>
          </a:fillRef>
          <a:effectRef idx="1">
            <a:schemeClr val="dk1"/>
          </a:effectRef>
          <a:fontRef idx="minor">
            <a:schemeClr val="tx1"/>
          </a:fontRef>
        </p:style>
      </p:cxnSp>
      <p:cxnSp>
        <p:nvCxnSpPr>
          <p:cNvPr id="35" name="Straight Connector 34">
            <a:extLst>
              <a:ext uri="{FF2B5EF4-FFF2-40B4-BE49-F238E27FC236}">
                <a16:creationId xmlns:a16="http://schemas.microsoft.com/office/drawing/2014/main" id="{DD25DA01-58CB-4A73-835D-016FF8124F0D}"/>
              </a:ext>
            </a:extLst>
          </p:cNvPr>
          <p:cNvCxnSpPr/>
          <p:nvPr/>
        </p:nvCxnSpPr>
        <p:spPr>
          <a:xfrm>
            <a:off x="2113891" y="3790078"/>
            <a:ext cx="0" cy="857029"/>
          </a:xfrm>
          <a:prstGeom prst="line">
            <a:avLst/>
          </a:prstGeom>
          <a:ln w="22225">
            <a:solidFill>
              <a:schemeClr val="tx1"/>
            </a:solidFill>
            <a:prstDash val="sysDash"/>
          </a:ln>
          <a:effectLst/>
        </p:spPr>
        <p:style>
          <a:lnRef idx="2">
            <a:schemeClr val="dk1"/>
          </a:lnRef>
          <a:fillRef idx="0">
            <a:schemeClr val="dk1"/>
          </a:fillRef>
          <a:effectRef idx="1">
            <a:schemeClr val="dk1"/>
          </a:effectRef>
          <a:fontRef idx="minor">
            <a:schemeClr val="tx1"/>
          </a:fontRef>
        </p:style>
      </p:cxnSp>
      <p:cxnSp>
        <p:nvCxnSpPr>
          <p:cNvPr id="36" name="Straight Connector 35">
            <a:extLst>
              <a:ext uri="{FF2B5EF4-FFF2-40B4-BE49-F238E27FC236}">
                <a16:creationId xmlns:a16="http://schemas.microsoft.com/office/drawing/2014/main" id="{31C3C616-9517-42FB-939B-BF92B6E9DC9A}"/>
              </a:ext>
            </a:extLst>
          </p:cNvPr>
          <p:cNvCxnSpPr/>
          <p:nvPr/>
        </p:nvCxnSpPr>
        <p:spPr>
          <a:xfrm>
            <a:off x="2654217" y="3790078"/>
            <a:ext cx="0" cy="857029"/>
          </a:xfrm>
          <a:prstGeom prst="line">
            <a:avLst/>
          </a:prstGeom>
          <a:ln w="22225">
            <a:solidFill>
              <a:schemeClr val="tx1"/>
            </a:solidFill>
            <a:prstDash val="sysDash"/>
          </a:ln>
          <a:effectLst/>
        </p:spPr>
        <p:style>
          <a:lnRef idx="2">
            <a:schemeClr val="dk1"/>
          </a:lnRef>
          <a:fillRef idx="0">
            <a:schemeClr val="dk1"/>
          </a:fillRef>
          <a:effectRef idx="1">
            <a:schemeClr val="dk1"/>
          </a:effectRef>
          <a:fontRef idx="minor">
            <a:schemeClr val="tx1"/>
          </a:fontRef>
        </p:style>
      </p:cxnSp>
      <p:cxnSp>
        <p:nvCxnSpPr>
          <p:cNvPr id="37" name="Straight Connector 36">
            <a:extLst>
              <a:ext uri="{FF2B5EF4-FFF2-40B4-BE49-F238E27FC236}">
                <a16:creationId xmlns:a16="http://schemas.microsoft.com/office/drawing/2014/main" id="{2ACF326F-E999-42F0-A709-C41D77473BC8}"/>
              </a:ext>
            </a:extLst>
          </p:cNvPr>
          <p:cNvCxnSpPr/>
          <p:nvPr/>
        </p:nvCxnSpPr>
        <p:spPr>
          <a:xfrm>
            <a:off x="3194543" y="3790078"/>
            <a:ext cx="0" cy="857029"/>
          </a:xfrm>
          <a:prstGeom prst="line">
            <a:avLst/>
          </a:prstGeom>
          <a:ln w="22225">
            <a:solidFill>
              <a:schemeClr val="tx1"/>
            </a:solidFill>
            <a:prstDash val="sysDash"/>
          </a:ln>
          <a:effectLst/>
        </p:spPr>
        <p:style>
          <a:lnRef idx="2">
            <a:schemeClr val="dk1"/>
          </a:lnRef>
          <a:fillRef idx="0">
            <a:schemeClr val="dk1"/>
          </a:fillRef>
          <a:effectRef idx="1">
            <a:schemeClr val="dk1"/>
          </a:effectRef>
          <a:fontRef idx="minor">
            <a:schemeClr val="tx1"/>
          </a:fontRef>
        </p:style>
      </p:cxnSp>
      <p:cxnSp>
        <p:nvCxnSpPr>
          <p:cNvPr id="38" name="Straight Connector 37">
            <a:extLst>
              <a:ext uri="{FF2B5EF4-FFF2-40B4-BE49-F238E27FC236}">
                <a16:creationId xmlns:a16="http://schemas.microsoft.com/office/drawing/2014/main" id="{775467E7-1CA9-46E4-8A70-E64817E0C795}"/>
              </a:ext>
            </a:extLst>
          </p:cNvPr>
          <p:cNvCxnSpPr/>
          <p:nvPr/>
        </p:nvCxnSpPr>
        <p:spPr>
          <a:xfrm>
            <a:off x="3716397" y="3790078"/>
            <a:ext cx="0" cy="857029"/>
          </a:xfrm>
          <a:prstGeom prst="line">
            <a:avLst/>
          </a:prstGeom>
          <a:ln w="22225">
            <a:solidFill>
              <a:schemeClr val="tx1"/>
            </a:solidFill>
            <a:prstDash val="sysDash"/>
          </a:ln>
          <a:effectLst/>
        </p:spPr>
        <p:style>
          <a:lnRef idx="2">
            <a:schemeClr val="dk1"/>
          </a:lnRef>
          <a:fillRef idx="0">
            <a:schemeClr val="dk1"/>
          </a:fillRef>
          <a:effectRef idx="1">
            <a:schemeClr val="dk1"/>
          </a:effectRef>
          <a:fontRef idx="minor">
            <a:schemeClr val="tx1"/>
          </a:fontRef>
        </p:style>
      </p:cxnSp>
      <p:cxnSp>
        <p:nvCxnSpPr>
          <p:cNvPr id="39" name="Straight Connector 38">
            <a:extLst>
              <a:ext uri="{FF2B5EF4-FFF2-40B4-BE49-F238E27FC236}">
                <a16:creationId xmlns:a16="http://schemas.microsoft.com/office/drawing/2014/main" id="{DCE89661-608B-4729-88D8-34DC9752D2EF}"/>
              </a:ext>
            </a:extLst>
          </p:cNvPr>
          <p:cNvCxnSpPr/>
          <p:nvPr/>
        </p:nvCxnSpPr>
        <p:spPr>
          <a:xfrm>
            <a:off x="4219779" y="3790078"/>
            <a:ext cx="0" cy="857029"/>
          </a:xfrm>
          <a:prstGeom prst="line">
            <a:avLst/>
          </a:prstGeom>
          <a:ln w="22225">
            <a:solidFill>
              <a:schemeClr val="tx1"/>
            </a:solidFill>
            <a:prstDash val="sysDash"/>
          </a:ln>
          <a:effectLst/>
        </p:spPr>
        <p:style>
          <a:lnRef idx="2">
            <a:schemeClr val="dk1"/>
          </a:lnRef>
          <a:fillRef idx="0">
            <a:schemeClr val="dk1"/>
          </a:fillRef>
          <a:effectRef idx="1">
            <a:schemeClr val="dk1"/>
          </a:effectRef>
          <a:fontRef idx="minor">
            <a:schemeClr val="tx1"/>
          </a:fontRef>
        </p:style>
      </p:cxnSp>
      <p:cxnSp>
        <p:nvCxnSpPr>
          <p:cNvPr id="40" name="Straight Connector 39">
            <a:extLst>
              <a:ext uri="{FF2B5EF4-FFF2-40B4-BE49-F238E27FC236}">
                <a16:creationId xmlns:a16="http://schemas.microsoft.com/office/drawing/2014/main" id="{34D88F67-66FB-471C-8193-3F21A5E25F7A}"/>
              </a:ext>
            </a:extLst>
          </p:cNvPr>
          <p:cNvCxnSpPr/>
          <p:nvPr/>
        </p:nvCxnSpPr>
        <p:spPr>
          <a:xfrm>
            <a:off x="4732397" y="3790078"/>
            <a:ext cx="0" cy="857029"/>
          </a:xfrm>
          <a:prstGeom prst="line">
            <a:avLst/>
          </a:prstGeom>
          <a:ln w="22225">
            <a:solidFill>
              <a:schemeClr val="tx1"/>
            </a:solidFill>
            <a:prstDash val="sysDash"/>
          </a:ln>
          <a:effectLst/>
        </p:spPr>
        <p:style>
          <a:lnRef idx="2">
            <a:schemeClr val="dk1"/>
          </a:lnRef>
          <a:fillRef idx="0">
            <a:schemeClr val="dk1"/>
          </a:fillRef>
          <a:effectRef idx="1">
            <a:schemeClr val="dk1"/>
          </a:effectRef>
          <a:fontRef idx="minor">
            <a:schemeClr val="tx1"/>
          </a:fontRef>
        </p:style>
      </p:cxnSp>
      <p:cxnSp>
        <p:nvCxnSpPr>
          <p:cNvPr id="41" name="Straight Connector 40">
            <a:extLst>
              <a:ext uri="{FF2B5EF4-FFF2-40B4-BE49-F238E27FC236}">
                <a16:creationId xmlns:a16="http://schemas.microsoft.com/office/drawing/2014/main" id="{8989AB5B-EB3E-4C54-A162-75BA5DBC0BA1}"/>
              </a:ext>
            </a:extLst>
          </p:cNvPr>
          <p:cNvCxnSpPr/>
          <p:nvPr/>
        </p:nvCxnSpPr>
        <p:spPr>
          <a:xfrm>
            <a:off x="5254251" y="3790078"/>
            <a:ext cx="0" cy="857029"/>
          </a:xfrm>
          <a:prstGeom prst="line">
            <a:avLst/>
          </a:prstGeom>
          <a:ln w="22225">
            <a:solidFill>
              <a:schemeClr val="tx1"/>
            </a:solidFill>
            <a:prstDash val="sysDash"/>
          </a:ln>
          <a:effectLst/>
        </p:spPr>
        <p:style>
          <a:lnRef idx="2">
            <a:schemeClr val="dk1"/>
          </a:lnRef>
          <a:fillRef idx="0">
            <a:schemeClr val="dk1"/>
          </a:fillRef>
          <a:effectRef idx="1">
            <a:schemeClr val="dk1"/>
          </a:effectRef>
          <a:fontRef idx="minor">
            <a:schemeClr val="tx1"/>
          </a:fontRef>
        </p:style>
      </p:cxnSp>
      <p:cxnSp>
        <p:nvCxnSpPr>
          <p:cNvPr id="42" name="Straight Connector 41">
            <a:extLst>
              <a:ext uri="{FF2B5EF4-FFF2-40B4-BE49-F238E27FC236}">
                <a16:creationId xmlns:a16="http://schemas.microsoft.com/office/drawing/2014/main" id="{4BDD9A3C-F119-4D3B-BDE9-4B7E99549211}"/>
              </a:ext>
            </a:extLst>
          </p:cNvPr>
          <p:cNvCxnSpPr/>
          <p:nvPr/>
        </p:nvCxnSpPr>
        <p:spPr>
          <a:xfrm>
            <a:off x="5785341" y="3790078"/>
            <a:ext cx="0" cy="857029"/>
          </a:xfrm>
          <a:prstGeom prst="line">
            <a:avLst/>
          </a:prstGeom>
          <a:ln w="22225">
            <a:solidFill>
              <a:schemeClr val="tx1"/>
            </a:solidFill>
            <a:prstDash val="sysDash"/>
          </a:ln>
          <a:effectLst/>
        </p:spPr>
        <p:style>
          <a:lnRef idx="2">
            <a:schemeClr val="dk1"/>
          </a:lnRef>
          <a:fillRef idx="0">
            <a:schemeClr val="dk1"/>
          </a:fillRef>
          <a:effectRef idx="1">
            <a:schemeClr val="dk1"/>
          </a:effectRef>
          <a:fontRef idx="minor">
            <a:schemeClr val="tx1"/>
          </a:fontRef>
        </p:style>
      </p:cxnSp>
      <p:cxnSp>
        <p:nvCxnSpPr>
          <p:cNvPr id="43" name="Straight Connector 42">
            <a:extLst>
              <a:ext uri="{FF2B5EF4-FFF2-40B4-BE49-F238E27FC236}">
                <a16:creationId xmlns:a16="http://schemas.microsoft.com/office/drawing/2014/main" id="{C9967231-9375-482B-AB58-513CEBA69B4C}"/>
              </a:ext>
            </a:extLst>
          </p:cNvPr>
          <p:cNvCxnSpPr/>
          <p:nvPr/>
        </p:nvCxnSpPr>
        <p:spPr>
          <a:xfrm>
            <a:off x="6325667" y="3790078"/>
            <a:ext cx="0" cy="857029"/>
          </a:xfrm>
          <a:prstGeom prst="line">
            <a:avLst/>
          </a:prstGeom>
          <a:ln w="22225">
            <a:solidFill>
              <a:schemeClr val="tx1"/>
            </a:solidFill>
            <a:prstDash val="sysDash"/>
          </a:ln>
          <a:effectLst/>
        </p:spPr>
        <p:style>
          <a:lnRef idx="2">
            <a:schemeClr val="dk1"/>
          </a:lnRef>
          <a:fillRef idx="0">
            <a:schemeClr val="dk1"/>
          </a:fillRef>
          <a:effectRef idx="1">
            <a:schemeClr val="dk1"/>
          </a:effectRef>
          <a:fontRef idx="minor">
            <a:schemeClr val="tx1"/>
          </a:fontRef>
        </p:style>
      </p:cxnSp>
      <p:cxnSp>
        <p:nvCxnSpPr>
          <p:cNvPr id="44" name="Straight Connector 43">
            <a:extLst>
              <a:ext uri="{FF2B5EF4-FFF2-40B4-BE49-F238E27FC236}">
                <a16:creationId xmlns:a16="http://schemas.microsoft.com/office/drawing/2014/main" id="{4FD280F1-E14C-458B-9FE5-3C7150EC6B8F}"/>
              </a:ext>
            </a:extLst>
          </p:cNvPr>
          <p:cNvCxnSpPr/>
          <p:nvPr/>
        </p:nvCxnSpPr>
        <p:spPr>
          <a:xfrm>
            <a:off x="6865993" y="3790078"/>
            <a:ext cx="0" cy="857029"/>
          </a:xfrm>
          <a:prstGeom prst="line">
            <a:avLst/>
          </a:prstGeom>
          <a:ln w="22225">
            <a:solidFill>
              <a:schemeClr val="tx1"/>
            </a:solidFill>
            <a:prstDash val="sysDash"/>
          </a:ln>
          <a:effectLst/>
        </p:spPr>
        <p:style>
          <a:lnRef idx="2">
            <a:schemeClr val="dk1"/>
          </a:lnRef>
          <a:fillRef idx="0">
            <a:schemeClr val="dk1"/>
          </a:fillRef>
          <a:effectRef idx="1">
            <a:schemeClr val="dk1"/>
          </a:effectRef>
          <a:fontRef idx="minor">
            <a:schemeClr val="tx1"/>
          </a:fontRef>
        </p:style>
      </p:cxnSp>
      <p:cxnSp>
        <p:nvCxnSpPr>
          <p:cNvPr id="45" name="Straight Connector 44">
            <a:extLst>
              <a:ext uri="{FF2B5EF4-FFF2-40B4-BE49-F238E27FC236}">
                <a16:creationId xmlns:a16="http://schemas.microsoft.com/office/drawing/2014/main" id="{39C0BDD9-0C1F-4C85-A90C-9D11DE2C8822}"/>
              </a:ext>
            </a:extLst>
          </p:cNvPr>
          <p:cNvCxnSpPr/>
          <p:nvPr/>
        </p:nvCxnSpPr>
        <p:spPr>
          <a:xfrm>
            <a:off x="7397083" y="3790078"/>
            <a:ext cx="0" cy="857029"/>
          </a:xfrm>
          <a:prstGeom prst="line">
            <a:avLst/>
          </a:prstGeom>
          <a:ln w="22225">
            <a:solidFill>
              <a:schemeClr val="tx1"/>
            </a:solidFill>
            <a:prstDash val="sysDash"/>
          </a:ln>
          <a:effectLst/>
        </p:spPr>
        <p:style>
          <a:lnRef idx="2">
            <a:schemeClr val="dk1"/>
          </a:lnRef>
          <a:fillRef idx="0">
            <a:schemeClr val="dk1"/>
          </a:fillRef>
          <a:effectRef idx="1">
            <a:schemeClr val="dk1"/>
          </a:effectRef>
          <a:fontRef idx="minor">
            <a:schemeClr val="tx1"/>
          </a:fontRef>
        </p:style>
      </p:cxnSp>
      <p:sp>
        <p:nvSpPr>
          <p:cNvPr id="46" name="TextBox 45">
            <a:extLst>
              <a:ext uri="{FF2B5EF4-FFF2-40B4-BE49-F238E27FC236}">
                <a16:creationId xmlns:a16="http://schemas.microsoft.com/office/drawing/2014/main" id="{21C81F41-9F0B-42B1-B5A2-35F182E75585}"/>
              </a:ext>
            </a:extLst>
          </p:cNvPr>
          <p:cNvSpPr txBox="1"/>
          <p:nvPr/>
        </p:nvSpPr>
        <p:spPr>
          <a:xfrm>
            <a:off x="1427425" y="4624580"/>
            <a:ext cx="6562475" cy="369332"/>
          </a:xfrm>
          <a:prstGeom prst="rect">
            <a:avLst/>
          </a:prstGeom>
          <a:noFill/>
        </p:spPr>
        <p:txBody>
          <a:bodyPr wrap="square" rtlCol="0">
            <a:spAutoFit/>
          </a:bodyPr>
          <a:lstStyle/>
          <a:p>
            <a:r>
              <a:rPr lang="en-GB" dirty="0">
                <a:latin typeface="Arial" panose="020B0604020202020204" pitchFamily="34" charset="0"/>
                <a:cs typeface="Arial" panose="020B0604020202020204" pitchFamily="34" charset="0"/>
              </a:rPr>
              <a:t>1      0       1      0       1      0      1      0      1       0      1       0</a:t>
            </a:r>
          </a:p>
        </p:txBody>
      </p:sp>
    </p:spTree>
    <p:extLst>
      <p:ext uri="{BB962C8B-B14F-4D97-AF65-F5344CB8AC3E}">
        <p14:creationId xmlns:p14="http://schemas.microsoft.com/office/powerpoint/2010/main" val="32362213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E01B3955-177D-47B3-9B3A-48745BB71F68}"/>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0" y="615950"/>
            <a:ext cx="9144000" cy="6242050"/>
          </a:xfrm>
          <a:prstGeom prst="rect">
            <a:avLst/>
          </a:prstGeom>
        </p:spPr>
      </p:pic>
      <p:sp>
        <p:nvSpPr>
          <p:cNvPr id="3" name="Text Placeholder 2"/>
          <p:cNvSpPr>
            <a:spLocks noGrp="1"/>
          </p:cNvSpPr>
          <p:nvPr>
            <p:ph type="body" sz="quarter" idx="13"/>
          </p:nvPr>
        </p:nvSpPr>
        <p:spPr/>
        <p:txBody>
          <a:bodyPr/>
          <a:lstStyle/>
          <a:p>
            <a:r>
              <a:rPr lang="en-GB" dirty="0"/>
              <a:t>Analogue to digital convertors</a:t>
            </a:r>
          </a:p>
          <a:p>
            <a:endParaRPr lang="en-GB" dirty="0"/>
          </a:p>
        </p:txBody>
      </p:sp>
      <p:sp>
        <p:nvSpPr>
          <p:cNvPr id="4" name="Text Placeholder 3"/>
          <p:cNvSpPr>
            <a:spLocks noGrp="1"/>
          </p:cNvSpPr>
          <p:nvPr>
            <p:ph type="body" sz="quarter" idx="14"/>
          </p:nvPr>
        </p:nvSpPr>
        <p:spPr>
          <a:xfrm>
            <a:off x="724280" y="1704179"/>
            <a:ext cx="7797230" cy="3453607"/>
          </a:xfrm>
        </p:spPr>
        <p:txBody>
          <a:bodyPr/>
          <a:lstStyle/>
          <a:p>
            <a:r>
              <a:rPr lang="en-GB" dirty="0"/>
              <a:t>Sounds must be converted into a digital form in order to be stored and processed by a computer</a:t>
            </a:r>
          </a:p>
          <a:p>
            <a:pPr lvl="2"/>
            <a:r>
              <a:rPr lang="en-GB" dirty="0"/>
              <a:t>An Analogue to Digital Convertor (ADC) is used to </a:t>
            </a:r>
            <a:br>
              <a:rPr lang="en-GB" dirty="0"/>
            </a:br>
            <a:r>
              <a:rPr lang="en-GB" dirty="0"/>
              <a:t>convert inputs to digital signals</a:t>
            </a:r>
          </a:p>
          <a:p>
            <a:pPr lvl="2"/>
            <a:r>
              <a:rPr lang="en-GB" dirty="0"/>
              <a:t>A Digital to Audio Convertor (DAC) is used to </a:t>
            </a:r>
            <a:br>
              <a:rPr lang="en-GB" dirty="0"/>
            </a:br>
            <a:r>
              <a:rPr lang="en-GB" dirty="0"/>
              <a:t>convert digital signals to outputs</a:t>
            </a:r>
          </a:p>
        </p:txBody>
      </p:sp>
      <p:pic>
        <p:nvPicPr>
          <p:cNvPr id="6" name="Graphic 5">
            <a:extLst>
              <a:ext uri="{FF2B5EF4-FFF2-40B4-BE49-F238E27FC236}">
                <a16:creationId xmlns:a16="http://schemas.microsoft.com/office/drawing/2014/main" id="{4D44893D-29DE-B940-B4C9-B81FFC186D8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267074" y="6313572"/>
            <a:ext cx="1428387" cy="337136"/>
          </a:xfrm>
          <a:prstGeom prst="rect">
            <a:avLst/>
          </a:prstGeom>
        </p:spPr>
      </p:pic>
    </p:spTree>
    <p:extLst>
      <p:ext uri="{BB962C8B-B14F-4D97-AF65-F5344CB8AC3E}">
        <p14:creationId xmlns:p14="http://schemas.microsoft.com/office/powerpoint/2010/main" val="37529221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quarter" idx="13"/>
          </p:nvPr>
        </p:nvSpPr>
        <p:spPr/>
        <p:txBody>
          <a:bodyPr/>
          <a:lstStyle/>
          <a:p>
            <a:r>
              <a:rPr lang="en-GB"/>
              <a:t>Sound sampling</a:t>
            </a:r>
            <a:endParaRPr lang="en-GB" dirty="0"/>
          </a:p>
        </p:txBody>
      </p:sp>
      <p:sp>
        <p:nvSpPr>
          <p:cNvPr id="3" name="Text Placeholder 2">
            <a:extLst>
              <a:ext uri="{FF2B5EF4-FFF2-40B4-BE49-F238E27FC236}">
                <a16:creationId xmlns:a16="http://schemas.microsoft.com/office/drawing/2014/main" id="{8527BA25-C1DE-4A24-BEED-4025C2351C03}"/>
              </a:ext>
            </a:extLst>
          </p:cNvPr>
          <p:cNvSpPr>
            <a:spLocks noGrp="1"/>
          </p:cNvSpPr>
          <p:nvPr>
            <p:ph type="body" sz="quarter" idx="14"/>
          </p:nvPr>
        </p:nvSpPr>
        <p:spPr>
          <a:xfrm>
            <a:off x="724280" y="1704179"/>
            <a:ext cx="7257670" cy="3453607"/>
          </a:xfrm>
        </p:spPr>
        <p:txBody>
          <a:bodyPr/>
          <a:lstStyle/>
          <a:p>
            <a:r>
              <a:rPr lang="en-GB" dirty="0"/>
              <a:t>A sound sample is a measurement of amplitude of a sound wave at a given time</a:t>
            </a:r>
          </a:p>
          <a:p>
            <a:pPr lvl="1"/>
            <a:r>
              <a:rPr lang="en-GB" dirty="0"/>
              <a:t>Sound is sampled </a:t>
            </a:r>
            <a:br>
              <a:rPr lang="en-GB" dirty="0"/>
            </a:br>
            <a:r>
              <a:rPr lang="en-GB" dirty="0"/>
              <a:t>using a bit depth </a:t>
            </a:r>
            <a:br>
              <a:rPr lang="en-GB" dirty="0"/>
            </a:br>
            <a:r>
              <a:rPr lang="en-GB" dirty="0"/>
              <a:t>and sample rate</a:t>
            </a:r>
          </a:p>
          <a:p>
            <a:pPr lvl="1"/>
            <a:r>
              <a:rPr lang="en-GB" dirty="0"/>
              <a:t>The </a:t>
            </a:r>
            <a:r>
              <a:rPr lang="en-GB" b="1" dirty="0"/>
              <a:t>sample </a:t>
            </a:r>
            <a:br>
              <a:rPr lang="en-GB" b="1" dirty="0"/>
            </a:br>
            <a:r>
              <a:rPr lang="en-GB" b="1" dirty="0"/>
              <a:t>resolution</a:t>
            </a:r>
            <a:br>
              <a:rPr lang="en-GB" b="1" dirty="0"/>
            </a:br>
            <a:r>
              <a:rPr lang="en-GB" dirty="0"/>
              <a:t>determines how </a:t>
            </a:r>
            <a:br>
              <a:rPr lang="en-GB" dirty="0"/>
            </a:br>
            <a:r>
              <a:rPr lang="en-GB" dirty="0"/>
              <a:t>closely the wave </a:t>
            </a:r>
            <a:br>
              <a:rPr lang="en-GB" dirty="0"/>
            </a:br>
            <a:r>
              <a:rPr lang="en-GB" dirty="0"/>
              <a:t>is sampled on </a:t>
            </a:r>
            <a:br>
              <a:rPr lang="en-GB" dirty="0"/>
            </a:br>
            <a:r>
              <a:rPr lang="en-GB" dirty="0"/>
              <a:t>the y-axis</a:t>
            </a:r>
          </a:p>
        </p:txBody>
      </p:sp>
      <p:pic>
        <p:nvPicPr>
          <p:cNvPr id="5" name="Picture 2" descr="C:\Users\Rob\AppData\Roaming\PixelMetrics\CaptureWiz\Temp\14.png"/>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3861788" y="2742984"/>
            <a:ext cx="4865060" cy="304525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2515934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quarter" idx="13"/>
          </p:nvPr>
        </p:nvSpPr>
        <p:spPr/>
        <p:txBody>
          <a:bodyPr/>
          <a:lstStyle/>
          <a:p>
            <a:r>
              <a:rPr lang="en-GB" dirty="0"/>
              <a:t>Sound sampling</a:t>
            </a:r>
          </a:p>
        </p:txBody>
      </p:sp>
      <p:sp>
        <p:nvSpPr>
          <p:cNvPr id="3" name="Text Placeholder 2">
            <a:extLst>
              <a:ext uri="{FF2B5EF4-FFF2-40B4-BE49-F238E27FC236}">
                <a16:creationId xmlns:a16="http://schemas.microsoft.com/office/drawing/2014/main" id="{688DE72B-500C-4809-9550-35C964406F24}"/>
              </a:ext>
            </a:extLst>
          </p:cNvPr>
          <p:cNvSpPr>
            <a:spLocks noGrp="1"/>
          </p:cNvSpPr>
          <p:nvPr>
            <p:ph type="body" sz="quarter" idx="14"/>
          </p:nvPr>
        </p:nvSpPr>
        <p:spPr/>
        <p:txBody>
          <a:bodyPr/>
          <a:lstStyle/>
          <a:p>
            <a:r>
              <a:rPr lang="en-GB" dirty="0"/>
              <a:t>The </a:t>
            </a:r>
            <a:r>
              <a:rPr lang="en-GB" b="1" dirty="0"/>
              <a:t>sample rate </a:t>
            </a:r>
            <a:r>
              <a:rPr lang="en-GB" dirty="0"/>
              <a:t>is the number of samples taken </a:t>
            </a:r>
            <a:br>
              <a:rPr lang="en-GB" dirty="0"/>
            </a:br>
            <a:r>
              <a:rPr lang="en-GB" dirty="0"/>
              <a:t>per second</a:t>
            </a:r>
          </a:p>
          <a:p>
            <a:pPr lvl="1"/>
            <a:r>
              <a:rPr lang="en-GB" dirty="0"/>
              <a:t>It is measured in hertz (Hz)</a:t>
            </a:r>
          </a:p>
        </p:txBody>
      </p:sp>
      <p:pic>
        <p:nvPicPr>
          <p:cNvPr id="5" name="Picture 4" descr="C:\Users\Rob\AppData\Roaming\PixelMetrics\CaptureWiz\Temp\16.png"/>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2039558" y="3122761"/>
            <a:ext cx="5046412" cy="31926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122898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p:txBody>
          <a:bodyPr/>
          <a:lstStyle/>
          <a:p>
            <a:r>
              <a:rPr lang="en-US" dirty="0"/>
              <a:t>Sample resolution</a:t>
            </a:r>
          </a:p>
        </p:txBody>
      </p:sp>
      <p:sp>
        <p:nvSpPr>
          <p:cNvPr id="3" name="Text Placeholder 2"/>
          <p:cNvSpPr>
            <a:spLocks noGrp="1"/>
          </p:cNvSpPr>
          <p:nvPr>
            <p:ph type="body" sz="quarter" idx="14"/>
          </p:nvPr>
        </p:nvSpPr>
        <p:spPr/>
        <p:txBody>
          <a:bodyPr/>
          <a:lstStyle/>
          <a:p>
            <a:r>
              <a:rPr lang="en-US" dirty="0"/>
              <a:t>The number of bits (audio </a:t>
            </a:r>
            <a:r>
              <a:rPr lang="en-US" b="1" dirty="0"/>
              <a:t>bit depth</a:t>
            </a:r>
            <a:r>
              <a:rPr lang="en-US" dirty="0"/>
              <a:t>) used to record each measurement is known as the </a:t>
            </a:r>
            <a:r>
              <a:rPr lang="en-US" b="1" dirty="0"/>
              <a:t>resolution</a:t>
            </a:r>
          </a:p>
          <a:p>
            <a:pPr lvl="1"/>
            <a:r>
              <a:rPr lang="en-US" dirty="0"/>
              <a:t>More bits used per sample enables the height of the wave to be more accurately measured but increases file size</a:t>
            </a:r>
          </a:p>
        </p:txBody>
      </p:sp>
      <p:sp>
        <p:nvSpPr>
          <p:cNvPr id="6" name="TextBox 5"/>
          <p:cNvSpPr txBox="1"/>
          <p:nvPr/>
        </p:nvSpPr>
        <p:spPr>
          <a:xfrm>
            <a:off x="1480673" y="5791200"/>
            <a:ext cx="2595582" cy="369332"/>
          </a:xfrm>
          <a:prstGeom prst="rect">
            <a:avLst/>
          </a:prstGeom>
          <a:noFill/>
        </p:spPr>
        <p:txBody>
          <a:bodyPr wrap="none" rtlCol="0">
            <a:spAutoFit/>
          </a:bodyPr>
          <a:lstStyle/>
          <a:p>
            <a:r>
              <a:rPr lang="en-GB" dirty="0">
                <a:solidFill>
                  <a:srgbClr val="58ACA5"/>
                </a:solidFill>
                <a:latin typeface="Arial" panose="020B0604020202020204" pitchFamily="34" charset="0"/>
                <a:cs typeface="Arial" panose="020B0604020202020204" pitchFamily="34" charset="0"/>
              </a:rPr>
              <a:t>Higher (4-bit) resolution</a:t>
            </a:r>
          </a:p>
        </p:txBody>
      </p:sp>
      <p:sp>
        <p:nvSpPr>
          <p:cNvPr id="7" name="TextBox 6"/>
          <p:cNvSpPr txBox="1"/>
          <p:nvPr/>
        </p:nvSpPr>
        <p:spPr>
          <a:xfrm>
            <a:off x="5443384" y="5791200"/>
            <a:ext cx="2544286" cy="369332"/>
          </a:xfrm>
          <a:prstGeom prst="rect">
            <a:avLst/>
          </a:prstGeom>
          <a:noFill/>
        </p:spPr>
        <p:txBody>
          <a:bodyPr wrap="none" rtlCol="0">
            <a:spAutoFit/>
          </a:bodyPr>
          <a:lstStyle/>
          <a:p>
            <a:r>
              <a:rPr lang="en-GB" dirty="0">
                <a:solidFill>
                  <a:srgbClr val="58ACA5"/>
                </a:solidFill>
                <a:latin typeface="Arial" panose="020B0604020202020204" pitchFamily="34" charset="0"/>
                <a:cs typeface="Arial" panose="020B0604020202020204" pitchFamily="34" charset="0"/>
              </a:rPr>
              <a:t>Lower (3-bit) resolution</a:t>
            </a:r>
          </a:p>
        </p:txBody>
      </p:sp>
      <p:pic>
        <p:nvPicPr>
          <p:cNvPr id="8" name="Picture 4" descr="C:\Users\Rob\AppData\Roaming\PixelMetrics\CaptureWiz\Temp\20.png"/>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717754" y="3342494"/>
            <a:ext cx="7659329" cy="237226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4090989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p:txBody>
          <a:bodyPr/>
          <a:lstStyle/>
          <a:p>
            <a:r>
              <a:rPr lang="en-GB" dirty="0"/>
              <a:t>Hertz</a:t>
            </a:r>
          </a:p>
        </p:txBody>
      </p:sp>
      <p:sp>
        <p:nvSpPr>
          <p:cNvPr id="3" name="Text Placeholder 2"/>
          <p:cNvSpPr>
            <a:spLocks noGrp="1"/>
          </p:cNvSpPr>
          <p:nvPr>
            <p:ph type="body" sz="quarter" idx="14"/>
          </p:nvPr>
        </p:nvSpPr>
        <p:spPr/>
        <p:txBody>
          <a:bodyPr/>
          <a:lstStyle/>
          <a:p>
            <a:r>
              <a:rPr lang="en-GB" dirty="0"/>
              <a:t>Sample rate is usually measured in hertz (Hz)</a:t>
            </a:r>
          </a:p>
          <a:p>
            <a:r>
              <a:rPr lang="en-GB" dirty="0"/>
              <a:t>1 Hz = 1 sample per second</a:t>
            </a:r>
          </a:p>
          <a:p>
            <a:r>
              <a:rPr lang="en-GB" dirty="0"/>
              <a:t>CDs are usually sampled at 44,100 Hz (44.1 kHz)</a:t>
            </a:r>
          </a:p>
          <a:p>
            <a:pPr lvl="1"/>
            <a:r>
              <a:rPr lang="en-GB" dirty="0"/>
              <a:t>What is the sample rate in hertz of the following sample?</a:t>
            </a:r>
          </a:p>
        </p:txBody>
      </p:sp>
      <p:pic>
        <p:nvPicPr>
          <p:cNvPr id="4098" name="Picture 2" descr="C:\Users\Rob\AppData\Roaming\PixelMetrics\CaptureWiz\Temp\18.png"/>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2756456" y="3968633"/>
            <a:ext cx="3732878" cy="237830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2336234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p:txBody>
          <a:bodyPr/>
          <a:lstStyle/>
          <a:p>
            <a:r>
              <a:rPr lang="en-US" dirty="0"/>
              <a:t>Sampling rate</a:t>
            </a:r>
          </a:p>
        </p:txBody>
      </p:sp>
      <p:sp>
        <p:nvSpPr>
          <p:cNvPr id="3" name="Text Placeholder 2"/>
          <p:cNvSpPr>
            <a:spLocks noGrp="1"/>
          </p:cNvSpPr>
          <p:nvPr>
            <p:ph type="body" sz="quarter" idx="14"/>
          </p:nvPr>
        </p:nvSpPr>
        <p:spPr/>
        <p:txBody>
          <a:bodyPr/>
          <a:lstStyle/>
          <a:p>
            <a:r>
              <a:rPr lang="en-US" dirty="0"/>
              <a:t>The frequency or sample rate per second affects the level of detail in the digital representation</a:t>
            </a:r>
          </a:p>
          <a:p>
            <a:pPr marL="271463" lvl="1" indent="-271463">
              <a:spcAft>
                <a:spcPts val="1400"/>
              </a:spcAft>
            </a:pPr>
            <a:r>
              <a:rPr lang="en-US" dirty="0"/>
              <a:t>The greater the frequency, the greater the accuracy, and file size</a:t>
            </a:r>
          </a:p>
          <a:p>
            <a:endParaRPr lang="en-US" dirty="0"/>
          </a:p>
        </p:txBody>
      </p:sp>
      <p:sp>
        <p:nvSpPr>
          <p:cNvPr id="5" name="TextBox 4"/>
          <p:cNvSpPr txBox="1"/>
          <p:nvPr/>
        </p:nvSpPr>
        <p:spPr>
          <a:xfrm>
            <a:off x="1844470" y="5791200"/>
            <a:ext cx="1941557" cy="369332"/>
          </a:xfrm>
          <a:prstGeom prst="rect">
            <a:avLst/>
          </a:prstGeom>
          <a:noFill/>
        </p:spPr>
        <p:txBody>
          <a:bodyPr wrap="none" rtlCol="0">
            <a:spAutoFit/>
          </a:bodyPr>
          <a:lstStyle/>
          <a:p>
            <a:r>
              <a:rPr lang="en-GB" dirty="0">
                <a:solidFill>
                  <a:srgbClr val="58ACA5"/>
                </a:solidFill>
                <a:latin typeface="Arial" panose="020B0604020202020204" pitchFamily="34" charset="0"/>
                <a:cs typeface="Arial" panose="020B0604020202020204" pitchFamily="34" charset="0"/>
              </a:rPr>
              <a:t>Higher frequency</a:t>
            </a:r>
          </a:p>
        </p:txBody>
      </p:sp>
      <p:sp>
        <p:nvSpPr>
          <p:cNvPr id="7" name="TextBox 6"/>
          <p:cNvSpPr txBox="1"/>
          <p:nvPr/>
        </p:nvSpPr>
        <p:spPr>
          <a:xfrm>
            <a:off x="5866172" y="5791200"/>
            <a:ext cx="1890261" cy="369332"/>
          </a:xfrm>
          <a:prstGeom prst="rect">
            <a:avLst/>
          </a:prstGeom>
          <a:noFill/>
        </p:spPr>
        <p:txBody>
          <a:bodyPr wrap="none" rtlCol="0">
            <a:spAutoFit/>
          </a:bodyPr>
          <a:lstStyle/>
          <a:p>
            <a:r>
              <a:rPr lang="en-GB" dirty="0">
                <a:solidFill>
                  <a:srgbClr val="58ACA5"/>
                </a:solidFill>
                <a:latin typeface="Arial" panose="020B0604020202020204" pitchFamily="34" charset="0"/>
                <a:cs typeface="Arial" panose="020B0604020202020204" pitchFamily="34" charset="0"/>
              </a:rPr>
              <a:t>Lower frequency</a:t>
            </a:r>
          </a:p>
        </p:txBody>
      </p:sp>
      <p:pic>
        <p:nvPicPr>
          <p:cNvPr id="8" name="Picture 2" descr="C:\Users\Rob\AppData\Roaming\PixelMetrics\CaptureWiz\Temp\19.png"/>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724280" y="3294038"/>
            <a:ext cx="7796981" cy="24162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8622420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p:txBody>
          <a:bodyPr/>
          <a:lstStyle/>
          <a:p>
            <a:r>
              <a:rPr lang="en-GB"/>
              <a:t>Calculating sound file sizes</a:t>
            </a:r>
          </a:p>
        </p:txBody>
      </p:sp>
      <p:pic>
        <p:nvPicPr>
          <p:cNvPr id="5" name="Picture 2" descr="C:\Users\Rob\AppData\Roaming\PixelMetrics\CaptureWiz\Temp\18.png"/>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2067106" y="1741245"/>
            <a:ext cx="4609226" cy="2936647"/>
          </a:xfrm>
          <a:prstGeom prst="rect">
            <a:avLst/>
          </a:prstGeom>
          <a:noFill/>
          <a:extLst>
            <a:ext uri="{909E8E84-426E-40DD-AFC4-6F175D3DCCD1}">
              <a14:hiddenFill xmlns:a14="http://schemas.microsoft.com/office/drawing/2010/main">
                <a:solidFill>
                  <a:srgbClr val="FFFFFF"/>
                </a:solidFill>
              </a14:hiddenFill>
            </a:ext>
          </a:extLst>
        </p:spPr>
      </p:pic>
      <p:sp>
        <p:nvSpPr>
          <p:cNvPr id="3" name="Text Placeholder 2"/>
          <p:cNvSpPr>
            <a:spLocks noGrp="1"/>
          </p:cNvSpPr>
          <p:nvPr>
            <p:ph type="body" sz="quarter" idx="14"/>
          </p:nvPr>
        </p:nvSpPr>
        <p:spPr>
          <a:xfrm>
            <a:off x="724280" y="4842133"/>
            <a:ext cx="7797230" cy="1379373"/>
          </a:xfrm>
        </p:spPr>
        <p:txBody>
          <a:bodyPr/>
          <a:lstStyle/>
          <a:p>
            <a:r>
              <a:rPr lang="en-GB" dirty="0"/>
              <a:t>File size (bits) = </a:t>
            </a:r>
            <a:r>
              <a:rPr lang="en-GB" dirty="0">
                <a:solidFill>
                  <a:srgbClr val="58ACA5"/>
                </a:solidFill>
              </a:rPr>
              <a:t>sample rate </a:t>
            </a:r>
            <a:r>
              <a:rPr lang="en-GB" dirty="0"/>
              <a:t>× </a:t>
            </a:r>
            <a:r>
              <a:rPr lang="en-GB" dirty="0">
                <a:solidFill>
                  <a:srgbClr val="58ACA5"/>
                </a:solidFill>
              </a:rPr>
              <a:t>resolution</a:t>
            </a:r>
            <a:r>
              <a:rPr lang="en-GB" dirty="0"/>
              <a:t> × </a:t>
            </a:r>
            <a:r>
              <a:rPr lang="en-GB" dirty="0">
                <a:solidFill>
                  <a:srgbClr val="58ACA5"/>
                </a:solidFill>
              </a:rPr>
              <a:t>duration</a:t>
            </a:r>
          </a:p>
          <a:p>
            <a:pPr lvl="1"/>
            <a:r>
              <a:rPr lang="en-GB" dirty="0"/>
              <a:t>6 samples per second </a:t>
            </a:r>
            <a:r>
              <a:rPr lang="en-GB" dirty="0">
                <a:solidFill>
                  <a:schemeClr val="tx1"/>
                </a:solidFill>
              </a:rPr>
              <a:t>×</a:t>
            </a:r>
            <a:r>
              <a:rPr lang="en-GB" dirty="0">
                <a:solidFill>
                  <a:srgbClr val="BC6923"/>
                </a:solidFill>
              </a:rPr>
              <a:t> </a:t>
            </a:r>
            <a:r>
              <a:rPr lang="en-GB" dirty="0"/>
              <a:t>4-bit resolution </a:t>
            </a:r>
            <a:r>
              <a:rPr lang="en-GB" dirty="0">
                <a:solidFill>
                  <a:schemeClr val="tx1"/>
                </a:solidFill>
              </a:rPr>
              <a:t>×</a:t>
            </a:r>
            <a:r>
              <a:rPr lang="en-GB" dirty="0">
                <a:solidFill>
                  <a:srgbClr val="BC6923"/>
                </a:solidFill>
              </a:rPr>
              <a:t> </a:t>
            </a:r>
            <a:r>
              <a:rPr lang="en-GB" dirty="0"/>
              <a:t>3 seconds </a:t>
            </a:r>
            <a:r>
              <a:rPr lang="en-GB" dirty="0">
                <a:solidFill>
                  <a:schemeClr val="tx1"/>
                </a:solidFill>
              </a:rPr>
              <a:t>=</a:t>
            </a:r>
          </a:p>
          <a:p>
            <a:pPr lvl="1"/>
            <a:r>
              <a:rPr lang="en-GB" dirty="0"/>
              <a:t>72 bits </a:t>
            </a:r>
            <a:r>
              <a:rPr lang="en-GB" dirty="0">
                <a:solidFill>
                  <a:schemeClr val="tx1"/>
                </a:solidFill>
              </a:rPr>
              <a:t>/</a:t>
            </a:r>
            <a:r>
              <a:rPr lang="en-GB" dirty="0">
                <a:solidFill>
                  <a:srgbClr val="BC6923"/>
                </a:solidFill>
              </a:rPr>
              <a:t> </a:t>
            </a:r>
            <a:r>
              <a:rPr lang="en-GB" dirty="0"/>
              <a:t>8</a:t>
            </a:r>
            <a:r>
              <a:rPr lang="en-GB" dirty="0">
                <a:solidFill>
                  <a:srgbClr val="BC6923"/>
                </a:solidFill>
              </a:rPr>
              <a:t> </a:t>
            </a:r>
            <a:r>
              <a:rPr lang="en-GB" dirty="0">
                <a:solidFill>
                  <a:schemeClr val="tx1"/>
                </a:solidFill>
              </a:rPr>
              <a:t>=</a:t>
            </a:r>
            <a:r>
              <a:rPr lang="en-GB" dirty="0">
                <a:solidFill>
                  <a:srgbClr val="BC6923"/>
                </a:solidFill>
              </a:rPr>
              <a:t> </a:t>
            </a:r>
            <a:r>
              <a:rPr lang="en-GB" dirty="0"/>
              <a:t>9 bytes</a:t>
            </a:r>
          </a:p>
        </p:txBody>
      </p:sp>
    </p:spTree>
    <p:extLst>
      <p:ext uri="{BB962C8B-B14F-4D97-AF65-F5344CB8AC3E}">
        <p14:creationId xmlns:p14="http://schemas.microsoft.com/office/powerpoint/2010/main" val="174227113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p:txBody>
          <a:bodyPr/>
          <a:lstStyle/>
          <a:p>
            <a:r>
              <a:rPr lang="en-GB" dirty="0"/>
              <a:t>Worksheet 5 </a:t>
            </a:r>
          </a:p>
          <a:p>
            <a:endParaRPr lang="en-GB" dirty="0"/>
          </a:p>
        </p:txBody>
      </p:sp>
      <p:sp>
        <p:nvSpPr>
          <p:cNvPr id="3" name="Text Placeholder 2"/>
          <p:cNvSpPr>
            <a:spLocks noGrp="1"/>
          </p:cNvSpPr>
          <p:nvPr>
            <p:ph type="body" sz="quarter" idx="14"/>
          </p:nvPr>
        </p:nvSpPr>
        <p:spPr/>
        <p:txBody>
          <a:bodyPr/>
          <a:lstStyle/>
          <a:p>
            <a:r>
              <a:rPr lang="en-GB" dirty="0"/>
              <a:t>Complete </a:t>
            </a:r>
            <a:r>
              <a:rPr lang="en-GB" b="1" dirty="0"/>
              <a:t>Task 1 </a:t>
            </a:r>
            <a:r>
              <a:rPr lang="en-GB" dirty="0"/>
              <a:t>on </a:t>
            </a:r>
            <a:r>
              <a:rPr lang="en-GB" b="1" dirty="0"/>
              <a:t>Worksheet 5</a:t>
            </a:r>
          </a:p>
          <a:p>
            <a:endParaRPr lang="en-GB" dirty="0"/>
          </a:p>
        </p:txBody>
      </p:sp>
    </p:spTree>
    <p:extLst>
      <p:ext uri="{BB962C8B-B14F-4D97-AF65-F5344CB8AC3E}">
        <p14:creationId xmlns:p14="http://schemas.microsoft.com/office/powerpoint/2010/main" val="242965619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type="body" sz="quarter" idx="13"/>
          </p:nvPr>
        </p:nvSpPr>
        <p:spPr/>
        <p:txBody>
          <a:bodyPr/>
          <a:lstStyle/>
          <a:p>
            <a:r>
              <a:rPr lang="en-GB" dirty="0"/>
              <a:t>Digitised sound quality</a:t>
            </a:r>
          </a:p>
          <a:p>
            <a:endParaRPr lang="en-GB" dirty="0"/>
          </a:p>
        </p:txBody>
      </p:sp>
      <p:sp>
        <p:nvSpPr>
          <p:cNvPr id="4" name="Text Placeholder 3"/>
          <p:cNvSpPr>
            <a:spLocks noGrp="1"/>
          </p:cNvSpPr>
          <p:nvPr>
            <p:ph type="body" sz="quarter" idx="14"/>
          </p:nvPr>
        </p:nvSpPr>
        <p:spPr/>
        <p:txBody>
          <a:bodyPr/>
          <a:lstStyle/>
          <a:p>
            <a:r>
              <a:rPr lang="en-GB" dirty="0"/>
              <a:t>Recording quality improves:</a:t>
            </a:r>
          </a:p>
          <a:p>
            <a:pPr lvl="1"/>
            <a:r>
              <a:rPr lang="en-GB" dirty="0"/>
              <a:t>the more frequently we sample the sound</a:t>
            </a:r>
          </a:p>
          <a:p>
            <a:pPr lvl="1"/>
            <a:r>
              <a:rPr lang="en-GB" dirty="0"/>
              <a:t>the more accurately we record the wave height</a:t>
            </a:r>
          </a:p>
          <a:p>
            <a:r>
              <a:rPr lang="en-GB" dirty="0"/>
              <a:t>Increasing the </a:t>
            </a:r>
            <a:r>
              <a:rPr lang="en-GB" b="1" dirty="0"/>
              <a:t>sampling rate </a:t>
            </a:r>
            <a:r>
              <a:rPr lang="en-GB" dirty="0"/>
              <a:t>(frequency) means recording more data points</a:t>
            </a:r>
          </a:p>
          <a:p>
            <a:pPr lvl="1"/>
            <a:r>
              <a:rPr lang="en-GB" dirty="0"/>
              <a:t>Increasing the </a:t>
            </a:r>
            <a:r>
              <a:rPr lang="en-GB" b="1" dirty="0"/>
              <a:t>resolution </a:t>
            </a:r>
            <a:r>
              <a:rPr lang="en-GB" dirty="0"/>
              <a:t>(bit depth) improves the accuracy of each data point</a:t>
            </a:r>
          </a:p>
          <a:p>
            <a:r>
              <a:rPr lang="en-GB" dirty="0"/>
              <a:t>What happens to the size of the sound file if the frequency and bit-rate are increased?</a:t>
            </a:r>
          </a:p>
          <a:p>
            <a:endParaRPr lang="en-GB" dirty="0"/>
          </a:p>
        </p:txBody>
      </p:sp>
    </p:spTree>
    <p:extLst>
      <p:ext uri="{BB962C8B-B14F-4D97-AF65-F5344CB8AC3E}">
        <p14:creationId xmlns:p14="http://schemas.microsoft.com/office/powerpoint/2010/main" val="263535019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p:txBody>
          <a:bodyPr/>
          <a:lstStyle/>
          <a:p>
            <a:r>
              <a:rPr lang="en-GB" dirty="0"/>
              <a:t>Worksheet 5 </a:t>
            </a:r>
          </a:p>
          <a:p>
            <a:endParaRPr lang="en-GB" dirty="0"/>
          </a:p>
        </p:txBody>
      </p:sp>
      <p:sp>
        <p:nvSpPr>
          <p:cNvPr id="3" name="Text Placeholder 2"/>
          <p:cNvSpPr>
            <a:spLocks noGrp="1"/>
          </p:cNvSpPr>
          <p:nvPr>
            <p:ph type="body" sz="quarter" idx="14"/>
          </p:nvPr>
        </p:nvSpPr>
        <p:spPr/>
        <p:txBody>
          <a:bodyPr/>
          <a:lstStyle/>
          <a:p>
            <a:r>
              <a:rPr lang="en-GB" dirty="0"/>
              <a:t>Complete </a:t>
            </a:r>
            <a:r>
              <a:rPr lang="en-GB" b="1" dirty="0"/>
              <a:t>Task 2 </a:t>
            </a:r>
            <a:r>
              <a:rPr lang="en-GB" dirty="0"/>
              <a:t>on </a:t>
            </a:r>
            <a:r>
              <a:rPr lang="en-GB" b="1" dirty="0"/>
              <a:t>Worksheet 5</a:t>
            </a:r>
          </a:p>
          <a:p>
            <a:endParaRPr lang="en-GB" dirty="0"/>
          </a:p>
        </p:txBody>
      </p:sp>
    </p:spTree>
    <p:extLst>
      <p:ext uri="{BB962C8B-B14F-4D97-AF65-F5344CB8AC3E}">
        <p14:creationId xmlns:p14="http://schemas.microsoft.com/office/powerpoint/2010/main" val="292486197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picture containing person, clothing, man, holding&#10;&#10;Description automatically generated">
            <a:extLst>
              <a:ext uri="{FF2B5EF4-FFF2-40B4-BE49-F238E27FC236}">
                <a16:creationId xmlns:a16="http://schemas.microsoft.com/office/drawing/2014/main" id="{EBB2ACD6-663B-41D7-AD94-C211D0E3F467}"/>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4632515" y="1181100"/>
            <a:ext cx="4511485" cy="5676900"/>
          </a:xfrm>
          <a:prstGeom prst="rect">
            <a:avLst/>
          </a:prstGeom>
        </p:spPr>
      </p:pic>
      <p:sp>
        <p:nvSpPr>
          <p:cNvPr id="3" name="Content Placeholder 2"/>
          <p:cNvSpPr>
            <a:spLocks noGrp="1"/>
          </p:cNvSpPr>
          <p:nvPr>
            <p:ph type="body" sz="quarter" idx="13"/>
          </p:nvPr>
        </p:nvSpPr>
        <p:spPr/>
        <p:txBody>
          <a:bodyPr/>
          <a:lstStyle/>
          <a:p>
            <a:r>
              <a:rPr lang="en-GB"/>
              <a:t>Our hearing range</a:t>
            </a:r>
          </a:p>
          <a:p>
            <a:endParaRPr lang="en-GB"/>
          </a:p>
        </p:txBody>
      </p:sp>
      <p:sp>
        <p:nvSpPr>
          <p:cNvPr id="4" name="Text Placeholder 3"/>
          <p:cNvSpPr>
            <a:spLocks noGrp="1"/>
          </p:cNvSpPr>
          <p:nvPr>
            <p:ph type="body" sz="quarter" idx="14"/>
          </p:nvPr>
        </p:nvSpPr>
        <p:spPr/>
        <p:txBody>
          <a:bodyPr/>
          <a:lstStyle/>
          <a:p>
            <a:r>
              <a:rPr lang="en-GB" dirty="0"/>
              <a:t>We can hear sounds between</a:t>
            </a:r>
            <a:br>
              <a:rPr lang="en-GB" dirty="0"/>
            </a:br>
            <a:r>
              <a:rPr lang="en-GB" dirty="0"/>
              <a:t>20-20,000 Hz</a:t>
            </a:r>
          </a:p>
          <a:p>
            <a:pPr lvl="1"/>
            <a:r>
              <a:rPr lang="en-GB" dirty="0"/>
              <a:t>Younger people can hear </a:t>
            </a:r>
            <a:br>
              <a:rPr lang="en-GB" dirty="0"/>
            </a:br>
            <a:r>
              <a:rPr lang="en-GB" dirty="0"/>
              <a:t>sounds at a higher frequency</a:t>
            </a:r>
          </a:p>
          <a:p>
            <a:r>
              <a:rPr lang="en-GB" dirty="0"/>
              <a:t>Try the test sound and see </a:t>
            </a:r>
            <a:br>
              <a:rPr lang="en-GB" dirty="0"/>
            </a:br>
            <a:r>
              <a:rPr lang="en-GB" dirty="0"/>
              <a:t>how high you and your class </a:t>
            </a:r>
            <a:br>
              <a:rPr lang="en-GB" dirty="0"/>
            </a:br>
            <a:r>
              <a:rPr lang="en-GB" dirty="0"/>
              <a:t>can hear</a:t>
            </a:r>
          </a:p>
          <a:p>
            <a:endParaRPr lang="en-GB" dirty="0"/>
          </a:p>
        </p:txBody>
      </p:sp>
      <p:pic>
        <p:nvPicPr>
          <p:cNvPr id="6" name="Graphic 5">
            <a:extLst>
              <a:ext uri="{FF2B5EF4-FFF2-40B4-BE49-F238E27FC236}">
                <a16:creationId xmlns:a16="http://schemas.microsoft.com/office/drawing/2014/main" id="{B6D3A37E-9DF2-6A47-AF1A-8E311032B914}"/>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267074" y="6313572"/>
            <a:ext cx="1428387" cy="337136"/>
          </a:xfrm>
          <a:prstGeom prst="rect">
            <a:avLst/>
          </a:prstGeom>
        </p:spPr>
      </p:pic>
    </p:spTree>
    <p:extLst>
      <p:ext uri="{BB962C8B-B14F-4D97-AF65-F5344CB8AC3E}">
        <p14:creationId xmlns:p14="http://schemas.microsoft.com/office/powerpoint/2010/main" val="75836996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9934ECBE-EF31-C544-B28D-38572BDCDB4F}"/>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0" y="618744"/>
            <a:ext cx="9144000" cy="6239256"/>
          </a:xfrm>
          <a:prstGeom prst="rect">
            <a:avLst/>
          </a:prstGeom>
        </p:spPr>
      </p:pic>
      <p:sp>
        <p:nvSpPr>
          <p:cNvPr id="4" name="Text Placeholder 3"/>
          <p:cNvSpPr>
            <a:spLocks noGrp="1"/>
          </p:cNvSpPr>
          <p:nvPr>
            <p:ph type="body" sz="quarter" idx="13"/>
          </p:nvPr>
        </p:nvSpPr>
        <p:spPr/>
        <p:txBody>
          <a:bodyPr/>
          <a:lstStyle/>
          <a:p>
            <a:r>
              <a:rPr lang="en-GB" dirty="0"/>
              <a:t>Lossy compression – MP3</a:t>
            </a:r>
          </a:p>
        </p:txBody>
      </p:sp>
      <p:sp>
        <p:nvSpPr>
          <p:cNvPr id="5" name="Text Placeholder 4"/>
          <p:cNvSpPr>
            <a:spLocks noGrp="1"/>
          </p:cNvSpPr>
          <p:nvPr>
            <p:ph type="body" sz="quarter" idx="14"/>
          </p:nvPr>
        </p:nvSpPr>
        <p:spPr/>
        <p:txBody>
          <a:bodyPr/>
          <a:lstStyle/>
          <a:p>
            <a:r>
              <a:rPr lang="en-GB" dirty="0"/>
              <a:t>Lossy compression removes sounds that </a:t>
            </a:r>
            <a:br>
              <a:rPr lang="en-GB" dirty="0"/>
            </a:br>
            <a:r>
              <a:rPr lang="en-GB" dirty="0"/>
              <a:t>we can’t easily hear or that least affect </a:t>
            </a:r>
            <a:br>
              <a:rPr lang="en-GB" dirty="0"/>
            </a:br>
            <a:r>
              <a:rPr lang="en-GB" dirty="0"/>
              <a:t>the perceived playback quality</a:t>
            </a:r>
          </a:p>
          <a:p>
            <a:pPr lvl="1"/>
            <a:r>
              <a:rPr lang="en-GB" dirty="0"/>
              <a:t>Lossy compression leaves out some data from the </a:t>
            </a:r>
            <a:br>
              <a:rPr lang="en-GB" dirty="0"/>
            </a:br>
            <a:r>
              <a:rPr lang="en-GB" dirty="0"/>
              <a:t>original so can negatively affect the sound quality</a:t>
            </a:r>
          </a:p>
          <a:p>
            <a:pPr lvl="1"/>
            <a:r>
              <a:rPr lang="en-GB" dirty="0"/>
              <a:t>However, a minute of music can be stored in </a:t>
            </a:r>
            <a:br>
              <a:rPr lang="en-GB" dirty="0"/>
            </a:br>
            <a:r>
              <a:rPr lang="en-GB" dirty="0"/>
              <a:t>1 MB of an MP3 file, but needs 10 MB of </a:t>
            </a:r>
            <a:br>
              <a:rPr lang="en-GB" dirty="0"/>
            </a:br>
            <a:r>
              <a:rPr lang="en-GB" dirty="0"/>
              <a:t>an uncompressed WAV file</a:t>
            </a:r>
          </a:p>
          <a:p>
            <a:pPr lvl="1"/>
            <a:r>
              <a:rPr lang="en-GB" dirty="0"/>
              <a:t>This is useful for storing, </a:t>
            </a:r>
            <a:br>
              <a:rPr lang="en-GB" dirty="0"/>
            </a:br>
            <a:r>
              <a:rPr lang="en-GB" dirty="0"/>
              <a:t>downloading or streaming</a:t>
            </a:r>
          </a:p>
          <a:p>
            <a:endParaRPr lang="en-GB" dirty="0"/>
          </a:p>
        </p:txBody>
      </p:sp>
      <p:pic>
        <p:nvPicPr>
          <p:cNvPr id="9" name="Graphic 8">
            <a:extLst>
              <a:ext uri="{FF2B5EF4-FFF2-40B4-BE49-F238E27FC236}">
                <a16:creationId xmlns:a16="http://schemas.microsoft.com/office/drawing/2014/main" id="{B01D91DF-C417-FA4E-A1B0-298CB8FFD097}"/>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267074" y="6313572"/>
            <a:ext cx="1428387" cy="337136"/>
          </a:xfrm>
          <a:prstGeom prst="rect">
            <a:avLst/>
          </a:prstGeom>
        </p:spPr>
      </p:pic>
    </p:spTree>
    <p:extLst>
      <p:ext uri="{BB962C8B-B14F-4D97-AF65-F5344CB8AC3E}">
        <p14:creationId xmlns:p14="http://schemas.microsoft.com/office/powerpoint/2010/main" val="220330818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type="body" sz="quarter" idx="13"/>
          </p:nvPr>
        </p:nvSpPr>
        <p:spPr/>
        <p:txBody>
          <a:bodyPr/>
          <a:lstStyle/>
          <a:p>
            <a:r>
              <a:rPr lang="en-GB"/>
              <a:t>Lossless compression</a:t>
            </a:r>
          </a:p>
          <a:p>
            <a:endParaRPr lang="en-GB" dirty="0"/>
          </a:p>
        </p:txBody>
      </p:sp>
      <p:sp>
        <p:nvSpPr>
          <p:cNvPr id="4" name="Text Placeholder 3"/>
          <p:cNvSpPr>
            <a:spLocks noGrp="1"/>
          </p:cNvSpPr>
          <p:nvPr>
            <p:ph type="body" sz="quarter" idx="14"/>
          </p:nvPr>
        </p:nvSpPr>
        <p:spPr>
          <a:xfrm>
            <a:off x="724280" y="1704179"/>
            <a:ext cx="5079620" cy="3453607"/>
          </a:xfrm>
        </p:spPr>
        <p:txBody>
          <a:bodyPr/>
          <a:lstStyle/>
          <a:p>
            <a:r>
              <a:rPr lang="en-GB" dirty="0"/>
              <a:t>Lossless compression formats are able to reduce the file size when compressed but do not lose any information</a:t>
            </a:r>
          </a:p>
          <a:p>
            <a:r>
              <a:rPr lang="en-GB" dirty="0"/>
              <a:t>The following music file formats are lossless:</a:t>
            </a:r>
          </a:p>
          <a:p>
            <a:pPr lvl="1"/>
            <a:r>
              <a:rPr lang="en-GB" dirty="0"/>
              <a:t>FLAC (Free Lossless Audio Codec)</a:t>
            </a:r>
          </a:p>
          <a:p>
            <a:pPr lvl="1"/>
            <a:r>
              <a:rPr lang="en-GB" dirty="0"/>
              <a:t>ALAC (Apple Lossless Audio Codec)</a:t>
            </a:r>
          </a:p>
          <a:p>
            <a:pPr lvl="1"/>
            <a:r>
              <a:rPr lang="en-GB" dirty="0"/>
              <a:t>WMA Lossless </a:t>
            </a:r>
            <a:br>
              <a:rPr lang="en-GB" dirty="0"/>
            </a:br>
            <a:r>
              <a:rPr lang="en-GB" dirty="0"/>
              <a:t>(Windows Media Audio)</a:t>
            </a:r>
          </a:p>
        </p:txBody>
      </p:sp>
      <p:pic>
        <p:nvPicPr>
          <p:cNvPr id="2" name="Picture 1"/>
          <p:cNvPicPr>
            <a:picLocks noChangeAspect="1"/>
          </p:cNvPicPr>
          <p:nvPr/>
        </p:nvPicPr>
        <p:blipFill rotWithShape="1">
          <a:blip r:embed="rId2" cstate="screen">
            <a:clrChange>
              <a:clrFrom>
                <a:srgbClr val="FFFFFF"/>
              </a:clrFrom>
              <a:clrTo>
                <a:srgbClr val="FFFFFF">
                  <a:alpha val="0"/>
                </a:srgbClr>
              </a:clrTo>
            </a:clrChange>
            <a:extLst>
              <a:ext uri="{28A0092B-C50C-407E-A947-70E740481C1C}">
                <a14:useLocalDpi xmlns:a14="http://schemas.microsoft.com/office/drawing/2010/main"/>
              </a:ext>
            </a:extLst>
          </a:blip>
          <a:srcRect/>
          <a:stretch/>
        </p:blipFill>
        <p:spPr>
          <a:xfrm flipH="1">
            <a:off x="5285656" y="1577005"/>
            <a:ext cx="3022601" cy="4769545"/>
          </a:xfrm>
          <a:prstGeom prst="rect">
            <a:avLst/>
          </a:prstGeom>
        </p:spPr>
      </p:pic>
    </p:spTree>
    <p:extLst>
      <p:ext uri="{BB962C8B-B14F-4D97-AF65-F5344CB8AC3E}">
        <p14:creationId xmlns:p14="http://schemas.microsoft.com/office/powerpoint/2010/main" val="129407252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531588F1-FE16-4A43-A101-3AC7A1353255}"/>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0" y="4000500"/>
            <a:ext cx="7200900" cy="2857500"/>
          </a:xfrm>
          <a:prstGeom prst="rect">
            <a:avLst/>
          </a:prstGeom>
        </p:spPr>
      </p:pic>
      <p:sp>
        <p:nvSpPr>
          <p:cNvPr id="3" name="Content Placeholder 2"/>
          <p:cNvSpPr>
            <a:spLocks noGrp="1"/>
          </p:cNvSpPr>
          <p:nvPr>
            <p:ph type="body" sz="quarter" idx="13"/>
          </p:nvPr>
        </p:nvSpPr>
        <p:spPr/>
        <p:txBody>
          <a:bodyPr/>
          <a:lstStyle/>
          <a:p>
            <a:r>
              <a:rPr lang="en-GB" dirty="0"/>
              <a:t>Other file formats</a:t>
            </a:r>
          </a:p>
          <a:p>
            <a:endParaRPr lang="en-GB" dirty="0"/>
          </a:p>
        </p:txBody>
      </p:sp>
      <p:sp>
        <p:nvSpPr>
          <p:cNvPr id="4" name="Text Placeholder 3"/>
          <p:cNvSpPr>
            <a:spLocks noGrp="1"/>
          </p:cNvSpPr>
          <p:nvPr>
            <p:ph type="body" sz="quarter" idx="14"/>
          </p:nvPr>
        </p:nvSpPr>
        <p:spPr/>
        <p:txBody>
          <a:bodyPr/>
          <a:lstStyle/>
          <a:p>
            <a:r>
              <a:rPr lang="en-GB" b="1" dirty="0">
                <a:solidFill>
                  <a:srgbClr val="58ACA5"/>
                </a:solidFill>
              </a:rPr>
              <a:t>WAV </a:t>
            </a:r>
            <a:r>
              <a:rPr lang="en-GB" dirty="0">
                <a:solidFill>
                  <a:srgbClr val="58ACA5"/>
                </a:solidFill>
              </a:rPr>
              <a:t>and </a:t>
            </a:r>
            <a:r>
              <a:rPr lang="en-GB" b="1" dirty="0">
                <a:solidFill>
                  <a:srgbClr val="58ACA5"/>
                </a:solidFill>
              </a:rPr>
              <a:t>AIFF </a:t>
            </a:r>
            <a:r>
              <a:rPr lang="en-GB" dirty="0">
                <a:solidFill>
                  <a:srgbClr val="58ACA5"/>
                </a:solidFill>
              </a:rPr>
              <a:t>files are uncompressed audio files</a:t>
            </a:r>
          </a:p>
          <a:p>
            <a:r>
              <a:rPr lang="en-GB" dirty="0">
                <a:solidFill>
                  <a:srgbClr val="58ACA5"/>
                </a:solidFill>
              </a:rPr>
              <a:t>Lossy file formats are still very popular as they reduce the file size well</a:t>
            </a:r>
          </a:p>
          <a:p>
            <a:pPr lvl="1"/>
            <a:r>
              <a:rPr lang="en-GB" b="1" dirty="0"/>
              <a:t>MP3</a:t>
            </a:r>
            <a:r>
              <a:rPr lang="en-GB" dirty="0"/>
              <a:t> (MPEG-1 Audio Layer III)</a:t>
            </a:r>
          </a:p>
          <a:p>
            <a:pPr lvl="1"/>
            <a:r>
              <a:rPr lang="en-GB" b="1" dirty="0"/>
              <a:t>AAC</a:t>
            </a:r>
            <a:r>
              <a:rPr lang="en-GB" dirty="0"/>
              <a:t> (Advanced Audio Coding) </a:t>
            </a:r>
            <a:br>
              <a:rPr lang="en-GB" dirty="0"/>
            </a:br>
            <a:r>
              <a:rPr lang="en-GB" dirty="0"/>
              <a:t>– typically higher quality than MP3</a:t>
            </a:r>
          </a:p>
        </p:txBody>
      </p:sp>
    </p:spTree>
    <p:extLst>
      <p:ext uri="{BB962C8B-B14F-4D97-AF65-F5344CB8AC3E}">
        <p14:creationId xmlns:p14="http://schemas.microsoft.com/office/powerpoint/2010/main" val="110168305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170116"/>
        </a:solidFill>
        <a:effectLst/>
      </p:bgPr>
    </p:bg>
    <p:spTree>
      <p:nvGrpSpPr>
        <p:cNvPr id="1" name=""/>
        <p:cNvGrpSpPr/>
        <p:nvPr/>
      </p:nvGrpSpPr>
      <p:grpSpPr>
        <a:xfrm>
          <a:off x="0" y="0"/>
          <a:ext cx="0" cy="0"/>
          <a:chOff x="0" y="0"/>
          <a:chExt cx="0" cy="0"/>
        </a:xfrm>
      </p:grpSpPr>
      <p:pic>
        <p:nvPicPr>
          <p:cNvPr id="5" name="Picture 4" descr="A picture containing animal, sky&#10;&#10;Description automatically generated">
            <a:extLst>
              <a:ext uri="{FF2B5EF4-FFF2-40B4-BE49-F238E27FC236}">
                <a16:creationId xmlns:a16="http://schemas.microsoft.com/office/drawing/2014/main" id="{F21990F2-E1BA-49B7-AE7F-D57C779CFEB6}"/>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0" y="5054599"/>
            <a:ext cx="9144000" cy="1803401"/>
          </a:xfrm>
          <a:prstGeom prst="rect">
            <a:avLst/>
          </a:prstGeom>
        </p:spPr>
      </p:pic>
      <p:sp>
        <p:nvSpPr>
          <p:cNvPr id="2" name="Text Placeholder 1">
            <a:extLst>
              <a:ext uri="{FF2B5EF4-FFF2-40B4-BE49-F238E27FC236}">
                <a16:creationId xmlns:a16="http://schemas.microsoft.com/office/drawing/2014/main" id="{7A4C4672-7BD4-4C7E-B822-44238001054A}"/>
              </a:ext>
            </a:extLst>
          </p:cNvPr>
          <p:cNvSpPr>
            <a:spLocks noGrp="1"/>
          </p:cNvSpPr>
          <p:nvPr>
            <p:ph type="body" sz="quarter" idx="13"/>
          </p:nvPr>
        </p:nvSpPr>
        <p:spPr/>
        <p:txBody>
          <a:bodyPr/>
          <a:lstStyle/>
          <a:p>
            <a:r>
              <a:rPr lang="en-GB" dirty="0">
                <a:solidFill>
                  <a:schemeClr val="bg1"/>
                </a:solidFill>
              </a:rPr>
              <a:t>Plenary</a:t>
            </a:r>
          </a:p>
        </p:txBody>
      </p:sp>
      <p:sp>
        <p:nvSpPr>
          <p:cNvPr id="3" name="Text Placeholder 2">
            <a:extLst>
              <a:ext uri="{FF2B5EF4-FFF2-40B4-BE49-F238E27FC236}">
                <a16:creationId xmlns:a16="http://schemas.microsoft.com/office/drawing/2014/main" id="{2A83CD5B-1742-4446-8CAB-7E186658E757}"/>
              </a:ext>
            </a:extLst>
          </p:cNvPr>
          <p:cNvSpPr>
            <a:spLocks noGrp="1"/>
          </p:cNvSpPr>
          <p:nvPr>
            <p:ph type="body" sz="quarter" idx="14"/>
          </p:nvPr>
        </p:nvSpPr>
        <p:spPr/>
        <p:txBody>
          <a:bodyPr/>
          <a:lstStyle/>
          <a:p>
            <a:r>
              <a:rPr lang="en-GB" dirty="0">
                <a:solidFill>
                  <a:schemeClr val="bg1"/>
                </a:solidFill>
              </a:rPr>
              <a:t>In pairs, take turns to test each other on the </a:t>
            </a:r>
            <a:br>
              <a:rPr lang="en-GB" dirty="0">
                <a:solidFill>
                  <a:schemeClr val="bg1"/>
                </a:solidFill>
              </a:rPr>
            </a:br>
            <a:r>
              <a:rPr lang="en-GB" dirty="0">
                <a:solidFill>
                  <a:schemeClr val="bg1"/>
                </a:solidFill>
              </a:rPr>
              <a:t>following questions</a:t>
            </a:r>
          </a:p>
          <a:p>
            <a:pPr lvl="1"/>
            <a:r>
              <a:rPr lang="en-GB" dirty="0">
                <a:solidFill>
                  <a:schemeClr val="bg1"/>
                </a:solidFill>
              </a:rPr>
              <a:t>The sample rate is measured in what unit? </a:t>
            </a:r>
            <a:endParaRPr lang="en-GB" b="1" dirty="0">
              <a:solidFill>
                <a:schemeClr val="bg1"/>
              </a:solidFill>
            </a:endParaRPr>
          </a:p>
          <a:p>
            <a:pPr lvl="1"/>
            <a:r>
              <a:rPr lang="en-GB" dirty="0">
                <a:solidFill>
                  <a:schemeClr val="bg1"/>
                </a:solidFill>
              </a:rPr>
              <a:t>The number of bits available to store each sample is known as what? </a:t>
            </a:r>
            <a:endParaRPr lang="en-GB" b="1" dirty="0">
              <a:solidFill>
                <a:schemeClr val="bg1"/>
              </a:solidFill>
            </a:endParaRPr>
          </a:p>
          <a:p>
            <a:pPr lvl="1"/>
            <a:r>
              <a:rPr lang="en-GB" dirty="0">
                <a:solidFill>
                  <a:schemeClr val="bg1"/>
                </a:solidFill>
              </a:rPr>
              <a:t>What is the formula for calculating the size of an uncompressed music file?</a:t>
            </a:r>
            <a:endParaRPr lang="en-GB" b="1" dirty="0">
              <a:solidFill>
                <a:schemeClr val="bg1"/>
              </a:solidFill>
            </a:endParaRPr>
          </a:p>
          <a:p>
            <a:pPr lvl="1"/>
            <a:r>
              <a:rPr lang="en-GB" dirty="0">
                <a:solidFill>
                  <a:schemeClr val="bg1"/>
                </a:solidFill>
              </a:rPr>
              <a:t>Track1.wav uses a sample rate of 20 kHz, Track2.wav uses a sample rate of 10 kHz. Which file is the higher quality? Which is the larger file size?</a:t>
            </a:r>
            <a:br>
              <a:rPr lang="en-GB" dirty="0">
                <a:solidFill>
                  <a:schemeClr val="bg1"/>
                </a:solidFill>
              </a:rPr>
            </a:br>
            <a:endParaRPr lang="en-GB" b="1" dirty="0">
              <a:solidFill>
                <a:schemeClr val="bg1"/>
              </a:solidFill>
            </a:endParaRPr>
          </a:p>
        </p:txBody>
      </p:sp>
      <p:pic>
        <p:nvPicPr>
          <p:cNvPr id="6" name="Graphic 5">
            <a:extLst>
              <a:ext uri="{FF2B5EF4-FFF2-40B4-BE49-F238E27FC236}">
                <a16:creationId xmlns:a16="http://schemas.microsoft.com/office/drawing/2014/main" id="{4AF25BC2-66C6-9841-B285-7FABC1A380A8}"/>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267074" y="6313572"/>
            <a:ext cx="1428387" cy="337136"/>
          </a:xfrm>
          <a:prstGeom prst="rect">
            <a:avLst/>
          </a:prstGeom>
        </p:spPr>
      </p:pic>
    </p:spTree>
    <p:extLst>
      <p:ext uri="{BB962C8B-B14F-4D97-AF65-F5344CB8AC3E}">
        <p14:creationId xmlns:p14="http://schemas.microsoft.com/office/powerpoint/2010/main" val="284883262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A4C4672-7BD4-4C7E-B822-44238001054A}"/>
              </a:ext>
            </a:extLst>
          </p:cNvPr>
          <p:cNvSpPr>
            <a:spLocks noGrp="1"/>
          </p:cNvSpPr>
          <p:nvPr>
            <p:ph type="body" sz="quarter" idx="13"/>
          </p:nvPr>
        </p:nvSpPr>
        <p:spPr/>
        <p:txBody>
          <a:bodyPr/>
          <a:lstStyle/>
          <a:p>
            <a:r>
              <a:rPr lang="en-GB" dirty="0"/>
              <a:t>Plenary</a:t>
            </a:r>
          </a:p>
        </p:txBody>
      </p:sp>
      <p:sp>
        <p:nvSpPr>
          <p:cNvPr id="3" name="Text Placeholder 2">
            <a:extLst>
              <a:ext uri="{FF2B5EF4-FFF2-40B4-BE49-F238E27FC236}">
                <a16:creationId xmlns:a16="http://schemas.microsoft.com/office/drawing/2014/main" id="{2A83CD5B-1742-4446-8CAB-7E186658E757}"/>
              </a:ext>
            </a:extLst>
          </p:cNvPr>
          <p:cNvSpPr>
            <a:spLocks noGrp="1"/>
          </p:cNvSpPr>
          <p:nvPr>
            <p:ph type="body" sz="quarter" idx="14"/>
          </p:nvPr>
        </p:nvSpPr>
        <p:spPr/>
        <p:txBody>
          <a:bodyPr/>
          <a:lstStyle/>
          <a:p>
            <a:r>
              <a:rPr lang="en-GB" dirty="0"/>
              <a:t>In pairs take turns to test each other on the </a:t>
            </a:r>
            <a:br>
              <a:rPr lang="en-GB" dirty="0"/>
            </a:br>
            <a:r>
              <a:rPr lang="en-GB" dirty="0"/>
              <a:t>following questions</a:t>
            </a:r>
          </a:p>
          <a:p>
            <a:pPr lvl="1"/>
            <a:r>
              <a:rPr lang="en-GB" dirty="0"/>
              <a:t>The sample rate is measured in what unit? </a:t>
            </a:r>
            <a:r>
              <a:rPr lang="en-GB" b="1" dirty="0">
                <a:solidFill>
                  <a:srgbClr val="FF0000"/>
                </a:solidFill>
              </a:rPr>
              <a:t>Hertz (Hz)</a:t>
            </a:r>
          </a:p>
          <a:p>
            <a:pPr lvl="1"/>
            <a:r>
              <a:rPr lang="en-GB" dirty="0"/>
              <a:t>The number of bits available to store each sample is known as what? </a:t>
            </a:r>
            <a:r>
              <a:rPr lang="en-GB" b="1" dirty="0">
                <a:solidFill>
                  <a:srgbClr val="FF0000"/>
                </a:solidFill>
              </a:rPr>
              <a:t>Resolution (bit depth)</a:t>
            </a:r>
          </a:p>
          <a:p>
            <a:pPr lvl="1"/>
            <a:r>
              <a:rPr lang="en-GB" dirty="0"/>
              <a:t>What is the formula for calculating the size of an uncompressed music file?</a:t>
            </a:r>
            <a:br>
              <a:rPr lang="en-GB" dirty="0"/>
            </a:br>
            <a:r>
              <a:rPr lang="en-GB" b="1" dirty="0">
                <a:solidFill>
                  <a:srgbClr val="FF0000"/>
                </a:solidFill>
              </a:rPr>
              <a:t>Sample rate x resolution x duration</a:t>
            </a:r>
          </a:p>
          <a:p>
            <a:pPr lvl="1"/>
            <a:r>
              <a:rPr lang="en-GB" dirty="0"/>
              <a:t>Track1.wav uses a sample rate of 20 kHz, Track2.wav uses a sample rate of 10 kHz. Which file is the higher quality? Which is the larger file size?</a:t>
            </a:r>
            <a:br>
              <a:rPr lang="en-GB" dirty="0"/>
            </a:br>
            <a:r>
              <a:rPr lang="en-GB" b="1" dirty="0">
                <a:solidFill>
                  <a:srgbClr val="FF0000"/>
                </a:solidFill>
              </a:rPr>
              <a:t>Track1 is higher quality and a larger file size</a:t>
            </a:r>
          </a:p>
        </p:txBody>
      </p:sp>
    </p:spTree>
    <p:extLst>
      <p:ext uri="{BB962C8B-B14F-4D97-AF65-F5344CB8AC3E}">
        <p14:creationId xmlns:p14="http://schemas.microsoft.com/office/powerpoint/2010/main" val="10480064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222962146"/>
      </p:ext>
    </p:extLst>
  </p:cSld>
  <p:clrMapOvr>
    <a:masterClrMapping/>
  </p:clrMapOvr>
</p:sld>
</file>

<file path=ppt/theme/theme1.xml><?xml version="1.0" encoding="utf-8"?>
<a:theme xmlns:a="http://schemas.openxmlformats.org/drawingml/2006/main" name="Unit 1">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24951742A866DD4C8563BF4DFAFD4423" ma:contentTypeVersion="13" ma:contentTypeDescription="Create a new document." ma:contentTypeScope="" ma:versionID="f785eec6e2c67b839315347a29dc3713">
  <xsd:schema xmlns:xsd="http://www.w3.org/2001/XMLSchema" xmlns:xs="http://www.w3.org/2001/XMLSchema" xmlns:p="http://schemas.microsoft.com/office/2006/metadata/properties" xmlns:ns2="1ef05dc5-97a2-498b-bf7c-bd189143a1ff" xmlns:ns3="94dce8ab-38ff-4714-b1ed-1fc5e4d9abd1" targetNamespace="http://schemas.microsoft.com/office/2006/metadata/properties" ma:root="true" ma:fieldsID="a0c82b207cdf2da5c092e9a40fe5e576" ns2:_="" ns3:_="">
    <xsd:import namespace="1ef05dc5-97a2-498b-bf7c-bd189143a1ff"/>
    <xsd:import namespace="94dce8ab-38ff-4714-b1ed-1fc5e4d9abd1"/>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AutoTags" minOccurs="0"/>
                <xsd:element ref="ns3:MediaServiceOCR" minOccurs="0"/>
                <xsd:element ref="ns3:MediaServiceDateTaken" minOccurs="0"/>
                <xsd:element ref="ns3:MediaServiceLocation" minOccurs="0"/>
                <xsd:element ref="ns3:MediaServiceEventHashCode" minOccurs="0"/>
                <xsd:element ref="ns3:MediaServiceGenerationTime" minOccurs="0"/>
                <xsd:element ref="ns3:MediaServiceAutoKeyPoints" minOccurs="0"/>
                <xsd:element ref="ns3:MediaServiceKeyPoints" minOccurs="0"/>
                <xsd:element ref="ns3: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ef05dc5-97a2-498b-bf7c-bd189143a1ff"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94dce8ab-38ff-4714-b1ed-1fc5e4d9abd1"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AutoTags" ma:index="12" nillable="true" ma:displayName="MediaServiceAutoTags" ma:internalName="MediaServiceAutoTags" ma:readOnly="true">
      <xsd:simpleType>
        <xsd:restriction base="dms:Text"/>
      </xsd:simpleType>
    </xsd:element>
    <xsd:element name="MediaServiceOCR" ma:index="13" nillable="true" ma:displayName="MediaServiceOCR" ma:internalName="MediaServiceOCR"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ServiceLocation" ma:index="15" nillable="true" ma:displayName="MediaServiceLocation" ma:internalName="MediaServiceLocation"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AutoKeyPoints" ma:index="18" nillable="true" ma:displayName="MediaServiceAutoKeyPoints" ma:hidden="true" ma:internalName="MediaServiceAutoKeyPoints" ma:readOnly="true">
      <xsd:simpleType>
        <xsd:restriction base="dms:Note"/>
      </xsd:simpleType>
    </xsd:element>
    <xsd:element name="MediaServiceKeyPoints" ma:index="19" nillable="true" ma:displayName="KeyPoints" ma:internalName="MediaServiceKeyPoints" ma:readOnly="true">
      <xsd:simpleType>
        <xsd:restriction base="dms:Note">
          <xsd:maxLength value="255"/>
        </xsd:restriction>
      </xsd:simpleType>
    </xsd:element>
    <xsd:element name="MediaLengthInSeconds" ma:index="20" nillable="true" ma:displayName="Length (seconds)"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3B883657-E07F-404E-8AE9-CF57D7DCE53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ef05dc5-97a2-498b-bf7c-bd189143a1ff"/>
    <ds:schemaRef ds:uri="94dce8ab-38ff-4714-b1ed-1fc5e4d9abd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5076FF13-70AC-4D69-BD08-27D9F8DF232F}">
  <ds:schemaRefs>
    <ds:schemaRef ds:uri="http://schemas.microsoft.com/sharepoint/v3/contenttype/forms"/>
  </ds:schemaRefs>
</ds:datastoreItem>
</file>

<file path=customXml/itemProps3.xml><?xml version="1.0" encoding="utf-8"?>
<ds:datastoreItem xmlns:ds="http://schemas.openxmlformats.org/officeDocument/2006/customXml" ds:itemID="{A99AFA4D-22F0-479B-BE7A-3CFD0D74ABCE}">
  <ds:schemaRefs>
    <ds:schemaRef ds:uri="http://schemas.microsoft.com/office/2006/metadata/properties"/>
    <ds:schemaRef ds:uri="http://schemas.microsoft.com/office/2006/documentManagement/types"/>
    <ds:schemaRef ds:uri="http://schemas.openxmlformats.org/package/2006/metadata/core-properties"/>
    <ds:schemaRef ds:uri="http://purl.org/dc/elements/1.1/"/>
    <ds:schemaRef ds:uri="http://purl.org/dc/dcmitype/"/>
    <ds:schemaRef ds:uri="http://www.w3.org/XML/1998/namespace"/>
    <ds:schemaRef ds:uri="http://purl.org/dc/terms/"/>
    <ds:schemaRef ds:uri="http://schemas.microsoft.com/office/infopath/2007/PartnerControls"/>
    <ds:schemaRef ds:uri="94dce8ab-38ff-4714-b1ed-1fc5e4d9abd1"/>
    <ds:schemaRef ds:uri="1ef05dc5-97a2-498b-bf7c-bd189143a1ff"/>
  </ds:schemaRefs>
</ds:datastoreItem>
</file>

<file path=docProps/app.xml><?xml version="1.0" encoding="utf-8"?>
<Properties xmlns="http://schemas.openxmlformats.org/officeDocument/2006/extended-properties" xmlns:vt="http://schemas.openxmlformats.org/officeDocument/2006/docPropsVTypes">
  <Template>Unit 3</Template>
  <TotalTime>1518</TotalTime>
  <Words>904</Words>
  <Application>Microsoft Office PowerPoint</Application>
  <PresentationFormat>On-screen Show (4:3)</PresentationFormat>
  <Paragraphs>95</Paragraphs>
  <Slides>21</Slides>
  <Notes>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Calibri</vt:lpstr>
      <vt:lpstr>Arial</vt:lpstr>
      <vt:lpstr>Unit 1</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PG Online Ltd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PG Online Ltd</dc:creator>
  <cp:lastModifiedBy>Mike Bloys</cp:lastModifiedBy>
  <cp:revision>41</cp:revision>
  <dcterms:created xsi:type="dcterms:W3CDTF">2014-10-31T18:21:46Z</dcterms:created>
  <dcterms:modified xsi:type="dcterms:W3CDTF">2021-08-17T10:27:16Z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0x01010024951742A866DD4C8563BF4DFAFD4423</vt:lpwstr>
  </property>
</Properties>
</file>