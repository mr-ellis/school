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60" r:id="rId4"/>
  </p:sldMasterIdLst>
  <p:handoutMasterIdLst>
    <p:handoutMasterId r:id="rId22"/>
  </p:handoutMasterIdLst>
  <p:sldIdLst>
    <p:sldId id="256" r:id="rId5"/>
    <p:sldId id="260" r:id="rId6"/>
    <p:sldId id="293" r:id="rId7"/>
    <p:sldId id="294" r:id="rId8"/>
    <p:sldId id="281" r:id="rId9"/>
    <p:sldId id="285" r:id="rId10"/>
    <p:sldId id="279" r:id="rId11"/>
    <p:sldId id="290" r:id="rId12"/>
    <p:sldId id="286" r:id="rId13"/>
    <p:sldId id="280" r:id="rId14"/>
    <p:sldId id="287" r:id="rId15"/>
    <p:sldId id="282" r:id="rId16"/>
    <p:sldId id="284" r:id="rId17"/>
    <p:sldId id="291" r:id="rId18"/>
    <p:sldId id="277" r:id="rId19"/>
    <p:sldId id="292" r:id="rId20"/>
    <p:sldId id="259" r:id="rId21"/>
  </p:sldIdLst>
  <p:sldSz cx="9144000" cy="6858000" type="screen4x3"/>
  <p:notesSz cx="6858000" cy="9144000"/>
  <p:embeddedFontLst>
    <p:embeddedFont>
      <p:font typeface="Calibri" panose="020F0502020204030204" pitchFamily="34" charset="0"/>
      <p:regular r:id="rId23"/>
      <p:bold r:id="rId24"/>
      <p:italic r:id="rId25"/>
      <p:boldItalic r:id="rId26"/>
    </p:embeddedFont>
    <p:embeddedFont>
      <p:font typeface="Consolas" panose="020B0609020204030204" pitchFamily="49" charset="0"/>
      <p:regular r:id="rId27"/>
      <p:bold r:id="rId28"/>
      <p:italic r:id="rId29"/>
      <p:boldItalic r:id="rId30"/>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James Franklin" initials="JF" lastIdx="3" clrIdx="0">
    <p:extLst>
      <p:ext uri="{19B8F6BF-5375-455C-9EA6-DF929625EA0E}">
        <p15:presenceInfo xmlns:p15="http://schemas.microsoft.com/office/powerpoint/2012/main" userId="S::james.franklin@pgonline.co.uk::cf915d05-507f-491f-b4a6-b2aa085ee4b1" providerId="AD"/>
      </p:ext>
    </p:extLst>
  </p:cmAuthor>
  <p:cmAuthor id="2" name="Leonora Sheppard" initials="LS" lastIdx="1" clrIdx="1">
    <p:extLst>
      <p:ext uri="{19B8F6BF-5375-455C-9EA6-DF929625EA0E}">
        <p15:presenceInfo xmlns:p15="http://schemas.microsoft.com/office/powerpoint/2012/main" userId="S::Leonora@pgonline.co.uk::3688f6d8-1f97-408e-a4fe-cc859c551ddb" providerId="AD"/>
      </p:ext>
    </p:extLst>
  </p:cmAuthor>
  <p:cmAuthor id="3" name="Mike Bloys" initials="MB" lastIdx="2" clrIdx="2">
    <p:extLst>
      <p:ext uri="{19B8F6BF-5375-455C-9EA6-DF929625EA0E}">
        <p15:presenceInfo xmlns:p15="http://schemas.microsoft.com/office/powerpoint/2012/main" userId="S::mike.bloys@pgonline.co.uk::1248c4d8-7b2b-4b32-b8bd-163ae845f9bb"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065598"/>
    <a:srgbClr val="085598"/>
    <a:srgbClr val="C3E1EB"/>
    <a:srgbClr val="3F6C27"/>
    <a:srgbClr val="2C87DA"/>
    <a:srgbClr val="201F1A"/>
    <a:srgbClr val="624837"/>
    <a:srgbClr val="E66C34"/>
    <a:srgbClr val="9CD2EE"/>
    <a:srgbClr val="AEDCF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022" autoAdjust="0"/>
    <p:restoredTop sz="94660"/>
  </p:normalViewPr>
  <p:slideViewPr>
    <p:cSldViewPr snapToGrid="0">
      <p:cViewPr varScale="1">
        <p:scale>
          <a:sx n="159" d="100"/>
          <a:sy n="159" d="100"/>
        </p:scale>
        <p:origin x="1050" y="132"/>
      </p:cViewPr>
      <p:guideLst/>
    </p:cSldViewPr>
  </p:slideViewPr>
  <p:notesTextViewPr>
    <p:cViewPr>
      <p:scale>
        <a:sx n="1" d="1"/>
        <a:sy n="1" d="1"/>
      </p:scale>
      <p:origin x="0" y="0"/>
    </p:cViewPr>
  </p:notesTextViewPr>
  <p:sorterViewPr>
    <p:cViewPr>
      <p:scale>
        <a:sx n="100" d="100"/>
        <a:sy n="100" d="100"/>
      </p:scale>
      <p:origin x="0" y="0"/>
    </p:cViewPr>
  </p:sorterViewPr>
  <p:notesViewPr>
    <p:cSldViewPr snapToGrid="0" showGuides="1">
      <p:cViewPr varScale="1">
        <p:scale>
          <a:sx n="120" d="100"/>
          <a:sy n="120" d="100"/>
        </p:scale>
        <p:origin x="4104" y="12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font" Target="fonts/font4.fntdata"/><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font" Target="fonts/font3.fntdata"/><Relationship Id="rId33"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font" Target="fonts/font7.fntdata"/><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font" Target="fonts/font2.fntdata"/><Relationship Id="rId32"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font" Target="fonts/font1.fntdata"/><Relationship Id="rId28" Type="http://schemas.openxmlformats.org/officeDocument/2006/relationships/font" Target="fonts/font6.fntdata"/><Relationship Id="rId36"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commentAuthors" Target="commentAuthor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handoutMaster" Target="handoutMasters/handoutMaster1.xml"/><Relationship Id="rId27" Type="http://schemas.openxmlformats.org/officeDocument/2006/relationships/font" Target="fonts/font5.fntdata"/><Relationship Id="rId30" Type="http://schemas.openxmlformats.org/officeDocument/2006/relationships/font" Target="fonts/font8.fntdata"/><Relationship Id="rId35"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ike Bloys" userId="1248c4d8-7b2b-4b32-b8bd-163ae845f9bb" providerId="ADAL" clId="{71A8FFBC-26C3-4D4C-AE7A-64211F7792F9}"/>
    <pc:docChg chg="undo redo custSel modSld modMainMaster">
      <pc:chgData name="Mike Bloys" userId="1248c4d8-7b2b-4b32-b8bd-163ae845f9bb" providerId="ADAL" clId="{71A8FFBC-26C3-4D4C-AE7A-64211F7792F9}" dt="2021-10-27T11:20:04.373" v="98" actId="1589"/>
      <pc:docMkLst>
        <pc:docMk/>
      </pc:docMkLst>
      <pc:sldChg chg="addCm">
        <pc:chgData name="Mike Bloys" userId="1248c4d8-7b2b-4b32-b8bd-163ae845f9bb" providerId="ADAL" clId="{71A8FFBC-26C3-4D4C-AE7A-64211F7792F9}" dt="2021-10-27T11:20:04.373" v="98" actId="1589"/>
        <pc:sldMkLst>
          <pc:docMk/>
          <pc:sldMk cId="3148882095" sldId="256"/>
        </pc:sldMkLst>
      </pc:sldChg>
      <pc:sldChg chg="addSp delSp modSp mod">
        <pc:chgData name="Mike Bloys" userId="1248c4d8-7b2b-4b32-b8bd-163ae845f9bb" providerId="ADAL" clId="{71A8FFBC-26C3-4D4C-AE7A-64211F7792F9}" dt="2021-10-26T08:20:25.558" v="84" actId="21"/>
        <pc:sldMkLst>
          <pc:docMk/>
          <pc:sldMk cId="1868181489" sldId="260"/>
        </pc:sldMkLst>
        <pc:spChg chg="add del mod">
          <ac:chgData name="Mike Bloys" userId="1248c4d8-7b2b-4b32-b8bd-163ae845f9bb" providerId="ADAL" clId="{71A8FFBC-26C3-4D4C-AE7A-64211F7792F9}" dt="2021-10-26T08:20:25.558" v="84" actId="21"/>
          <ac:spMkLst>
            <pc:docMk/>
            <pc:sldMk cId="1868181489" sldId="260"/>
            <ac:spMk id="6" creationId="{8808E85D-6A1C-4931-AAA8-F95CD75308C2}"/>
          </ac:spMkLst>
        </pc:spChg>
      </pc:sldChg>
      <pc:sldChg chg="modSp mod">
        <pc:chgData name="Mike Bloys" userId="1248c4d8-7b2b-4b32-b8bd-163ae845f9bb" providerId="ADAL" clId="{71A8FFBC-26C3-4D4C-AE7A-64211F7792F9}" dt="2021-10-26T08:22:18.651" v="94" actId="207"/>
        <pc:sldMkLst>
          <pc:docMk/>
          <pc:sldMk cId="3434525229" sldId="280"/>
        </pc:sldMkLst>
        <pc:spChg chg="mod">
          <ac:chgData name="Mike Bloys" userId="1248c4d8-7b2b-4b32-b8bd-163ae845f9bb" providerId="ADAL" clId="{71A8FFBC-26C3-4D4C-AE7A-64211F7792F9}" dt="2021-10-26T08:22:18.651" v="94" actId="207"/>
          <ac:spMkLst>
            <pc:docMk/>
            <pc:sldMk cId="3434525229" sldId="280"/>
            <ac:spMk id="4" creationId="{AC6CD1A5-9266-42A9-AEF9-9701F6651E45}"/>
          </ac:spMkLst>
        </pc:spChg>
      </pc:sldChg>
      <pc:sldChg chg="modSp mod">
        <pc:chgData name="Mike Bloys" userId="1248c4d8-7b2b-4b32-b8bd-163ae845f9bb" providerId="ADAL" clId="{71A8FFBC-26C3-4D4C-AE7A-64211F7792F9}" dt="2021-10-26T08:22:09.374" v="93" actId="207"/>
        <pc:sldMkLst>
          <pc:docMk/>
          <pc:sldMk cId="4006062934" sldId="281"/>
        </pc:sldMkLst>
        <pc:spChg chg="mod">
          <ac:chgData name="Mike Bloys" userId="1248c4d8-7b2b-4b32-b8bd-163ae845f9bb" providerId="ADAL" clId="{71A8FFBC-26C3-4D4C-AE7A-64211F7792F9}" dt="2021-10-26T08:22:09.374" v="93" actId="207"/>
          <ac:spMkLst>
            <pc:docMk/>
            <pc:sldMk cId="4006062934" sldId="281"/>
            <ac:spMk id="6" creationId="{FC6AC16F-E18C-4D1F-AB6D-D09D853AF9C3}"/>
          </ac:spMkLst>
        </pc:spChg>
        <pc:spChg chg="mod">
          <ac:chgData name="Mike Bloys" userId="1248c4d8-7b2b-4b32-b8bd-163ae845f9bb" providerId="ADAL" clId="{71A8FFBC-26C3-4D4C-AE7A-64211F7792F9}" dt="2021-10-26T08:22:09.374" v="93" actId="207"/>
          <ac:spMkLst>
            <pc:docMk/>
            <pc:sldMk cId="4006062934" sldId="281"/>
            <ac:spMk id="7" creationId="{D25B4E51-7ED3-4A38-BAF1-245BB116279F}"/>
          </ac:spMkLst>
        </pc:spChg>
      </pc:sldChg>
      <pc:sldChg chg="modSp mod">
        <pc:chgData name="Mike Bloys" userId="1248c4d8-7b2b-4b32-b8bd-163ae845f9bb" providerId="ADAL" clId="{71A8FFBC-26C3-4D4C-AE7A-64211F7792F9}" dt="2021-10-26T08:22:24.059" v="95" actId="207"/>
        <pc:sldMkLst>
          <pc:docMk/>
          <pc:sldMk cId="3202473846" sldId="282"/>
        </pc:sldMkLst>
        <pc:spChg chg="mod">
          <ac:chgData name="Mike Bloys" userId="1248c4d8-7b2b-4b32-b8bd-163ae845f9bb" providerId="ADAL" clId="{71A8FFBC-26C3-4D4C-AE7A-64211F7792F9}" dt="2021-10-26T08:22:24.059" v="95" actId="207"/>
          <ac:spMkLst>
            <pc:docMk/>
            <pc:sldMk cId="3202473846" sldId="282"/>
            <ac:spMk id="3" creationId="{C482B53D-C125-46FA-9284-AB7E51BAB56C}"/>
          </ac:spMkLst>
        </pc:spChg>
      </pc:sldChg>
      <pc:sldChg chg="modSp mod">
        <pc:chgData name="Mike Bloys" userId="1248c4d8-7b2b-4b32-b8bd-163ae845f9bb" providerId="ADAL" clId="{71A8FFBC-26C3-4D4C-AE7A-64211F7792F9}" dt="2021-10-26T08:22:29.092" v="96" actId="207"/>
        <pc:sldMkLst>
          <pc:docMk/>
          <pc:sldMk cId="896427666" sldId="284"/>
        </pc:sldMkLst>
        <pc:spChg chg="mod">
          <ac:chgData name="Mike Bloys" userId="1248c4d8-7b2b-4b32-b8bd-163ae845f9bb" providerId="ADAL" clId="{71A8FFBC-26C3-4D4C-AE7A-64211F7792F9}" dt="2021-10-26T08:22:29.092" v="96" actId="207"/>
          <ac:spMkLst>
            <pc:docMk/>
            <pc:sldMk cId="896427666" sldId="284"/>
            <ac:spMk id="3" creationId="{C482B53D-C125-46FA-9284-AB7E51BAB56C}"/>
          </ac:spMkLst>
        </pc:spChg>
      </pc:sldChg>
      <pc:sldChg chg="modSp mod">
        <pc:chgData name="Mike Bloys" userId="1248c4d8-7b2b-4b32-b8bd-163ae845f9bb" providerId="ADAL" clId="{71A8FFBC-26C3-4D4C-AE7A-64211F7792F9}" dt="2021-10-25T15:48:34.204" v="64" actId="14100"/>
        <pc:sldMkLst>
          <pc:docMk/>
          <pc:sldMk cId="2521868830" sldId="285"/>
        </pc:sldMkLst>
        <pc:spChg chg="mod">
          <ac:chgData name="Mike Bloys" userId="1248c4d8-7b2b-4b32-b8bd-163ae845f9bb" providerId="ADAL" clId="{71A8FFBC-26C3-4D4C-AE7A-64211F7792F9}" dt="2021-10-25T15:48:25.188" v="61" actId="1076"/>
          <ac:spMkLst>
            <pc:docMk/>
            <pc:sldMk cId="2521868830" sldId="285"/>
            <ac:spMk id="4" creationId="{1D0C635C-0A79-43CB-A4F1-2EBB108E2885}"/>
          </ac:spMkLst>
        </pc:spChg>
        <pc:spChg chg="mod">
          <ac:chgData name="Mike Bloys" userId="1248c4d8-7b2b-4b32-b8bd-163ae845f9bb" providerId="ADAL" clId="{71A8FFBC-26C3-4D4C-AE7A-64211F7792F9}" dt="2021-10-25T15:48:25.188" v="61" actId="1076"/>
          <ac:spMkLst>
            <pc:docMk/>
            <pc:sldMk cId="2521868830" sldId="285"/>
            <ac:spMk id="6" creationId="{FC6AC16F-E18C-4D1F-AB6D-D09D853AF9C3}"/>
          </ac:spMkLst>
        </pc:spChg>
        <pc:spChg chg="mod">
          <ac:chgData name="Mike Bloys" userId="1248c4d8-7b2b-4b32-b8bd-163ae845f9bb" providerId="ADAL" clId="{71A8FFBC-26C3-4D4C-AE7A-64211F7792F9}" dt="2021-10-25T15:48:34.204" v="64" actId="14100"/>
          <ac:spMkLst>
            <pc:docMk/>
            <pc:sldMk cId="2521868830" sldId="285"/>
            <ac:spMk id="7" creationId="{D25B4E51-7ED3-4A38-BAF1-245BB116279F}"/>
          </ac:spMkLst>
        </pc:spChg>
      </pc:sldChg>
      <pc:sldChg chg="modSp mod">
        <pc:chgData name="Mike Bloys" userId="1248c4d8-7b2b-4b32-b8bd-163ae845f9bb" providerId="ADAL" clId="{71A8FFBC-26C3-4D4C-AE7A-64211F7792F9}" dt="2021-10-25T15:48:47.420" v="67" actId="14100"/>
        <pc:sldMkLst>
          <pc:docMk/>
          <pc:sldMk cId="2746573061" sldId="290"/>
        </pc:sldMkLst>
        <pc:spChg chg="mod">
          <ac:chgData name="Mike Bloys" userId="1248c4d8-7b2b-4b32-b8bd-163ae845f9bb" providerId="ADAL" clId="{71A8FFBC-26C3-4D4C-AE7A-64211F7792F9}" dt="2021-10-25T15:48:44.183" v="66" actId="20577"/>
          <ac:spMkLst>
            <pc:docMk/>
            <pc:sldMk cId="2746573061" sldId="290"/>
            <ac:spMk id="3" creationId="{16FCDC24-A8F7-4A05-8BA4-0B4F18D469F2}"/>
          </ac:spMkLst>
        </pc:spChg>
        <pc:picChg chg="mod">
          <ac:chgData name="Mike Bloys" userId="1248c4d8-7b2b-4b32-b8bd-163ae845f9bb" providerId="ADAL" clId="{71A8FFBC-26C3-4D4C-AE7A-64211F7792F9}" dt="2021-10-25T15:48:47.420" v="67" actId="14100"/>
          <ac:picMkLst>
            <pc:docMk/>
            <pc:sldMk cId="2746573061" sldId="290"/>
            <ac:picMk id="7" creationId="{3F29E33D-B0B2-4B68-8789-8580DE3CBD67}"/>
          </ac:picMkLst>
        </pc:picChg>
      </pc:sldChg>
      <pc:sldChg chg="modSp mod">
        <pc:chgData name="Mike Bloys" userId="1248c4d8-7b2b-4b32-b8bd-163ae845f9bb" providerId="ADAL" clId="{71A8FFBC-26C3-4D4C-AE7A-64211F7792F9}" dt="2021-10-25T15:49:56.341" v="80" actId="14100"/>
        <pc:sldMkLst>
          <pc:docMk/>
          <pc:sldMk cId="2434284805" sldId="292"/>
        </pc:sldMkLst>
        <pc:spChg chg="mod">
          <ac:chgData name="Mike Bloys" userId="1248c4d8-7b2b-4b32-b8bd-163ae845f9bb" providerId="ADAL" clId="{71A8FFBC-26C3-4D4C-AE7A-64211F7792F9}" dt="2021-10-25T15:49:56.341" v="80" actId="14100"/>
          <ac:spMkLst>
            <pc:docMk/>
            <pc:sldMk cId="2434284805" sldId="292"/>
            <ac:spMk id="3" creationId="{DF351E72-DA1E-427D-BBF5-35F3677CA4F1}"/>
          </ac:spMkLst>
        </pc:spChg>
      </pc:sldChg>
      <pc:sldChg chg="addSp delSp modSp mod">
        <pc:chgData name="Mike Bloys" userId="1248c4d8-7b2b-4b32-b8bd-163ae845f9bb" providerId="ADAL" clId="{71A8FFBC-26C3-4D4C-AE7A-64211F7792F9}" dt="2021-10-25T15:47:47.950" v="55" actId="207"/>
        <pc:sldMkLst>
          <pc:docMk/>
          <pc:sldMk cId="4196348918" sldId="293"/>
        </pc:sldMkLst>
        <pc:picChg chg="del">
          <ac:chgData name="Mike Bloys" userId="1248c4d8-7b2b-4b32-b8bd-163ae845f9bb" providerId="ADAL" clId="{71A8FFBC-26C3-4D4C-AE7A-64211F7792F9}" dt="2021-10-25T15:47:09.590" v="45" actId="478"/>
          <ac:picMkLst>
            <pc:docMk/>
            <pc:sldMk cId="4196348918" sldId="293"/>
            <ac:picMk id="5" creationId="{51054AE5-FAD7-423A-A032-68F4C7DF96F4}"/>
          </ac:picMkLst>
        </pc:picChg>
        <pc:picChg chg="add del mod">
          <ac:chgData name="Mike Bloys" userId="1248c4d8-7b2b-4b32-b8bd-163ae845f9bb" providerId="ADAL" clId="{71A8FFBC-26C3-4D4C-AE7A-64211F7792F9}" dt="2021-10-25T15:47:17.432" v="47" actId="21"/>
          <ac:picMkLst>
            <pc:docMk/>
            <pc:sldMk cId="4196348918" sldId="293"/>
            <ac:picMk id="6" creationId="{2EC95604-5955-4397-AACF-343B75571E37}"/>
          </ac:picMkLst>
        </pc:picChg>
        <pc:picChg chg="add mod ord">
          <ac:chgData name="Mike Bloys" userId="1248c4d8-7b2b-4b32-b8bd-163ae845f9bb" providerId="ADAL" clId="{71A8FFBC-26C3-4D4C-AE7A-64211F7792F9}" dt="2021-10-25T15:47:32.680" v="52" actId="167"/>
          <ac:picMkLst>
            <pc:docMk/>
            <pc:sldMk cId="4196348918" sldId="293"/>
            <ac:picMk id="8" creationId="{31F02286-BC53-4254-A5B5-6F299DB18294}"/>
          </ac:picMkLst>
        </pc:picChg>
        <pc:picChg chg="add mod">
          <ac:chgData name="Mike Bloys" userId="1248c4d8-7b2b-4b32-b8bd-163ae845f9bb" providerId="ADAL" clId="{71A8FFBC-26C3-4D4C-AE7A-64211F7792F9}" dt="2021-10-25T15:47:47.950" v="55" actId="207"/>
          <ac:picMkLst>
            <pc:docMk/>
            <pc:sldMk cId="4196348918" sldId="293"/>
            <ac:picMk id="9" creationId="{0DBC17CE-E17C-43FC-990C-CF1F41DBDDA7}"/>
          </ac:picMkLst>
        </pc:picChg>
        <pc:picChg chg="del">
          <ac:chgData name="Mike Bloys" userId="1248c4d8-7b2b-4b32-b8bd-163ae845f9bb" providerId="ADAL" clId="{71A8FFBC-26C3-4D4C-AE7A-64211F7792F9}" dt="2021-10-25T15:47:34.089" v="53" actId="478"/>
          <ac:picMkLst>
            <pc:docMk/>
            <pc:sldMk cId="4196348918" sldId="293"/>
            <ac:picMk id="1026" creationId="{EF7615FD-0313-4813-A500-5A54ECFE6BEB}"/>
          </ac:picMkLst>
        </pc:picChg>
      </pc:sldChg>
      <pc:sldChg chg="delSp mod">
        <pc:chgData name="Mike Bloys" userId="1248c4d8-7b2b-4b32-b8bd-163ae845f9bb" providerId="ADAL" clId="{71A8FFBC-26C3-4D4C-AE7A-64211F7792F9}" dt="2021-10-27T11:17:37.260" v="97" actId="478"/>
        <pc:sldMkLst>
          <pc:docMk/>
          <pc:sldMk cId="1851004453" sldId="294"/>
        </pc:sldMkLst>
        <pc:spChg chg="del">
          <ac:chgData name="Mike Bloys" userId="1248c4d8-7b2b-4b32-b8bd-163ae845f9bb" providerId="ADAL" clId="{71A8FFBC-26C3-4D4C-AE7A-64211F7792F9}" dt="2021-10-27T11:17:37.260" v="97" actId="478"/>
          <ac:spMkLst>
            <pc:docMk/>
            <pc:sldMk cId="1851004453" sldId="294"/>
            <ac:spMk id="4" creationId="{AE847DB2-1391-410B-AF41-21A4EE787FA1}"/>
          </ac:spMkLst>
        </pc:spChg>
      </pc:sldChg>
      <pc:sldMasterChg chg="modSldLayout">
        <pc:chgData name="Mike Bloys" userId="1248c4d8-7b2b-4b32-b8bd-163ae845f9bb" providerId="ADAL" clId="{71A8FFBC-26C3-4D4C-AE7A-64211F7792F9}" dt="2021-10-26T08:21:21.553" v="92" actId="207"/>
        <pc:sldMasterMkLst>
          <pc:docMk/>
          <pc:sldMasterMk cId="4112846155" sldId="2147483660"/>
        </pc:sldMasterMkLst>
        <pc:sldLayoutChg chg="modSp">
          <pc:chgData name="Mike Bloys" userId="1248c4d8-7b2b-4b32-b8bd-163ae845f9bb" providerId="ADAL" clId="{71A8FFBC-26C3-4D4C-AE7A-64211F7792F9}" dt="2021-10-25T15:42:34.158" v="0" actId="14826"/>
          <pc:sldLayoutMkLst>
            <pc:docMk/>
            <pc:sldMasterMk cId="4112846155" sldId="2147483660"/>
            <pc:sldLayoutMk cId="939894443" sldId="2147483662"/>
          </pc:sldLayoutMkLst>
          <pc:picChg chg="mod">
            <ac:chgData name="Mike Bloys" userId="1248c4d8-7b2b-4b32-b8bd-163ae845f9bb" providerId="ADAL" clId="{71A8FFBC-26C3-4D4C-AE7A-64211F7792F9}" dt="2021-10-25T15:42:34.158" v="0" actId="14826"/>
            <ac:picMkLst>
              <pc:docMk/>
              <pc:sldMasterMk cId="4112846155" sldId="2147483660"/>
              <pc:sldLayoutMk cId="939894443" sldId="2147483662"/>
              <ac:picMk id="4" creationId="{7B875DE7-7613-41E1-BB20-1CC9B47967BA}"/>
            </ac:picMkLst>
          </pc:picChg>
        </pc:sldLayoutChg>
        <pc:sldLayoutChg chg="addSp delSp modSp mod">
          <pc:chgData name="Mike Bloys" userId="1248c4d8-7b2b-4b32-b8bd-163ae845f9bb" providerId="ADAL" clId="{71A8FFBC-26C3-4D4C-AE7A-64211F7792F9}" dt="2021-10-26T08:20:34.272" v="87" actId="478"/>
          <pc:sldLayoutMkLst>
            <pc:docMk/>
            <pc:sldMasterMk cId="4112846155" sldId="2147483660"/>
            <pc:sldLayoutMk cId="7990883" sldId="2147483663"/>
          </pc:sldLayoutMkLst>
          <pc:spChg chg="add del mod">
            <ac:chgData name="Mike Bloys" userId="1248c4d8-7b2b-4b32-b8bd-163ae845f9bb" providerId="ADAL" clId="{71A8FFBC-26C3-4D4C-AE7A-64211F7792F9}" dt="2021-10-26T08:20:34.272" v="87" actId="478"/>
            <ac:spMkLst>
              <pc:docMk/>
              <pc:sldMasterMk cId="4112846155" sldId="2147483660"/>
              <pc:sldLayoutMk cId="7990883" sldId="2147483663"/>
              <ac:spMk id="7" creationId="{6C20C382-A77F-4B85-9DA2-73873CABDFF9}"/>
            </ac:spMkLst>
          </pc:spChg>
          <pc:cxnChg chg="mod">
            <ac:chgData name="Mike Bloys" userId="1248c4d8-7b2b-4b32-b8bd-163ae845f9bb" providerId="ADAL" clId="{71A8FFBC-26C3-4D4C-AE7A-64211F7792F9}" dt="2021-10-26T08:20:32.978" v="86" actId="14100"/>
            <ac:cxnSpMkLst>
              <pc:docMk/>
              <pc:sldMasterMk cId="4112846155" sldId="2147483660"/>
              <pc:sldLayoutMk cId="7990883" sldId="2147483663"/>
              <ac:cxnSpMk id="8" creationId="{00000000-0000-0000-0000-000000000000}"/>
            </ac:cxnSpMkLst>
          </pc:cxnChg>
        </pc:sldLayoutChg>
        <pc:sldLayoutChg chg="addSp delSp modSp mod">
          <pc:chgData name="Mike Bloys" userId="1248c4d8-7b2b-4b32-b8bd-163ae845f9bb" providerId="ADAL" clId="{71A8FFBC-26C3-4D4C-AE7A-64211F7792F9}" dt="2021-10-26T08:21:21.553" v="92" actId="207"/>
          <pc:sldLayoutMkLst>
            <pc:docMk/>
            <pc:sldMasterMk cId="4112846155" sldId="2147483660"/>
            <pc:sldLayoutMk cId="1415037018" sldId="2147483665"/>
          </pc:sldLayoutMkLst>
          <pc:spChg chg="mod">
            <ac:chgData name="Mike Bloys" userId="1248c4d8-7b2b-4b32-b8bd-163ae845f9bb" providerId="ADAL" clId="{71A8FFBC-26C3-4D4C-AE7A-64211F7792F9}" dt="2021-10-26T08:21:21.553" v="92" actId="207"/>
            <ac:spMkLst>
              <pc:docMk/>
              <pc:sldMasterMk cId="4112846155" sldId="2147483660"/>
              <pc:sldLayoutMk cId="1415037018" sldId="2147483665"/>
              <ac:spMk id="9" creationId="{00000000-0000-0000-0000-000000000000}"/>
            </ac:spMkLst>
          </pc:spChg>
          <pc:spChg chg="del">
            <ac:chgData name="Mike Bloys" userId="1248c4d8-7b2b-4b32-b8bd-163ae845f9bb" providerId="ADAL" clId="{71A8FFBC-26C3-4D4C-AE7A-64211F7792F9}" dt="2021-10-25T15:45:05.653" v="5" actId="478"/>
            <ac:spMkLst>
              <pc:docMk/>
              <pc:sldMasterMk cId="4112846155" sldId="2147483660"/>
              <pc:sldLayoutMk cId="1415037018" sldId="2147483665"/>
              <ac:spMk id="13" creationId="{CEF429B8-7289-4F0D-B7CE-915D4AA91105}"/>
            </ac:spMkLst>
          </pc:spChg>
          <pc:spChg chg="add mod">
            <ac:chgData name="Mike Bloys" userId="1248c4d8-7b2b-4b32-b8bd-163ae845f9bb" providerId="ADAL" clId="{71A8FFBC-26C3-4D4C-AE7A-64211F7792F9}" dt="2021-10-25T15:45:50.822" v="27" actId="20577"/>
            <ac:spMkLst>
              <pc:docMk/>
              <pc:sldMasterMk cId="4112846155" sldId="2147483660"/>
              <pc:sldLayoutMk cId="1415037018" sldId="2147483665"/>
              <ac:spMk id="14" creationId="{D3968DCA-D49B-404F-B39D-D9DF8B37A9E1}"/>
            </ac:spMkLst>
          </pc:spChg>
          <pc:picChg chg="add del mod">
            <ac:chgData name="Mike Bloys" userId="1248c4d8-7b2b-4b32-b8bd-163ae845f9bb" providerId="ADAL" clId="{71A8FFBC-26C3-4D4C-AE7A-64211F7792F9}" dt="2021-10-25T15:43:48.943" v="2"/>
            <ac:picMkLst>
              <pc:docMk/>
              <pc:sldMasterMk cId="4112846155" sldId="2147483660"/>
              <pc:sldLayoutMk cId="1415037018" sldId="2147483665"/>
              <ac:picMk id="7" creationId="{9EE72428-D7D0-4CA3-BC1F-405D52935D5B}"/>
            </ac:picMkLst>
          </pc:picChg>
          <pc:picChg chg="add mod">
            <ac:chgData name="Mike Bloys" userId="1248c4d8-7b2b-4b32-b8bd-163ae845f9bb" providerId="ADAL" clId="{71A8FFBC-26C3-4D4C-AE7A-64211F7792F9}" dt="2021-10-25T15:45:38.954" v="6"/>
            <ac:picMkLst>
              <pc:docMk/>
              <pc:sldMasterMk cId="4112846155" sldId="2147483660"/>
              <pc:sldLayoutMk cId="1415037018" sldId="2147483665"/>
              <ac:picMk id="10" creationId="{07C37ED2-7BB8-4B7D-97FB-2697F49BFAE7}"/>
            </ac:picMkLst>
          </pc:picChg>
          <pc:picChg chg="mod">
            <ac:chgData name="Mike Bloys" userId="1248c4d8-7b2b-4b32-b8bd-163ae845f9bb" providerId="ADAL" clId="{71A8FFBC-26C3-4D4C-AE7A-64211F7792F9}" dt="2021-10-25T15:43:56.529" v="3" actId="207"/>
            <ac:picMkLst>
              <pc:docMk/>
              <pc:sldMasterMk cId="4112846155" sldId="2147483660"/>
              <pc:sldLayoutMk cId="1415037018" sldId="2147483665"/>
              <ac:picMk id="11" creationId="{34DC8F6A-5B71-4032-9D12-0E76FABE6056}"/>
            </ac:picMkLst>
          </pc:picChg>
          <pc:picChg chg="del">
            <ac:chgData name="Mike Bloys" userId="1248c4d8-7b2b-4b32-b8bd-163ae845f9bb" providerId="ADAL" clId="{71A8FFBC-26C3-4D4C-AE7A-64211F7792F9}" dt="2021-10-25T15:45:05.653" v="5" actId="478"/>
            <ac:picMkLst>
              <pc:docMk/>
              <pc:sldMasterMk cId="4112846155" sldId="2147483660"/>
              <pc:sldLayoutMk cId="1415037018" sldId="2147483665"/>
              <ac:picMk id="12" creationId="{6FC76A28-8CDD-4C1E-BFE0-69CF08642CA2}"/>
            </ac:picMkLst>
          </pc:picChg>
          <pc:picChg chg="add del mod modCrop">
            <ac:chgData name="Mike Bloys" userId="1248c4d8-7b2b-4b32-b8bd-163ae845f9bb" providerId="ADAL" clId="{71A8FFBC-26C3-4D4C-AE7A-64211F7792F9}" dt="2021-10-25T15:47:27.961" v="50" actId="21"/>
            <ac:picMkLst>
              <pc:docMk/>
              <pc:sldMasterMk cId="4112846155" sldId="2147483660"/>
              <pc:sldLayoutMk cId="1415037018" sldId="2147483665"/>
              <ac:picMk id="15" creationId="{8D403ECA-941D-4965-8EDC-953E0F7709D3}"/>
            </ac:picMkLst>
          </pc:picChg>
        </pc:sldLayoutChg>
        <pc:sldLayoutChg chg="addSp delSp modSp mod">
          <pc:chgData name="Mike Bloys" userId="1248c4d8-7b2b-4b32-b8bd-163ae845f9bb" providerId="ADAL" clId="{71A8FFBC-26C3-4D4C-AE7A-64211F7792F9}" dt="2021-10-26T08:21:00.113" v="90" actId="207"/>
          <pc:sldLayoutMkLst>
            <pc:docMk/>
            <pc:sldMasterMk cId="4112846155" sldId="2147483660"/>
            <pc:sldLayoutMk cId="2159895046" sldId="2147483666"/>
          </pc:sldLayoutMkLst>
          <pc:spChg chg="add mod">
            <ac:chgData name="Mike Bloys" userId="1248c4d8-7b2b-4b32-b8bd-163ae845f9bb" providerId="ADAL" clId="{71A8FFBC-26C3-4D4C-AE7A-64211F7792F9}" dt="2021-10-25T15:46:15.448" v="34"/>
            <ac:spMkLst>
              <pc:docMk/>
              <pc:sldMasterMk cId="4112846155" sldId="2147483660"/>
              <pc:sldLayoutMk cId="2159895046" sldId="2147483666"/>
              <ac:spMk id="10" creationId="{AA69C645-AA34-4314-A3A1-A7B7B9F4B099}"/>
            </ac:spMkLst>
          </pc:spChg>
          <pc:spChg chg="del">
            <ac:chgData name="Mike Bloys" userId="1248c4d8-7b2b-4b32-b8bd-163ae845f9bb" providerId="ADAL" clId="{71A8FFBC-26C3-4D4C-AE7A-64211F7792F9}" dt="2021-10-25T15:46:15.032" v="33" actId="478"/>
            <ac:spMkLst>
              <pc:docMk/>
              <pc:sldMasterMk cId="4112846155" sldId="2147483660"/>
              <pc:sldLayoutMk cId="2159895046" sldId="2147483666"/>
              <ac:spMk id="12" creationId="{660200AA-5034-49D9-B8D8-6780CD904201}"/>
            </ac:spMkLst>
          </pc:spChg>
          <pc:spChg chg="mod">
            <ac:chgData name="Mike Bloys" userId="1248c4d8-7b2b-4b32-b8bd-163ae845f9bb" providerId="ADAL" clId="{71A8FFBC-26C3-4D4C-AE7A-64211F7792F9}" dt="2021-10-26T08:21:00.113" v="90" actId="207"/>
            <ac:spMkLst>
              <pc:docMk/>
              <pc:sldMasterMk cId="4112846155" sldId="2147483660"/>
              <pc:sldLayoutMk cId="2159895046" sldId="2147483666"/>
              <ac:spMk id="42" creationId="{00000000-0000-0000-0000-000000000000}"/>
            </ac:spMkLst>
          </pc:spChg>
          <pc:picChg chg="add mod">
            <ac:chgData name="Mike Bloys" userId="1248c4d8-7b2b-4b32-b8bd-163ae845f9bb" providerId="ADAL" clId="{71A8FFBC-26C3-4D4C-AE7A-64211F7792F9}" dt="2021-10-25T15:46:15.448" v="34"/>
            <ac:picMkLst>
              <pc:docMk/>
              <pc:sldMasterMk cId="4112846155" sldId="2147483660"/>
              <pc:sldLayoutMk cId="2159895046" sldId="2147483666"/>
              <ac:picMk id="8" creationId="{0011DC31-499C-475B-BEEF-EA2EAEF11231}"/>
            </ac:picMkLst>
          </pc:picChg>
          <pc:picChg chg="mod">
            <ac:chgData name="Mike Bloys" userId="1248c4d8-7b2b-4b32-b8bd-163ae845f9bb" providerId="ADAL" clId="{71A8FFBC-26C3-4D4C-AE7A-64211F7792F9}" dt="2021-10-25T15:46:18.488" v="35" actId="207"/>
            <ac:picMkLst>
              <pc:docMk/>
              <pc:sldMasterMk cId="4112846155" sldId="2147483660"/>
              <pc:sldLayoutMk cId="2159895046" sldId="2147483666"/>
              <ac:picMk id="9" creationId="{D97936CB-6CCA-4627-9D96-CE14C6DE45A4}"/>
            </ac:picMkLst>
          </pc:picChg>
          <pc:picChg chg="del">
            <ac:chgData name="Mike Bloys" userId="1248c4d8-7b2b-4b32-b8bd-163ae845f9bb" providerId="ADAL" clId="{71A8FFBC-26C3-4D4C-AE7A-64211F7792F9}" dt="2021-10-25T15:46:15.032" v="33" actId="478"/>
            <ac:picMkLst>
              <pc:docMk/>
              <pc:sldMasterMk cId="4112846155" sldId="2147483660"/>
              <pc:sldLayoutMk cId="2159895046" sldId="2147483666"/>
              <ac:picMk id="11" creationId="{ECEE421B-3344-47AE-A297-4650E1E5857C}"/>
            </ac:picMkLst>
          </pc:picChg>
        </pc:sldLayoutChg>
        <pc:sldLayoutChg chg="addSp delSp modSp mod">
          <pc:chgData name="Mike Bloys" userId="1248c4d8-7b2b-4b32-b8bd-163ae845f9bb" providerId="ADAL" clId="{71A8FFBC-26C3-4D4C-AE7A-64211F7792F9}" dt="2021-10-26T08:21:03.922" v="91" actId="207"/>
          <pc:sldLayoutMkLst>
            <pc:docMk/>
            <pc:sldMasterMk cId="4112846155" sldId="2147483660"/>
            <pc:sldLayoutMk cId="2484285243" sldId="2147483667"/>
          </pc:sldLayoutMkLst>
          <pc:spChg chg="del">
            <ac:chgData name="Mike Bloys" userId="1248c4d8-7b2b-4b32-b8bd-163ae845f9bb" providerId="ADAL" clId="{71A8FFBC-26C3-4D4C-AE7A-64211F7792F9}" dt="2021-10-25T15:46:27.957" v="38" actId="478"/>
            <ac:spMkLst>
              <pc:docMk/>
              <pc:sldMasterMk cId="4112846155" sldId="2147483660"/>
              <pc:sldLayoutMk cId="2484285243" sldId="2147483667"/>
              <ac:spMk id="8" creationId="{43CAB721-3F37-47EB-B9FC-3E2606D366CB}"/>
            </ac:spMkLst>
          </pc:spChg>
          <pc:spChg chg="add mod">
            <ac:chgData name="Mike Bloys" userId="1248c4d8-7b2b-4b32-b8bd-163ae845f9bb" providerId="ADAL" clId="{71A8FFBC-26C3-4D4C-AE7A-64211F7792F9}" dt="2021-10-25T15:46:28.413" v="39"/>
            <ac:spMkLst>
              <pc:docMk/>
              <pc:sldMasterMk cId="4112846155" sldId="2147483660"/>
              <pc:sldLayoutMk cId="2484285243" sldId="2147483667"/>
              <ac:spMk id="9" creationId="{CE424D8F-8132-4BEA-8336-D285DB733ABB}"/>
            </ac:spMkLst>
          </pc:spChg>
          <pc:spChg chg="mod">
            <ac:chgData name="Mike Bloys" userId="1248c4d8-7b2b-4b32-b8bd-163ae845f9bb" providerId="ADAL" clId="{71A8FFBC-26C3-4D4C-AE7A-64211F7792F9}" dt="2021-10-26T08:21:03.922" v="91" actId="207"/>
            <ac:spMkLst>
              <pc:docMk/>
              <pc:sldMasterMk cId="4112846155" sldId="2147483660"/>
              <pc:sldLayoutMk cId="2484285243" sldId="2147483667"/>
              <ac:spMk id="43" creationId="{00000000-0000-0000-0000-000000000000}"/>
            </ac:spMkLst>
          </pc:spChg>
          <pc:picChg chg="add mod">
            <ac:chgData name="Mike Bloys" userId="1248c4d8-7b2b-4b32-b8bd-163ae845f9bb" providerId="ADAL" clId="{71A8FFBC-26C3-4D4C-AE7A-64211F7792F9}" dt="2021-10-25T15:46:28.413" v="39"/>
            <ac:picMkLst>
              <pc:docMk/>
              <pc:sldMasterMk cId="4112846155" sldId="2147483660"/>
              <pc:sldLayoutMk cId="2484285243" sldId="2147483667"/>
              <ac:picMk id="6" creationId="{F7BE39BA-1077-4068-B52B-4BC549B21B44}"/>
            </ac:picMkLst>
          </pc:picChg>
          <pc:picChg chg="del">
            <ac:chgData name="Mike Bloys" userId="1248c4d8-7b2b-4b32-b8bd-163ae845f9bb" providerId="ADAL" clId="{71A8FFBC-26C3-4D4C-AE7A-64211F7792F9}" dt="2021-10-25T15:46:27.957" v="38" actId="478"/>
            <ac:picMkLst>
              <pc:docMk/>
              <pc:sldMasterMk cId="4112846155" sldId="2147483660"/>
              <pc:sldLayoutMk cId="2484285243" sldId="2147483667"/>
              <ac:picMk id="7" creationId="{40A3D8E7-6CD4-4830-9558-072850277B6A}"/>
            </ac:picMkLst>
          </pc:picChg>
        </pc:sldLayoutChg>
        <pc:sldLayoutChg chg="addSp delSp modSp mod">
          <pc:chgData name="Mike Bloys" userId="1248c4d8-7b2b-4b32-b8bd-163ae845f9bb" providerId="ADAL" clId="{71A8FFBC-26C3-4D4C-AE7A-64211F7792F9}" dt="2021-10-25T15:46:56.246" v="44" actId="207"/>
          <pc:sldLayoutMkLst>
            <pc:docMk/>
            <pc:sldMasterMk cId="4112846155" sldId="2147483660"/>
            <pc:sldLayoutMk cId="2302417356" sldId="2147483669"/>
          </pc:sldLayoutMkLst>
          <pc:spChg chg="del">
            <ac:chgData name="Mike Bloys" userId="1248c4d8-7b2b-4b32-b8bd-163ae845f9bb" providerId="ADAL" clId="{71A8FFBC-26C3-4D4C-AE7A-64211F7792F9}" dt="2021-10-25T15:46:38.516" v="42" actId="478"/>
            <ac:spMkLst>
              <pc:docMk/>
              <pc:sldMasterMk cId="4112846155" sldId="2147483660"/>
              <pc:sldLayoutMk cId="2302417356" sldId="2147483669"/>
              <ac:spMk id="8" creationId="{D37F01B5-5B3E-421D-A0AC-9419A7B73A0A}"/>
            </ac:spMkLst>
          </pc:spChg>
          <pc:spChg chg="add mod">
            <ac:chgData name="Mike Bloys" userId="1248c4d8-7b2b-4b32-b8bd-163ae845f9bb" providerId="ADAL" clId="{71A8FFBC-26C3-4D4C-AE7A-64211F7792F9}" dt="2021-10-25T15:46:38.953" v="43"/>
            <ac:spMkLst>
              <pc:docMk/>
              <pc:sldMasterMk cId="4112846155" sldId="2147483660"/>
              <pc:sldLayoutMk cId="2302417356" sldId="2147483669"/>
              <ac:spMk id="9" creationId="{0909E43C-1FAB-419B-A01A-439F73D9F68C}"/>
            </ac:spMkLst>
          </pc:spChg>
          <pc:picChg chg="add mod">
            <ac:chgData name="Mike Bloys" userId="1248c4d8-7b2b-4b32-b8bd-163ae845f9bb" providerId="ADAL" clId="{71A8FFBC-26C3-4D4C-AE7A-64211F7792F9}" dt="2021-10-25T15:46:38.953" v="43"/>
            <ac:picMkLst>
              <pc:docMk/>
              <pc:sldMasterMk cId="4112846155" sldId="2147483660"/>
              <pc:sldLayoutMk cId="2302417356" sldId="2147483669"/>
              <ac:picMk id="6" creationId="{7C062B55-13C6-4FD8-8582-A5C41ABCF07A}"/>
            </ac:picMkLst>
          </pc:picChg>
          <pc:picChg chg="del">
            <ac:chgData name="Mike Bloys" userId="1248c4d8-7b2b-4b32-b8bd-163ae845f9bb" providerId="ADAL" clId="{71A8FFBC-26C3-4D4C-AE7A-64211F7792F9}" dt="2021-10-25T15:46:38.516" v="42" actId="478"/>
            <ac:picMkLst>
              <pc:docMk/>
              <pc:sldMasterMk cId="4112846155" sldId="2147483660"/>
              <pc:sldLayoutMk cId="2302417356" sldId="2147483669"/>
              <ac:picMk id="7" creationId="{94886E55-C852-42EA-AE48-636D9F6A1FB4}"/>
            </ac:picMkLst>
          </pc:picChg>
          <pc:picChg chg="mod">
            <ac:chgData name="Mike Bloys" userId="1248c4d8-7b2b-4b32-b8bd-163ae845f9bb" providerId="ADAL" clId="{71A8FFBC-26C3-4D4C-AE7A-64211F7792F9}" dt="2021-10-25T15:46:56.246" v="44" actId="207"/>
            <ac:picMkLst>
              <pc:docMk/>
              <pc:sldMasterMk cId="4112846155" sldId="2147483660"/>
              <pc:sldLayoutMk cId="2302417356" sldId="2147483669"/>
              <ac:picMk id="10" creationId="{A7FDBB10-83DB-4C34-8C1D-BEEE46F36675}"/>
            </ac:picMkLst>
          </pc:picChg>
        </pc:sldLayoutChg>
        <pc:sldLayoutChg chg="addSp delSp modSp mod">
          <pc:chgData name="Mike Bloys" userId="1248c4d8-7b2b-4b32-b8bd-163ae845f9bb" providerId="ADAL" clId="{71A8FFBC-26C3-4D4C-AE7A-64211F7792F9}" dt="2021-10-26T08:20:56.507" v="89" actId="207"/>
          <pc:sldLayoutMkLst>
            <pc:docMk/>
            <pc:sldMasterMk cId="4112846155" sldId="2147483660"/>
            <pc:sldLayoutMk cId="2231906008" sldId="2147483670"/>
          </pc:sldLayoutMkLst>
          <pc:spChg chg="mod">
            <ac:chgData name="Mike Bloys" userId="1248c4d8-7b2b-4b32-b8bd-163ae845f9bb" providerId="ADAL" clId="{71A8FFBC-26C3-4D4C-AE7A-64211F7792F9}" dt="2021-10-26T08:20:56.507" v="89" actId="207"/>
            <ac:spMkLst>
              <pc:docMk/>
              <pc:sldMasterMk cId="4112846155" sldId="2147483660"/>
              <pc:sldLayoutMk cId="2231906008" sldId="2147483670"/>
              <ac:spMk id="9" creationId="{00000000-0000-0000-0000-000000000000}"/>
            </ac:spMkLst>
          </pc:spChg>
          <pc:spChg chg="del">
            <ac:chgData name="Mike Bloys" userId="1248c4d8-7b2b-4b32-b8bd-163ae845f9bb" providerId="ADAL" clId="{71A8FFBC-26C3-4D4C-AE7A-64211F7792F9}" dt="2021-10-25T15:45:58.565" v="28" actId="478"/>
            <ac:spMkLst>
              <pc:docMk/>
              <pc:sldMasterMk cId="4112846155" sldId="2147483660"/>
              <pc:sldLayoutMk cId="2231906008" sldId="2147483670"/>
              <ac:spMk id="13" creationId="{7FCB4390-3741-4268-BFE1-27F0EA1BAC9A}"/>
            </ac:spMkLst>
          </pc:spChg>
          <pc:spChg chg="add mod">
            <ac:chgData name="Mike Bloys" userId="1248c4d8-7b2b-4b32-b8bd-163ae845f9bb" providerId="ADAL" clId="{71A8FFBC-26C3-4D4C-AE7A-64211F7792F9}" dt="2021-10-25T15:45:59.019" v="29"/>
            <ac:spMkLst>
              <pc:docMk/>
              <pc:sldMasterMk cId="4112846155" sldId="2147483660"/>
              <pc:sldLayoutMk cId="2231906008" sldId="2147483670"/>
              <ac:spMk id="15" creationId="{B8DC2440-8FFA-432B-B8F9-D8EF79CD1348}"/>
            </ac:spMkLst>
          </pc:spChg>
          <pc:picChg chg="del">
            <ac:chgData name="Mike Bloys" userId="1248c4d8-7b2b-4b32-b8bd-163ae845f9bb" providerId="ADAL" clId="{71A8FFBC-26C3-4D4C-AE7A-64211F7792F9}" dt="2021-10-25T15:45:58.565" v="28" actId="478"/>
            <ac:picMkLst>
              <pc:docMk/>
              <pc:sldMasterMk cId="4112846155" sldId="2147483660"/>
              <pc:sldLayoutMk cId="2231906008" sldId="2147483670"/>
              <ac:picMk id="11" creationId="{83475144-FD35-4D44-AFA2-AD07F843F357}"/>
            </ac:picMkLst>
          </pc:picChg>
          <pc:picChg chg="add mod">
            <ac:chgData name="Mike Bloys" userId="1248c4d8-7b2b-4b32-b8bd-163ae845f9bb" providerId="ADAL" clId="{71A8FFBC-26C3-4D4C-AE7A-64211F7792F9}" dt="2021-10-25T15:45:59.019" v="29"/>
            <ac:picMkLst>
              <pc:docMk/>
              <pc:sldMasterMk cId="4112846155" sldId="2147483660"/>
              <pc:sldLayoutMk cId="2231906008" sldId="2147483670"/>
              <ac:picMk id="12" creationId="{6BE59C0C-5852-4097-B0E6-B64B908C4C8D}"/>
            </ac:picMkLst>
          </pc:picChg>
          <pc:picChg chg="mod">
            <ac:chgData name="Mike Bloys" userId="1248c4d8-7b2b-4b32-b8bd-163ae845f9bb" providerId="ADAL" clId="{71A8FFBC-26C3-4D4C-AE7A-64211F7792F9}" dt="2021-10-25T15:46:11.417" v="32" actId="207"/>
            <ac:picMkLst>
              <pc:docMk/>
              <pc:sldMasterMk cId="4112846155" sldId="2147483660"/>
              <pc:sldLayoutMk cId="2231906008" sldId="2147483670"/>
              <ac:picMk id="14" creationId="{4B49CA11-EB08-4294-BBC5-49806FD7D7F3}"/>
            </ac:picMkLst>
          </pc:picChg>
        </pc:sldLayoutChg>
      </pc:sldMasterChg>
    </pc:docChg>
  </pc:docChgLst>
  <pc:docChgLst>
    <pc:chgData name="Mike Bloys" userId="1248c4d8-7b2b-4b32-b8bd-163ae845f9bb" providerId="ADAL" clId="{29235CC9-17CB-49C3-8558-C6A8C0136540}"/>
    <pc:docChg chg="undo redo custSel modSld modMainMaster">
      <pc:chgData name="Mike Bloys" userId="1248c4d8-7b2b-4b32-b8bd-163ae845f9bb" providerId="ADAL" clId="{29235CC9-17CB-49C3-8558-C6A8C0136540}" dt="2021-08-26T11:55:12.536" v="112" actId="207"/>
      <pc:docMkLst>
        <pc:docMk/>
      </pc:docMkLst>
      <pc:sldChg chg="addSp delSp modSp mod chgLayout">
        <pc:chgData name="Mike Bloys" userId="1248c4d8-7b2b-4b32-b8bd-163ae845f9bb" providerId="ADAL" clId="{29235CC9-17CB-49C3-8558-C6A8C0136540}" dt="2021-08-26T10:28:53.479" v="54" actId="21"/>
        <pc:sldMkLst>
          <pc:docMk/>
          <pc:sldMk cId="1868181489" sldId="260"/>
        </pc:sldMkLst>
        <pc:spChg chg="add del mod">
          <ac:chgData name="Mike Bloys" userId="1248c4d8-7b2b-4b32-b8bd-163ae845f9bb" providerId="ADAL" clId="{29235CC9-17CB-49C3-8558-C6A8C0136540}" dt="2021-08-26T10:28:40.686" v="51" actId="6264"/>
          <ac:spMkLst>
            <pc:docMk/>
            <pc:sldMk cId="1868181489" sldId="260"/>
            <ac:spMk id="2" creationId="{A5D4A413-2C52-40C6-AF98-7F99F068A62A}"/>
          </ac:spMkLst>
        </pc:spChg>
        <pc:spChg chg="add del mod">
          <ac:chgData name="Mike Bloys" userId="1248c4d8-7b2b-4b32-b8bd-163ae845f9bb" providerId="ADAL" clId="{29235CC9-17CB-49C3-8558-C6A8C0136540}" dt="2021-08-26T10:28:40.686" v="51" actId="6264"/>
          <ac:spMkLst>
            <pc:docMk/>
            <pc:sldMk cId="1868181489" sldId="260"/>
            <ac:spMk id="3" creationId="{F3BC11D2-EB60-406F-B06F-F779E7A1D502}"/>
          </ac:spMkLst>
        </pc:spChg>
        <pc:spChg chg="mod ord">
          <ac:chgData name="Mike Bloys" userId="1248c4d8-7b2b-4b32-b8bd-163ae845f9bb" providerId="ADAL" clId="{29235CC9-17CB-49C3-8558-C6A8C0136540}" dt="2021-08-26T10:28:40.686" v="51" actId="6264"/>
          <ac:spMkLst>
            <pc:docMk/>
            <pc:sldMk cId="1868181489" sldId="260"/>
            <ac:spMk id="4" creationId="{00000000-0000-0000-0000-000000000000}"/>
          </ac:spMkLst>
        </pc:spChg>
        <pc:spChg chg="mod ord">
          <ac:chgData name="Mike Bloys" userId="1248c4d8-7b2b-4b32-b8bd-163ae845f9bb" providerId="ADAL" clId="{29235CC9-17CB-49C3-8558-C6A8C0136540}" dt="2021-08-26T10:28:40.686" v="51" actId="6264"/>
          <ac:spMkLst>
            <pc:docMk/>
            <pc:sldMk cId="1868181489" sldId="260"/>
            <ac:spMk id="5" creationId="{00000000-0000-0000-0000-000000000000}"/>
          </ac:spMkLst>
        </pc:spChg>
        <pc:spChg chg="add del mod">
          <ac:chgData name="Mike Bloys" userId="1248c4d8-7b2b-4b32-b8bd-163ae845f9bb" providerId="ADAL" clId="{29235CC9-17CB-49C3-8558-C6A8C0136540}" dt="2021-08-26T10:28:53.479" v="54" actId="21"/>
          <ac:spMkLst>
            <pc:docMk/>
            <pc:sldMk cId="1868181489" sldId="260"/>
            <ac:spMk id="6" creationId="{85B33D39-2768-4DD3-8EE4-7850BBACFE3E}"/>
          </ac:spMkLst>
        </pc:spChg>
      </pc:sldChg>
      <pc:sldChg chg="modSp mod">
        <pc:chgData name="Mike Bloys" userId="1248c4d8-7b2b-4b32-b8bd-163ae845f9bb" providerId="ADAL" clId="{29235CC9-17CB-49C3-8558-C6A8C0136540}" dt="2021-08-26T11:53:17.836" v="94" actId="208"/>
        <pc:sldMkLst>
          <pc:docMk/>
          <pc:sldMk cId="358128972" sldId="261"/>
        </pc:sldMkLst>
        <pc:spChg chg="mod">
          <ac:chgData name="Mike Bloys" userId="1248c4d8-7b2b-4b32-b8bd-163ae845f9bb" providerId="ADAL" clId="{29235CC9-17CB-49C3-8558-C6A8C0136540}" dt="2021-08-26T11:52:54.374" v="92" actId="12"/>
          <ac:spMkLst>
            <pc:docMk/>
            <pc:sldMk cId="358128972" sldId="261"/>
            <ac:spMk id="4" creationId="{00000000-0000-0000-0000-000000000000}"/>
          </ac:spMkLst>
        </pc:spChg>
        <pc:graphicFrameChg chg="mod">
          <ac:chgData name="Mike Bloys" userId="1248c4d8-7b2b-4b32-b8bd-163ae845f9bb" providerId="ADAL" clId="{29235CC9-17CB-49C3-8558-C6A8C0136540}" dt="2021-08-26T11:53:10.245" v="93"/>
          <ac:graphicFrameMkLst>
            <pc:docMk/>
            <pc:sldMk cId="358128972" sldId="261"/>
            <ac:graphicFrameMk id="2" creationId="{38E1965C-3CE4-4C7E-9CCB-168B7CFE6644}"/>
          </ac:graphicFrameMkLst>
        </pc:graphicFrameChg>
        <pc:cxnChg chg="mod">
          <ac:chgData name="Mike Bloys" userId="1248c4d8-7b2b-4b32-b8bd-163ae845f9bb" providerId="ADAL" clId="{29235CC9-17CB-49C3-8558-C6A8C0136540}" dt="2021-08-26T11:53:17.836" v="94" actId="208"/>
          <ac:cxnSpMkLst>
            <pc:docMk/>
            <pc:sldMk cId="358128972" sldId="261"/>
            <ac:cxnSpMk id="8" creationId="{080CEA5C-6691-4BF2-8790-DACA766BADD5}"/>
          </ac:cxnSpMkLst>
        </pc:cxnChg>
      </pc:sldChg>
      <pc:sldChg chg="modSp mod modClrScheme chgLayout">
        <pc:chgData name="Mike Bloys" userId="1248c4d8-7b2b-4b32-b8bd-163ae845f9bb" providerId="ADAL" clId="{29235CC9-17CB-49C3-8558-C6A8C0136540}" dt="2021-08-26T10:28:06.422" v="45" actId="700"/>
        <pc:sldMkLst>
          <pc:docMk/>
          <pc:sldMk cId="2077694302" sldId="269"/>
        </pc:sldMkLst>
        <pc:spChg chg="mod ord">
          <ac:chgData name="Mike Bloys" userId="1248c4d8-7b2b-4b32-b8bd-163ae845f9bb" providerId="ADAL" clId="{29235CC9-17CB-49C3-8558-C6A8C0136540}" dt="2021-08-26T10:28:06.422" v="45" actId="700"/>
          <ac:spMkLst>
            <pc:docMk/>
            <pc:sldMk cId="2077694302" sldId="269"/>
            <ac:spMk id="4" creationId="{00000000-0000-0000-0000-000000000000}"/>
          </ac:spMkLst>
        </pc:spChg>
        <pc:spChg chg="mod ord">
          <ac:chgData name="Mike Bloys" userId="1248c4d8-7b2b-4b32-b8bd-163ae845f9bb" providerId="ADAL" clId="{29235CC9-17CB-49C3-8558-C6A8C0136540}" dt="2021-08-26T10:28:06.422" v="45" actId="700"/>
          <ac:spMkLst>
            <pc:docMk/>
            <pc:sldMk cId="2077694302" sldId="269"/>
            <ac:spMk id="5" creationId="{00000000-0000-0000-0000-000000000000}"/>
          </ac:spMkLst>
        </pc:spChg>
      </pc:sldChg>
      <pc:sldChg chg="modSp mod">
        <pc:chgData name="Mike Bloys" userId="1248c4d8-7b2b-4b32-b8bd-163ae845f9bb" providerId="ADAL" clId="{29235CC9-17CB-49C3-8558-C6A8C0136540}" dt="2021-08-26T11:55:06.943" v="111" actId="207"/>
        <pc:sldMkLst>
          <pc:docMk/>
          <pc:sldMk cId="2154036885" sldId="270"/>
        </pc:sldMkLst>
        <pc:spChg chg="mod">
          <ac:chgData name="Mike Bloys" userId="1248c4d8-7b2b-4b32-b8bd-163ae845f9bb" providerId="ADAL" clId="{29235CC9-17CB-49C3-8558-C6A8C0136540}" dt="2021-08-26T11:55:06.943" v="111" actId="207"/>
          <ac:spMkLst>
            <pc:docMk/>
            <pc:sldMk cId="2154036885" sldId="270"/>
            <ac:spMk id="3" creationId="{00000000-0000-0000-0000-000000000000}"/>
          </ac:spMkLst>
        </pc:spChg>
        <pc:graphicFrameChg chg="modGraphic">
          <ac:chgData name="Mike Bloys" userId="1248c4d8-7b2b-4b32-b8bd-163ae845f9bb" providerId="ADAL" clId="{29235CC9-17CB-49C3-8558-C6A8C0136540}" dt="2021-08-26T11:55:02.150" v="110" actId="207"/>
          <ac:graphicFrameMkLst>
            <pc:docMk/>
            <pc:sldMk cId="2154036885" sldId="270"/>
            <ac:graphicFrameMk id="6" creationId="{C04664EC-B5FC-48ED-B22C-90910BE8D013}"/>
          </ac:graphicFrameMkLst>
        </pc:graphicFrameChg>
      </pc:sldChg>
      <pc:sldChg chg="modSp mod">
        <pc:chgData name="Mike Bloys" userId="1248c4d8-7b2b-4b32-b8bd-163ae845f9bb" providerId="ADAL" clId="{29235CC9-17CB-49C3-8558-C6A8C0136540}" dt="2021-08-26T11:55:12.536" v="112" actId="207"/>
        <pc:sldMkLst>
          <pc:docMk/>
          <pc:sldMk cId="345748857" sldId="271"/>
        </pc:sldMkLst>
        <pc:spChg chg="mod">
          <ac:chgData name="Mike Bloys" userId="1248c4d8-7b2b-4b32-b8bd-163ae845f9bb" providerId="ADAL" clId="{29235CC9-17CB-49C3-8558-C6A8C0136540}" dt="2021-08-26T11:55:12.536" v="112" actId="207"/>
          <ac:spMkLst>
            <pc:docMk/>
            <pc:sldMk cId="345748857" sldId="271"/>
            <ac:spMk id="3" creationId="{00000000-0000-0000-0000-000000000000}"/>
          </ac:spMkLst>
        </pc:spChg>
      </pc:sldChg>
      <pc:sldChg chg="addSp delSp modSp mod">
        <pc:chgData name="Mike Bloys" userId="1248c4d8-7b2b-4b32-b8bd-163ae845f9bb" providerId="ADAL" clId="{29235CC9-17CB-49C3-8558-C6A8C0136540}" dt="2021-08-26T11:52:02.574" v="86" actId="478"/>
        <pc:sldMkLst>
          <pc:docMk/>
          <pc:sldMk cId="1676653193" sldId="274"/>
        </pc:sldMkLst>
        <pc:spChg chg="mod">
          <ac:chgData name="Mike Bloys" userId="1248c4d8-7b2b-4b32-b8bd-163ae845f9bb" providerId="ADAL" clId="{29235CC9-17CB-49C3-8558-C6A8C0136540}" dt="2021-08-26T11:50:26.829" v="72" actId="20577"/>
          <ac:spMkLst>
            <pc:docMk/>
            <pc:sldMk cId="1676653193" sldId="274"/>
            <ac:spMk id="3" creationId="{A9E230B3-0AD0-4403-B850-7DF10007D41B}"/>
          </ac:spMkLst>
        </pc:spChg>
        <pc:picChg chg="del">
          <ac:chgData name="Mike Bloys" userId="1248c4d8-7b2b-4b32-b8bd-163ae845f9bb" providerId="ADAL" clId="{29235CC9-17CB-49C3-8558-C6A8C0136540}" dt="2021-08-26T10:36:09.075" v="65" actId="478"/>
          <ac:picMkLst>
            <pc:docMk/>
            <pc:sldMk cId="1676653193" sldId="274"/>
            <ac:picMk id="5" creationId="{BE0E81C7-FC16-494A-A476-BED1B00B5414}"/>
          </ac:picMkLst>
        </pc:picChg>
        <pc:picChg chg="add del mod ord">
          <ac:chgData name="Mike Bloys" userId="1248c4d8-7b2b-4b32-b8bd-163ae845f9bb" providerId="ADAL" clId="{29235CC9-17CB-49C3-8558-C6A8C0136540}" dt="2021-08-26T11:50:47.062" v="73" actId="21"/>
          <ac:picMkLst>
            <pc:docMk/>
            <pc:sldMk cId="1676653193" sldId="274"/>
            <ac:picMk id="6" creationId="{48AB2D1F-7B16-47F3-BD9C-AD1CFAB64951}"/>
          </ac:picMkLst>
        </pc:picChg>
        <pc:picChg chg="del mod">
          <ac:chgData name="Mike Bloys" userId="1248c4d8-7b2b-4b32-b8bd-163ae845f9bb" providerId="ADAL" clId="{29235CC9-17CB-49C3-8558-C6A8C0136540}" dt="2021-08-26T11:51:09.297" v="78" actId="478"/>
          <ac:picMkLst>
            <pc:docMk/>
            <pc:sldMk cId="1676653193" sldId="274"/>
            <ac:picMk id="8" creationId="{EFA68606-E386-4A37-8CE0-5D8A257BFA58}"/>
          </ac:picMkLst>
        </pc:picChg>
        <pc:picChg chg="add del mod ord">
          <ac:chgData name="Mike Bloys" userId="1248c4d8-7b2b-4b32-b8bd-163ae845f9bb" providerId="ADAL" clId="{29235CC9-17CB-49C3-8558-C6A8C0136540}" dt="2021-08-26T11:52:02.574" v="86" actId="478"/>
          <ac:picMkLst>
            <pc:docMk/>
            <pc:sldMk cId="1676653193" sldId="274"/>
            <ac:picMk id="9" creationId="{69C893C8-9A78-4AA3-8A25-628508512C13}"/>
          </ac:picMkLst>
        </pc:picChg>
        <pc:picChg chg="add mod ord">
          <ac:chgData name="Mike Bloys" userId="1248c4d8-7b2b-4b32-b8bd-163ae845f9bb" providerId="ADAL" clId="{29235CC9-17CB-49C3-8558-C6A8C0136540}" dt="2021-08-26T11:51:15.047" v="80" actId="167"/>
          <ac:picMkLst>
            <pc:docMk/>
            <pc:sldMk cId="1676653193" sldId="274"/>
            <ac:picMk id="10" creationId="{659B6C25-D028-4252-BAC6-1CB90EAEDCC1}"/>
          </ac:picMkLst>
        </pc:picChg>
        <pc:picChg chg="add mod ord modCrop">
          <ac:chgData name="Mike Bloys" userId="1248c4d8-7b2b-4b32-b8bd-163ae845f9bb" providerId="ADAL" clId="{29235CC9-17CB-49C3-8558-C6A8C0136540}" dt="2021-08-26T11:51:59.674" v="85" actId="167"/>
          <ac:picMkLst>
            <pc:docMk/>
            <pc:sldMk cId="1676653193" sldId="274"/>
            <ac:picMk id="11" creationId="{98A6A375-E122-4DDD-BB3E-283AFCA6539D}"/>
          </ac:picMkLst>
        </pc:picChg>
        <pc:picChg chg="del mod">
          <ac:chgData name="Mike Bloys" userId="1248c4d8-7b2b-4b32-b8bd-163ae845f9bb" providerId="ADAL" clId="{29235CC9-17CB-49C3-8558-C6A8C0136540}" dt="2021-08-26T11:51:16.286" v="81" actId="478"/>
          <ac:picMkLst>
            <pc:docMk/>
            <pc:sldMk cId="1676653193" sldId="274"/>
            <ac:picMk id="1026" creationId="{D186A538-E9EC-4971-BACC-C9D43D0E707D}"/>
          </ac:picMkLst>
        </pc:picChg>
      </pc:sldChg>
      <pc:sldChg chg="modSp mod">
        <pc:chgData name="Mike Bloys" userId="1248c4d8-7b2b-4b32-b8bd-163ae845f9bb" providerId="ADAL" clId="{29235CC9-17CB-49C3-8558-C6A8C0136540}" dt="2021-08-26T11:52:24.030" v="87" actId="207"/>
        <pc:sldMkLst>
          <pc:docMk/>
          <pc:sldMk cId="3276597718" sldId="275"/>
        </pc:sldMkLst>
        <pc:spChg chg="mod">
          <ac:chgData name="Mike Bloys" userId="1248c4d8-7b2b-4b32-b8bd-163ae845f9bb" providerId="ADAL" clId="{29235CC9-17CB-49C3-8558-C6A8C0136540}" dt="2021-08-26T11:52:24.030" v="87" actId="207"/>
          <ac:spMkLst>
            <pc:docMk/>
            <pc:sldMk cId="3276597718" sldId="275"/>
            <ac:spMk id="3" creationId="{5C73AF70-8937-4463-A864-AC88BD273E3F}"/>
          </ac:spMkLst>
        </pc:spChg>
      </pc:sldChg>
      <pc:sldChg chg="modSp mod">
        <pc:chgData name="Mike Bloys" userId="1248c4d8-7b2b-4b32-b8bd-163ae845f9bb" providerId="ADAL" clId="{29235CC9-17CB-49C3-8558-C6A8C0136540}" dt="2021-08-26T11:53:40.066" v="97" actId="207"/>
        <pc:sldMkLst>
          <pc:docMk/>
          <pc:sldMk cId="32029978" sldId="279"/>
        </pc:sldMkLst>
        <pc:spChg chg="mod">
          <ac:chgData name="Mike Bloys" userId="1248c4d8-7b2b-4b32-b8bd-163ae845f9bb" providerId="ADAL" clId="{29235CC9-17CB-49C3-8558-C6A8C0136540}" dt="2021-08-26T11:53:40.066" v="97" actId="207"/>
          <ac:spMkLst>
            <pc:docMk/>
            <pc:sldMk cId="32029978" sldId="279"/>
            <ac:spMk id="4" creationId="{00000000-0000-0000-0000-000000000000}"/>
          </ac:spMkLst>
        </pc:spChg>
        <pc:graphicFrameChg chg="mod">
          <ac:chgData name="Mike Bloys" userId="1248c4d8-7b2b-4b32-b8bd-163ae845f9bb" providerId="ADAL" clId="{29235CC9-17CB-49C3-8558-C6A8C0136540}" dt="2021-08-26T11:53:32.498" v="96"/>
          <ac:graphicFrameMkLst>
            <pc:docMk/>
            <pc:sldMk cId="32029978" sldId="279"/>
            <ac:graphicFrameMk id="7" creationId="{2C927F56-F392-45B0-B8B3-40CA46AB49C9}"/>
          </ac:graphicFrameMkLst>
        </pc:graphicFrameChg>
        <pc:cxnChg chg="mod">
          <ac:chgData name="Mike Bloys" userId="1248c4d8-7b2b-4b32-b8bd-163ae845f9bb" providerId="ADAL" clId="{29235CC9-17CB-49C3-8558-C6A8C0136540}" dt="2021-08-26T11:53:27.814" v="95" actId="208"/>
          <ac:cxnSpMkLst>
            <pc:docMk/>
            <pc:sldMk cId="32029978" sldId="279"/>
            <ac:cxnSpMk id="10" creationId="{AD6B6758-91A2-4C0B-8857-80240DBC9A1D}"/>
          </ac:cxnSpMkLst>
        </pc:cxnChg>
      </pc:sldChg>
      <pc:sldChg chg="modSp mod">
        <pc:chgData name="Mike Bloys" userId="1248c4d8-7b2b-4b32-b8bd-163ae845f9bb" providerId="ADAL" clId="{29235CC9-17CB-49C3-8558-C6A8C0136540}" dt="2021-08-26T11:54:07.629" v="100" actId="207"/>
        <pc:sldMkLst>
          <pc:docMk/>
          <pc:sldMk cId="166779371" sldId="280"/>
        </pc:sldMkLst>
        <pc:spChg chg="mod">
          <ac:chgData name="Mike Bloys" userId="1248c4d8-7b2b-4b32-b8bd-163ae845f9bb" providerId="ADAL" clId="{29235CC9-17CB-49C3-8558-C6A8C0136540}" dt="2021-08-26T11:54:07.629" v="100" actId="207"/>
          <ac:spMkLst>
            <pc:docMk/>
            <pc:sldMk cId="166779371" sldId="280"/>
            <ac:spMk id="4" creationId="{00000000-0000-0000-0000-000000000000}"/>
          </ac:spMkLst>
        </pc:spChg>
        <pc:graphicFrameChg chg="mod">
          <ac:chgData name="Mike Bloys" userId="1248c4d8-7b2b-4b32-b8bd-163ae845f9bb" providerId="ADAL" clId="{29235CC9-17CB-49C3-8558-C6A8C0136540}" dt="2021-08-26T11:53:58.258" v="98"/>
          <ac:graphicFrameMkLst>
            <pc:docMk/>
            <pc:sldMk cId="166779371" sldId="280"/>
            <ac:graphicFrameMk id="10" creationId="{003BBFBD-6CC8-43BD-84ED-B776F66AC0EC}"/>
          </ac:graphicFrameMkLst>
        </pc:graphicFrameChg>
        <pc:cxnChg chg="mod">
          <ac:chgData name="Mike Bloys" userId="1248c4d8-7b2b-4b32-b8bd-163ae845f9bb" providerId="ADAL" clId="{29235CC9-17CB-49C3-8558-C6A8C0136540}" dt="2021-08-26T11:54:00.902" v="99" actId="208"/>
          <ac:cxnSpMkLst>
            <pc:docMk/>
            <pc:sldMk cId="166779371" sldId="280"/>
            <ac:cxnSpMk id="12" creationId="{81A991F4-6C88-4C2E-B131-2CC87EEF6A54}"/>
          </ac:cxnSpMkLst>
        </pc:cxnChg>
      </pc:sldChg>
      <pc:sldChg chg="modSp mod">
        <pc:chgData name="Mike Bloys" userId="1248c4d8-7b2b-4b32-b8bd-163ae845f9bb" providerId="ADAL" clId="{29235CC9-17CB-49C3-8558-C6A8C0136540}" dt="2021-08-26T11:54:17.778" v="102"/>
        <pc:sldMkLst>
          <pc:docMk/>
          <pc:sldMk cId="2065878552" sldId="281"/>
        </pc:sldMkLst>
        <pc:graphicFrameChg chg="mod">
          <ac:chgData name="Mike Bloys" userId="1248c4d8-7b2b-4b32-b8bd-163ae845f9bb" providerId="ADAL" clId="{29235CC9-17CB-49C3-8558-C6A8C0136540}" dt="2021-08-26T11:54:17.778" v="102"/>
          <ac:graphicFrameMkLst>
            <pc:docMk/>
            <pc:sldMk cId="2065878552" sldId="281"/>
            <ac:graphicFrameMk id="9" creationId="{A9E0EDE1-DC41-4E4D-900A-3622C91FA310}"/>
          </ac:graphicFrameMkLst>
        </pc:graphicFrameChg>
        <pc:cxnChg chg="mod">
          <ac:chgData name="Mike Bloys" userId="1248c4d8-7b2b-4b32-b8bd-163ae845f9bb" providerId="ADAL" clId="{29235CC9-17CB-49C3-8558-C6A8C0136540}" dt="2021-08-26T11:54:13.870" v="101" actId="208"/>
          <ac:cxnSpMkLst>
            <pc:docMk/>
            <pc:sldMk cId="2065878552" sldId="281"/>
            <ac:cxnSpMk id="11" creationId="{79E1CEC1-11EE-432C-9341-FFEA6B2472D2}"/>
          </ac:cxnSpMkLst>
        </pc:cxnChg>
      </pc:sldChg>
      <pc:sldChg chg="modSp mod">
        <pc:chgData name="Mike Bloys" userId="1248c4d8-7b2b-4b32-b8bd-163ae845f9bb" providerId="ADAL" clId="{29235CC9-17CB-49C3-8558-C6A8C0136540}" dt="2021-08-26T11:54:27.222" v="104" actId="208"/>
        <pc:sldMkLst>
          <pc:docMk/>
          <pc:sldMk cId="1306920338" sldId="283"/>
        </pc:sldMkLst>
        <pc:graphicFrameChg chg="mod">
          <ac:chgData name="Mike Bloys" userId="1248c4d8-7b2b-4b32-b8bd-163ae845f9bb" providerId="ADAL" clId="{29235CC9-17CB-49C3-8558-C6A8C0136540}" dt="2021-08-26T11:54:24.434" v="103"/>
          <ac:graphicFrameMkLst>
            <pc:docMk/>
            <pc:sldMk cId="1306920338" sldId="283"/>
            <ac:graphicFrameMk id="10" creationId="{6474226B-BDE6-4B82-8082-941FF933DE96}"/>
          </ac:graphicFrameMkLst>
        </pc:graphicFrameChg>
        <pc:cxnChg chg="mod">
          <ac:chgData name="Mike Bloys" userId="1248c4d8-7b2b-4b32-b8bd-163ae845f9bb" providerId="ADAL" clId="{29235CC9-17CB-49C3-8558-C6A8C0136540}" dt="2021-08-26T11:54:27.222" v="104" actId="208"/>
          <ac:cxnSpMkLst>
            <pc:docMk/>
            <pc:sldMk cId="1306920338" sldId="283"/>
            <ac:cxnSpMk id="12" creationId="{7348B789-6554-4C58-B27F-F557B256F520}"/>
          </ac:cxnSpMkLst>
        </pc:cxnChg>
      </pc:sldChg>
      <pc:sldChg chg="modSp mod">
        <pc:chgData name="Mike Bloys" userId="1248c4d8-7b2b-4b32-b8bd-163ae845f9bb" providerId="ADAL" clId="{29235CC9-17CB-49C3-8558-C6A8C0136540}" dt="2021-08-26T11:54:49.910" v="109" actId="208"/>
        <pc:sldMkLst>
          <pc:docMk/>
          <pc:sldMk cId="1720558913" sldId="286"/>
        </pc:sldMkLst>
        <pc:graphicFrameChg chg="mod">
          <ac:chgData name="Mike Bloys" userId="1248c4d8-7b2b-4b32-b8bd-163ae845f9bb" providerId="ADAL" clId="{29235CC9-17CB-49C3-8558-C6A8C0136540}" dt="2021-08-26T11:54:42.847" v="107"/>
          <ac:graphicFrameMkLst>
            <pc:docMk/>
            <pc:sldMk cId="1720558913" sldId="286"/>
            <ac:graphicFrameMk id="4" creationId="{AB8BA57E-9695-44A6-96DF-25A77209C597}"/>
          </ac:graphicFrameMkLst>
        </pc:graphicFrameChg>
        <pc:graphicFrameChg chg="mod">
          <ac:chgData name="Mike Bloys" userId="1248c4d8-7b2b-4b32-b8bd-163ae845f9bb" providerId="ADAL" clId="{29235CC9-17CB-49C3-8558-C6A8C0136540}" dt="2021-08-26T11:54:46.048" v="108"/>
          <ac:graphicFrameMkLst>
            <pc:docMk/>
            <pc:sldMk cId="1720558913" sldId="286"/>
            <ac:graphicFrameMk id="8" creationId="{CF0671DE-78B9-4872-8E5A-36E463CF3036}"/>
          </ac:graphicFrameMkLst>
        </pc:graphicFrameChg>
        <pc:cxnChg chg="mod">
          <ac:chgData name="Mike Bloys" userId="1248c4d8-7b2b-4b32-b8bd-163ae845f9bb" providerId="ADAL" clId="{29235CC9-17CB-49C3-8558-C6A8C0136540}" dt="2021-08-26T11:54:49.910" v="109" actId="208"/>
          <ac:cxnSpMkLst>
            <pc:docMk/>
            <pc:sldMk cId="1720558913" sldId="286"/>
            <ac:cxnSpMk id="6" creationId="{0CF05D00-775A-4720-A616-C18DBB1BC0C6}"/>
          </ac:cxnSpMkLst>
        </pc:cxnChg>
        <pc:cxnChg chg="mod">
          <ac:chgData name="Mike Bloys" userId="1248c4d8-7b2b-4b32-b8bd-163ae845f9bb" providerId="ADAL" clId="{29235CC9-17CB-49C3-8558-C6A8C0136540}" dt="2021-08-26T11:54:49.910" v="109" actId="208"/>
          <ac:cxnSpMkLst>
            <pc:docMk/>
            <pc:sldMk cId="1720558913" sldId="286"/>
            <ac:cxnSpMk id="10" creationId="{28F74BBF-2A6C-43BF-82C5-9D8E703D38E4}"/>
          </ac:cxnSpMkLst>
        </pc:cxnChg>
      </pc:sldChg>
      <pc:sldMasterChg chg="delSldLayout modSldLayout">
        <pc:chgData name="Mike Bloys" userId="1248c4d8-7b2b-4b32-b8bd-163ae845f9bb" providerId="ADAL" clId="{29235CC9-17CB-49C3-8558-C6A8C0136540}" dt="2021-08-26T11:51:04.128" v="77" actId="478"/>
        <pc:sldMasterMkLst>
          <pc:docMk/>
          <pc:sldMasterMk cId="4112846155" sldId="2147483660"/>
        </pc:sldMasterMkLst>
        <pc:sldLayoutChg chg="modSp">
          <pc:chgData name="Mike Bloys" userId="1248c4d8-7b2b-4b32-b8bd-163ae845f9bb" providerId="ADAL" clId="{29235CC9-17CB-49C3-8558-C6A8C0136540}" dt="2021-08-26T10:22:58.885" v="0" actId="14826"/>
          <pc:sldLayoutMkLst>
            <pc:docMk/>
            <pc:sldMasterMk cId="4112846155" sldId="2147483660"/>
            <pc:sldLayoutMk cId="939894443" sldId="2147483662"/>
          </pc:sldLayoutMkLst>
          <pc:picChg chg="mod">
            <ac:chgData name="Mike Bloys" userId="1248c4d8-7b2b-4b32-b8bd-163ae845f9bb" providerId="ADAL" clId="{29235CC9-17CB-49C3-8558-C6A8C0136540}" dt="2021-08-26T10:22:58.885" v="0" actId="14826"/>
            <ac:picMkLst>
              <pc:docMk/>
              <pc:sldMasterMk cId="4112846155" sldId="2147483660"/>
              <pc:sldLayoutMk cId="939894443" sldId="2147483662"/>
              <ac:picMk id="4" creationId="{7B875DE7-7613-41E1-BB20-1CC9B47967BA}"/>
            </ac:picMkLst>
          </pc:picChg>
        </pc:sldLayoutChg>
        <pc:sldLayoutChg chg="addSp delSp modSp mod">
          <pc:chgData name="Mike Bloys" userId="1248c4d8-7b2b-4b32-b8bd-163ae845f9bb" providerId="ADAL" clId="{29235CC9-17CB-49C3-8558-C6A8C0136540}" dt="2021-08-26T10:29:03.318" v="57" actId="478"/>
          <pc:sldLayoutMkLst>
            <pc:docMk/>
            <pc:sldMasterMk cId="4112846155" sldId="2147483660"/>
            <pc:sldLayoutMk cId="7990883" sldId="2147483663"/>
          </pc:sldLayoutMkLst>
          <pc:spChg chg="add mod">
            <ac:chgData name="Mike Bloys" userId="1248c4d8-7b2b-4b32-b8bd-163ae845f9bb" providerId="ADAL" clId="{29235CC9-17CB-49C3-8558-C6A8C0136540}" dt="2021-08-26T10:25:08.736" v="3" actId="207"/>
            <ac:spMkLst>
              <pc:docMk/>
              <pc:sldMasterMk cId="4112846155" sldId="2147483660"/>
              <pc:sldLayoutMk cId="7990883" sldId="2147483663"/>
              <ac:spMk id="6" creationId="{886436FB-093E-490A-BBB2-9ED3E1909F96}"/>
            </ac:spMkLst>
          </pc:spChg>
          <pc:spChg chg="add del mod">
            <ac:chgData name="Mike Bloys" userId="1248c4d8-7b2b-4b32-b8bd-163ae845f9bb" providerId="ADAL" clId="{29235CC9-17CB-49C3-8558-C6A8C0136540}" dt="2021-08-26T10:29:03.318" v="57" actId="478"/>
            <ac:spMkLst>
              <pc:docMk/>
              <pc:sldMasterMk cId="4112846155" sldId="2147483660"/>
              <pc:sldLayoutMk cId="7990883" sldId="2147483663"/>
              <ac:spMk id="7" creationId="{DE7187D4-3219-49FF-8668-397EF3C3FFA3}"/>
            </ac:spMkLst>
          </pc:spChg>
          <pc:spChg chg="del mod">
            <ac:chgData name="Mike Bloys" userId="1248c4d8-7b2b-4b32-b8bd-163ae845f9bb" providerId="ADAL" clId="{29235CC9-17CB-49C3-8558-C6A8C0136540}" dt="2021-08-26T10:25:11.035" v="4" actId="478"/>
            <ac:spMkLst>
              <pc:docMk/>
              <pc:sldMasterMk cId="4112846155" sldId="2147483660"/>
              <pc:sldLayoutMk cId="7990883" sldId="2147483663"/>
              <ac:spMk id="10" creationId="{00000000-0000-0000-0000-000000000000}"/>
            </ac:spMkLst>
          </pc:spChg>
          <pc:cxnChg chg="mod">
            <ac:chgData name="Mike Bloys" userId="1248c4d8-7b2b-4b32-b8bd-163ae845f9bb" providerId="ADAL" clId="{29235CC9-17CB-49C3-8558-C6A8C0136540}" dt="2021-08-26T10:29:02.076" v="56" actId="14100"/>
            <ac:cxnSpMkLst>
              <pc:docMk/>
              <pc:sldMasterMk cId="4112846155" sldId="2147483660"/>
              <pc:sldLayoutMk cId="7990883" sldId="2147483663"/>
              <ac:cxnSpMk id="8" creationId="{00000000-0000-0000-0000-000000000000}"/>
            </ac:cxnSpMkLst>
          </pc:cxnChg>
        </pc:sldLayoutChg>
        <pc:sldLayoutChg chg="addSp delSp modSp mod">
          <pc:chgData name="Mike Bloys" userId="1248c4d8-7b2b-4b32-b8bd-163ae845f9bb" providerId="ADAL" clId="{29235CC9-17CB-49C3-8558-C6A8C0136540}" dt="2021-08-26T11:51:04.128" v="77" actId="478"/>
          <pc:sldLayoutMkLst>
            <pc:docMk/>
            <pc:sldMasterMk cId="4112846155" sldId="2147483660"/>
            <pc:sldLayoutMk cId="1415037018" sldId="2147483665"/>
          </pc:sldLayoutMkLst>
          <pc:spChg chg="add del mod">
            <ac:chgData name="Mike Bloys" userId="1248c4d8-7b2b-4b32-b8bd-163ae845f9bb" providerId="ADAL" clId="{29235CC9-17CB-49C3-8558-C6A8C0136540}" dt="2021-08-26T10:25:33.626" v="6" actId="478"/>
            <ac:spMkLst>
              <pc:docMk/>
              <pc:sldMasterMk cId="4112846155" sldId="2147483660"/>
              <pc:sldLayoutMk cId="1415037018" sldId="2147483665"/>
              <ac:spMk id="7" creationId="{EDAA37F2-64AF-4423-85CD-A97F6963A5E3}"/>
            </ac:spMkLst>
          </pc:spChg>
          <pc:spChg chg="mod">
            <ac:chgData name="Mike Bloys" userId="1248c4d8-7b2b-4b32-b8bd-163ae845f9bb" providerId="ADAL" clId="{29235CC9-17CB-49C3-8558-C6A8C0136540}" dt="2021-08-26T10:26:31.028" v="27" actId="207"/>
            <ac:spMkLst>
              <pc:docMk/>
              <pc:sldMasterMk cId="4112846155" sldId="2147483660"/>
              <pc:sldLayoutMk cId="1415037018" sldId="2147483665"/>
              <ac:spMk id="9" creationId="{00000000-0000-0000-0000-000000000000}"/>
            </ac:spMkLst>
          </pc:spChg>
          <pc:spChg chg="mod">
            <ac:chgData name="Mike Bloys" userId="1248c4d8-7b2b-4b32-b8bd-163ae845f9bb" providerId="ADAL" clId="{29235CC9-17CB-49C3-8558-C6A8C0136540}" dt="2021-08-26T10:26:21.575" v="25" actId="20577"/>
            <ac:spMkLst>
              <pc:docMk/>
              <pc:sldMasterMk cId="4112846155" sldId="2147483660"/>
              <pc:sldLayoutMk cId="1415037018" sldId="2147483665"/>
              <ac:spMk id="13" creationId="{CEF429B8-7289-4F0D-B7CE-915D4AA91105}"/>
            </ac:spMkLst>
          </pc:spChg>
          <pc:picChg chg="del">
            <ac:chgData name="Mike Bloys" userId="1248c4d8-7b2b-4b32-b8bd-163ae845f9bb" providerId="ADAL" clId="{29235CC9-17CB-49C3-8558-C6A8C0136540}" dt="2021-08-26T10:25:58.949" v="10" actId="478"/>
            <ac:picMkLst>
              <pc:docMk/>
              <pc:sldMasterMk cId="4112846155" sldId="2147483660"/>
              <pc:sldLayoutMk cId="1415037018" sldId="2147483665"/>
              <ac:picMk id="10" creationId="{2E18E2D9-BB25-42BE-BF4E-D3CE0402F01B}"/>
            </ac:picMkLst>
          </pc:picChg>
          <pc:picChg chg="mod">
            <ac:chgData name="Mike Bloys" userId="1248c4d8-7b2b-4b32-b8bd-163ae845f9bb" providerId="ADAL" clId="{29235CC9-17CB-49C3-8558-C6A8C0136540}" dt="2021-08-26T10:26:35.794" v="28" actId="207"/>
            <ac:picMkLst>
              <pc:docMk/>
              <pc:sldMasterMk cId="4112846155" sldId="2147483660"/>
              <pc:sldLayoutMk cId="1415037018" sldId="2147483665"/>
              <ac:picMk id="11" creationId="{34DC8F6A-5B71-4032-9D12-0E76FABE6056}"/>
            </ac:picMkLst>
          </pc:picChg>
          <pc:picChg chg="add mod ord modCrop">
            <ac:chgData name="Mike Bloys" userId="1248c4d8-7b2b-4b32-b8bd-163ae845f9bb" providerId="ADAL" clId="{29235CC9-17CB-49C3-8558-C6A8C0136540}" dt="2021-08-26T10:25:55.697" v="9" actId="167"/>
            <ac:picMkLst>
              <pc:docMk/>
              <pc:sldMasterMk cId="4112846155" sldId="2147483660"/>
              <pc:sldLayoutMk cId="1415037018" sldId="2147483665"/>
              <ac:picMk id="12" creationId="{6FC76A28-8CDD-4C1E-BFE0-69CF08642CA2}"/>
            </ac:picMkLst>
          </pc:picChg>
          <pc:picChg chg="add del mod ord modCrop">
            <ac:chgData name="Mike Bloys" userId="1248c4d8-7b2b-4b32-b8bd-163ae845f9bb" providerId="ADAL" clId="{29235CC9-17CB-49C3-8558-C6A8C0136540}" dt="2021-08-26T11:51:04.128" v="77" actId="478"/>
            <ac:picMkLst>
              <pc:docMk/>
              <pc:sldMasterMk cId="4112846155" sldId="2147483660"/>
              <pc:sldLayoutMk cId="1415037018" sldId="2147483665"/>
              <ac:picMk id="14" creationId="{0A56BB95-7A13-438E-BD69-BA4F0CCC86AF}"/>
            </ac:picMkLst>
          </pc:picChg>
        </pc:sldLayoutChg>
        <pc:sldLayoutChg chg="addSp delSp modSp mod">
          <pc:chgData name="Mike Bloys" userId="1248c4d8-7b2b-4b32-b8bd-163ae845f9bb" providerId="ADAL" clId="{29235CC9-17CB-49C3-8558-C6A8C0136540}" dt="2021-08-26T10:27:13.195" v="38" actId="207"/>
          <pc:sldLayoutMkLst>
            <pc:docMk/>
            <pc:sldMasterMk cId="4112846155" sldId="2147483660"/>
            <pc:sldLayoutMk cId="2159895046" sldId="2147483666"/>
          </pc:sldLayoutMkLst>
          <pc:spChg chg="del">
            <ac:chgData name="Mike Bloys" userId="1248c4d8-7b2b-4b32-b8bd-163ae845f9bb" providerId="ADAL" clId="{29235CC9-17CB-49C3-8558-C6A8C0136540}" dt="2021-08-26T10:27:04.022" v="34" actId="478"/>
            <ac:spMkLst>
              <pc:docMk/>
              <pc:sldMasterMk cId="4112846155" sldId="2147483660"/>
              <pc:sldLayoutMk cId="2159895046" sldId="2147483666"/>
              <ac:spMk id="10" creationId="{D5D7D487-8DA1-43DB-9C1D-98413607553F}"/>
            </ac:spMkLst>
          </pc:spChg>
          <pc:spChg chg="add mod">
            <ac:chgData name="Mike Bloys" userId="1248c4d8-7b2b-4b32-b8bd-163ae845f9bb" providerId="ADAL" clId="{29235CC9-17CB-49C3-8558-C6A8C0136540}" dt="2021-08-26T10:27:04.954" v="35"/>
            <ac:spMkLst>
              <pc:docMk/>
              <pc:sldMasterMk cId="4112846155" sldId="2147483660"/>
              <pc:sldLayoutMk cId="2159895046" sldId="2147483666"/>
              <ac:spMk id="12" creationId="{660200AA-5034-49D9-B8D8-6780CD904201}"/>
            </ac:spMkLst>
          </pc:spChg>
          <pc:spChg chg="mod">
            <ac:chgData name="Mike Bloys" userId="1248c4d8-7b2b-4b32-b8bd-163ae845f9bb" providerId="ADAL" clId="{29235CC9-17CB-49C3-8558-C6A8C0136540}" dt="2021-08-26T10:27:13.195" v="38" actId="207"/>
            <ac:spMkLst>
              <pc:docMk/>
              <pc:sldMasterMk cId="4112846155" sldId="2147483660"/>
              <pc:sldLayoutMk cId="2159895046" sldId="2147483666"/>
              <ac:spMk id="42" creationId="{00000000-0000-0000-0000-000000000000}"/>
            </ac:spMkLst>
          </pc:spChg>
          <pc:picChg chg="del">
            <ac:chgData name="Mike Bloys" userId="1248c4d8-7b2b-4b32-b8bd-163ae845f9bb" providerId="ADAL" clId="{29235CC9-17CB-49C3-8558-C6A8C0136540}" dt="2021-08-26T10:27:04.022" v="34" actId="478"/>
            <ac:picMkLst>
              <pc:docMk/>
              <pc:sldMasterMk cId="4112846155" sldId="2147483660"/>
              <pc:sldLayoutMk cId="2159895046" sldId="2147483666"/>
              <ac:picMk id="8" creationId="{56B37D03-A786-44D6-BB62-0EEA1E6CEC3A}"/>
            </ac:picMkLst>
          </pc:picChg>
          <pc:picChg chg="mod">
            <ac:chgData name="Mike Bloys" userId="1248c4d8-7b2b-4b32-b8bd-163ae845f9bb" providerId="ADAL" clId="{29235CC9-17CB-49C3-8558-C6A8C0136540}" dt="2021-08-26T10:27:07.990" v="36" actId="207"/>
            <ac:picMkLst>
              <pc:docMk/>
              <pc:sldMasterMk cId="4112846155" sldId="2147483660"/>
              <pc:sldLayoutMk cId="2159895046" sldId="2147483666"/>
              <ac:picMk id="9" creationId="{D97936CB-6CCA-4627-9D96-CE14C6DE45A4}"/>
            </ac:picMkLst>
          </pc:picChg>
          <pc:picChg chg="add mod">
            <ac:chgData name="Mike Bloys" userId="1248c4d8-7b2b-4b32-b8bd-163ae845f9bb" providerId="ADAL" clId="{29235CC9-17CB-49C3-8558-C6A8C0136540}" dt="2021-08-26T10:27:04.954" v="35"/>
            <ac:picMkLst>
              <pc:docMk/>
              <pc:sldMasterMk cId="4112846155" sldId="2147483660"/>
              <pc:sldLayoutMk cId="2159895046" sldId="2147483666"/>
              <ac:picMk id="11" creationId="{ECEE421B-3344-47AE-A297-4650E1E5857C}"/>
            </ac:picMkLst>
          </pc:picChg>
        </pc:sldLayoutChg>
        <pc:sldLayoutChg chg="addSp delSp modSp mod">
          <pc:chgData name="Mike Bloys" userId="1248c4d8-7b2b-4b32-b8bd-163ae845f9bb" providerId="ADAL" clId="{29235CC9-17CB-49C3-8558-C6A8C0136540}" dt="2021-08-26T10:27:35.472" v="42" actId="207"/>
          <pc:sldLayoutMkLst>
            <pc:docMk/>
            <pc:sldMasterMk cId="4112846155" sldId="2147483660"/>
            <pc:sldLayoutMk cId="2484285243" sldId="2147483667"/>
          </pc:sldLayoutMkLst>
          <pc:spChg chg="add mod">
            <ac:chgData name="Mike Bloys" userId="1248c4d8-7b2b-4b32-b8bd-163ae845f9bb" providerId="ADAL" clId="{29235CC9-17CB-49C3-8558-C6A8C0136540}" dt="2021-08-26T10:27:28.178" v="40"/>
            <ac:spMkLst>
              <pc:docMk/>
              <pc:sldMasterMk cId="4112846155" sldId="2147483660"/>
              <pc:sldLayoutMk cId="2484285243" sldId="2147483667"/>
              <ac:spMk id="8" creationId="{43CAB721-3F37-47EB-B9FC-3E2606D366CB}"/>
            </ac:spMkLst>
          </pc:spChg>
          <pc:spChg chg="del">
            <ac:chgData name="Mike Bloys" userId="1248c4d8-7b2b-4b32-b8bd-163ae845f9bb" providerId="ADAL" clId="{29235CC9-17CB-49C3-8558-C6A8C0136540}" dt="2021-08-26T10:27:27.718" v="39" actId="478"/>
            <ac:spMkLst>
              <pc:docMk/>
              <pc:sldMasterMk cId="4112846155" sldId="2147483660"/>
              <pc:sldLayoutMk cId="2484285243" sldId="2147483667"/>
              <ac:spMk id="9" creationId="{C36C3778-85A6-49E3-9A81-09414FF823DE}"/>
            </ac:spMkLst>
          </pc:spChg>
          <pc:spChg chg="mod">
            <ac:chgData name="Mike Bloys" userId="1248c4d8-7b2b-4b32-b8bd-163ae845f9bb" providerId="ADAL" clId="{29235CC9-17CB-49C3-8558-C6A8C0136540}" dt="2021-08-26T10:27:35.472" v="42" actId="207"/>
            <ac:spMkLst>
              <pc:docMk/>
              <pc:sldMasterMk cId="4112846155" sldId="2147483660"/>
              <pc:sldLayoutMk cId="2484285243" sldId="2147483667"/>
              <ac:spMk id="43" creationId="{00000000-0000-0000-0000-000000000000}"/>
            </ac:spMkLst>
          </pc:spChg>
          <pc:picChg chg="del">
            <ac:chgData name="Mike Bloys" userId="1248c4d8-7b2b-4b32-b8bd-163ae845f9bb" providerId="ADAL" clId="{29235CC9-17CB-49C3-8558-C6A8C0136540}" dt="2021-08-26T10:27:27.718" v="39" actId="478"/>
            <ac:picMkLst>
              <pc:docMk/>
              <pc:sldMasterMk cId="4112846155" sldId="2147483660"/>
              <pc:sldLayoutMk cId="2484285243" sldId="2147483667"/>
              <ac:picMk id="6" creationId="{393DDBCE-CEAD-4130-A0F0-0AA70DBEFBAF}"/>
            </ac:picMkLst>
          </pc:picChg>
          <pc:picChg chg="add mod">
            <ac:chgData name="Mike Bloys" userId="1248c4d8-7b2b-4b32-b8bd-163ae845f9bb" providerId="ADAL" clId="{29235CC9-17CB-49C3-8558-C6A8C0136540}" dt="2021-08-26T10:27:28.178" v="40"/>
            <ac:picMkLst>
              <pc:docMk/>
              <pc:sldMasterMk cId="4112846155" sldId="2147483660"/>
              <pc:sldLayoutMk cId="2484285243" sldId="2147483667"/>
              <ac:picMk id="7" creationId="{40A3D8E7-6CD4-4830-9558-072850277B6A}"/>
            </ac:picMkLst>
          </pc:picChg>
        </pc:sldLayoutChg>
        <pc:sldLayoutChg chg="del">
          <pc:chgData name="Mike Bloys" userId="1248c4d8-7b2b-4b32-b8bd-163ae845f9bb" providerId="ADAL" clId="{29235CC9-17CB-49C3-8558-C6A8C0136540}" dt="2021-08-26T10:28:13.014" v="46" actId="2696"/>
          <pc:sldLayoutMkLst>
            <pc:docMk/>
            <pc:sldMasterMk cId="4112846155" sldId="2147483660"/>
            <pc:sldLayoutMk cId="88482964" sldId="2147483668"/>
          </pc:sldLayoutMkLst>
        </pc:sldLayoutChg>
        <pc:sldLayoutChg chg="addSp delSp modSp mod">
          <pc:chgData name="Mike Bloys" userId="1248c4d8-7b2b-4b32-b8bd-163ae845f9bb" providerId="ADAL" clId="{29235CC9-17CB-49C3-8558-C6A8C0136540}" dt="2021-08-26T10:28:26.109" v="50" actId="207"/>
          <pc:sldLayoutMkLst>
            <pc:docMk/>
            <pc:sldMasterMk cId="4112846155" sldId="2147483660"/>
            <pc:sldLayoutMk cId="2302417356" sldId="2147483669"/>
          </pc:sldLayoutMkLst>
          <pc:spChg chg="mod">
            <ac:chgData name="Mike Bloys" userId="1248c4d8-7b2b-4b32-b8bd-163ae845f9bb" providerId="ADAL" clId="{29235CC9-17CB-49C3-8558-C6A8C0136540}" dt="2021-08-26T10:28:21.216" v="49" actId="20577"/>
            <ac:spMkLst>
              <pc:docMk/>
              <pc:sldMasterMk cId="4112846155" sldId="2147483660"/>
              <pc:sldLayoutMk cId="2302417356" sldId="2147483669"/>
              <ac:spMk id="2" creationId="{00000000-0000-0000-0000-000000000000}"/>
            </ac:spMkLst>
          </pc:spChg>
          <pc:spChg chg="add mod">
            <ac:chgData name="Mike Bloys" userId="1248c4d8-7b2b-4b32-b8bd-163ae845f9bb" providerId="ADAL" clId="{29235CC9-17CB-49C3-8558-C6A8C0136540}" dt="2021-08-26T10:28:18.283" v="48"/>
            <ac:spMkLst>
              <pc:docMk/>
              <pc:sldMasterMk cId="4112846155" sldId="2147483660"/>
              <pc:sldLayoutMk cId="2302417356" sldId="2147483669"/>
              <ac:spMk id="8" creationId="{D37F01B5-5B3E-421D-A0AC-9419A7B73A0A}"/>
            </ac:spMkLst>
          </pc:spChg>
          <pc:spChg chg="del">
            <ac:chgData name="Mike Bloys" userId="1248c4d8-7b2b-4b32-b8bd-163ae845f9bb" providerId="ADAL" clId="{29235CC9-17CB-49C3-8558-C6A8C0136540}" dt="2021-08-26T10:28:16.325" v="47" actId="478"/>
            <ac:spMkLst>
              <pc:docMk/>
              <pc:sldMasterMk cId="4112846155" sldId="2147483660"/>
              <pc:sldLayoutMk cId="2302417356" sldId="2147483669"/>
              <ac:spMk id="11" creationId="{C4CBF306-3A15-4F78-A516-AA1C550B39E5}"/>
            </ac:spMkLst>
          </pc:spChg>
          <pc:picChg chg="del">
            <ac:chgData name="Mike Bloys" userId="1248c4d8-7b2b-4b32-b8bd-163ae845f9bb" providerId="ADAL" clId="{29235CC9-17CB-49C3-8558-C6A8C0136540}" dt="2021-08-26T10:28:16.325" v="47" actId="478"/>
            <ac:picMkLst>
              <pc:docMk/>
              <pc:sldMasterMk cId="4112846155" sldId="2147483660"/>
              <pc:sldLayoutMk cId="2302417356" sldId="2147483669"/>
              <ac:picMk id="6" creationId="{6BF939CC-B555-4D20-902F-FFEEE321524B}"/>
            </ac:picMkLst>
          </pc:picChg>
          <pc:picChg chg="add mod">
            <ac:chgData name="Mike Bloys" userId="1248c4d8-7b2b-4b32-b8bd-163ae845f9bb" providerId="ADAL" clId="{29235CC9-17CB-49C3-8558-C6A8C0136540}" dt="2021-08-26T10:28:18.283" v="48"/>
            <ac:picMkLst>
              <pc:docMk/>
              <pc:sldMasterMk cId="4112846155" sldId="2147483660"/>
              <pc:sldLayoutMk cId="2302417356" sldId="2147483669"/>
              <ac:picMk id="7" creationId="{94886E55-C852-42EA-AE48-636D9F6A1FB4}"/>
            </ac:picMkLst>
          </pc:picChg>
          <pc:picChg chg="mod">
            <ac:chgData name="Mike Bloys" userId="1248c4d8-7b2b-4b32-b8bd-163ae845f9bb" providerId="ADAL" clId="{29235CC9-17CB-49C3-8558-C6A8C0136540}" dt="2021-08-26T10:28:26.109" v="50" actId="207"/>
            <ac:picMkLst>
              <pc:docMk/>
              <pc:sldMasterMk cId="4112846155" sldId="2147483660"/>
              <pc:sldLayoutMk cId="2302417356" sldId="2147483669"/>
              <ac:picMk id="10" creationId="{A7FDBB10-83DB-4C34-8C1D-BEEE46F36675}"/>
            </ac:picMkLst>
          </pc:picChg>
        </pc:sldLayoutChg>
        <pc:sldLayoutChg chg="addSp delSp modSp mod">
          <pc:chgData name="Mike Bloys" userId="1248c4d8-7b2b-4b32-b8bd-163ae845f9bb" providerId="ADAL" clId="{29235CC9-17CB-49C3-8558-C6A8C0136540}" dt="2021-08-26T10:26:59.803" v="33" actId="207"/>
          <pc:sldLayoutMkLst>
            <pc:docMk/>
            <pc:sldMasterMk cId="4112846155" sldId="2147483660"/>
            <pc:sldLayoutMk cId="2231906008" sldId="2147483670"/>
          </pc:sldLayoutMkLst>
          <pc:spChg chg="mod">
            <ac:chgData name="Mike Bloys" userId="1248c4d8-7b2b-4b32-b8bd-163ae845f9bb" providerId="ADAL" clId="{29235CC9-17CB-49C3-8558-C6A8C0136540}" dt="2021-08-26T10:26:59.803" v="33" actId="207"/>
            <ac:spMkLst>
              <pc:docMk/>
              <pc:sldMasterMk cId="4112846155" sldId="2147483660"/>
              <pc:sldLayoutMk cId="2231906008" sldId="2147483670"/>
              <ac:spMk id="9" creationId="{00000000-0000-0000-0000-000000000000}"/>
            </ac:spMkLst>
          </pc:spChg>
          <pc:spChg chg="add mod">
            <ac:chgData name="Mike Bloys" userId="1248c4d8-7b2b-4b32-b8bd-163ae845f9bb" providerId="ADAL" clId="{29235CC9-17CB-49C3-8558-C6A8C0136540}" dt="2021-08-26T10:26:49.110" v="30"/>
            <ac:spMkLst>
              <pc:docMk/>
              <pc:sldMasterMk cId="4112846155" sldId="2147483660"/>
              <pc:sldLayoutMk cId="2231906008" sldId="2147483670"/>
              <ac:spMk id="13" creationId="{7FCB4390-3741-4268-BFE1-27F0EA1BAC9A}"/>
            </ac:spMkLst>
          </pc:spChg>
          <pc:spChg chg="del">
            <ac:chgData name="Mike Bloys" userId="1248c4d8-7b2b-4b32-b8bd-163ae845f9bb" providerId="ADAL" clId="{29235CC9-17CB-49C3-8558-C6A8C0136540}" dt="2021-08-26T10:26:48.615" v="29" actId="478"/>
            <ac:spMkLst>
              <pc:docMk/>
              <pc:sldMasterMk cId="4112846155" sldId="2147483660"/>
              <pc:sldLayoutMk cId="2231906008" sldId="2147483670"/>
              <ac:spMk id="15" creationId="{1D91B244-06B6-47D4-891E-1017039984F4}"/>
            </ac:spMkLst>
          </pc:spChg>
          <pc:picChg chg="add mod">
            <ac:chgData name="Mike Bloys" userId="1248c4d8-7b2b-4b32-b8bd-163ae845f9bb" providerId="ADAL" clId="{29235CC9-17CB-49C3-8558-C6A8C0136540}" dt="2021-08-26T10:26:49.110" v="30"/>
            <ac:picMkLst>
              <pc:docMk/>
              <pc:sldMasterMk cId="4112846155" sldId="2147483660"/>
              <pc:sldLayoutMk cId="2231906008" sldId="2147483670"/>
              <ac:picMk id="11" creationId="{83475144-FD35-4D44-AFA2-AD07F843F357}"/>
            </ac:picMkLst>
          </pc:picChg>
          <pc:picChg chg="del">
            <ac:chgData name="Mike Bloys" userId="1248c4d8-7b2b-4b32-b8bd-163ae845f9bb" providerId="ADAL" clId="{29235CC9-17CB-49C3-8558-C6A8C0136540}" dt="2021-08-26T10:26:48.615" v="29" actId="478"/>
            <ac:picMkLst>
              <pc:docMk/>
              <pc:sldMasterMk cId="4112846155" sldId="2147483660"/>
              <pc:sldLayoutMk cId="2231906008" sldId="2147483670"/>
              <ac:picMk id="12" creationId="{F46CFFDA-E690-4367-902E-83362FA45AAF}"/>
            </ac:picMkLst>
          </pc:picChg>
          <pc:picChg chg="mod">
            <ac:chgData name="Mike Bloys" userId="1248c4d8-7b2b-4b32-b8bd-163ae845f9bb" providerId="ADAL" clId="{29235CC9-17CB-49C3-8558-C6A8C0136540}" dt="2021-08-26T10:26:53.144" v="31" actId="207"/>
            <ac:picMkLst>
              <pc:docMk/>
              <pc:sldMasterMk cId="4112846155" sldId="2147483660"/>
              <pc:sldLayoutMk cId="2231906008" sldId="2147483670"/>
              <ac:picMk id="14" creationId="{4B49CA11-EB08-4294-BBC5-49806FD7D7F3}"/>
            </ac:picMkLst>
          </pc:picChg>
        </pc:sldLayoutChg>
      </pc:sldMasterChg>
    </pc:docChg>
  </pc:docChgLst>
  <pc:docChgLst>
    <pc:chgData name="James Franklin" userId="cf915d05-507f-491f-b4a6-b2aa085ee4b1" providerId="ADAL" clId="{B51E7FF5-A91D-4C30-8E29-95326D46E373}"/>
    <pc:docChg chg="undo redo custSel addSld delSld modSld sldOrd">
      <pc:chgData name="James Franklin" userId="cf915d05-507f-491f-b4a6-b2aa085ee4b1" providerId="ADAL" clId="{B51E7FF5-A91D-4C30-8E29-95326D46E373}" dt="2021-10-27T11:05:12.570" v="3226" actId="478"/>
      <pc:docMkLst>
        <pc:docMk/>
      </pc:docMkLst>
      <pc:sldChg chg="addCm modCm">
        <pc:chgData name="James Franklin" userId="cf915d05-507f-491f-b4a6-b2aa085ee4b1" providerId="ADAL" clId="{B51E7FF5-A91D-4C30-8E29-95326D46E373}" dt="2021-10-26T11:20:15.485" v="3219" actId="1589"/>
        <pc:sldMkLst>
          <pc:docMk/>
          <pc:sldMk cId="3148882095" sldId="256"/>
        </pc:sldMkLst>
      </pc:sldChg>
      <pc:sldChg chg="modSp mod">
        <pc:chgData name="James Franklin" userId="cf915d05-507f-491f-b4a6-b2aa085ee4b1" providerId="ADAL" clId="{B51E7FF5-A91D-4C30-8E29-95326D46E373}" dt="2021-10-21T14:17:25.158" v="334" actId="20577"/>
        <pc:sldMkLst>
          <pc:docMk/>
          <pc:sldMk cId="1868181489" sldId="260"/>
        </pc:sldMkLst>
        <pc:spChg chg="mod">
          <ac:chgData name="James Franklin" userId="cf915d05-507f-491f-b4a6-b2aa085ee4b1" providerId="ADAL" clId="{B51E7FF5-A91D-4C30-8E29-95326D46E373}" dt="2021-10-21T14:17:25.158" v="334" actId="20577"/>
          <ac:spMkLst>
            <pc:docMk/>
            <pc:sldMk cId="1868181489" sldId="260"/>
            <ac:spMk id="5" creationId="{00000000-0000-0000-0000-000000000000}"/>
          </ac:spMkLst>
        </pc:spChg>
      </pc:sldChg>
      <pc:sldChg chg="del">
        <pc:chgData name="James Franklin" userId="cf915d05-507f-491f-b4a6-b2aa085ee4b1" providerId="ADAL" clId="{B51E7FF5-A91D-4C30-8E29-95326D46E373}" dt="2021-10-21T14:27:09.702" v="335" actId="47"/>
        <pc:sldMkLst>
          <pc:docMk/>
          <pc:sldMk cId="358128972" sldId="261"/>
        </pc:sldMkLst>
      </pc:sldChg>
      <pc:sldChg chg="modSp del mod ord">
        <pc:chgData name="James Franklin" userId="cf915d05-507f-491f-b4a6-b2aa085ee4b1" providerId="ADAL" clId="{B51E7FF5-A91D-4C30-8E29-95326D46E373}" dt="2021-10-22T10:33:02.723" v="3196" actId="47"/>
        <pc:sldMkLst>
          <pc:docMk/>
          <pc:sldMk cId="3666510403" sldId="265"/>
        </pc:sldMkLst>
        <pc:spChg chg="mod">
          <ac:chgData name="James Franklin" userId="cf915d05-507f-491f-b4a6-b2aa085ee4b1" providerId="ADAL" clId="{B51E7FF5-A91D-4C30-8E29-95326D46E373}" dt="2021-10-22T10:30:08.781" v="3195" actId="20577"/>
          <ac:spMkLst>
            <pc:docMk/>
            <pc:sldMk cId="3666510403" sldId="265"/>
            <ac:spMk id="5" creationId="{00000000-0000-0000-0000-000000000000}"/>
          </ac:spMkLst>
        </pc:spChg>
      </pc:sldChg>
      <pc:sldChg chg="del">
        <pc:chgData name="James Franklin" userId="cf915d05-507f-491f-b4a6-b2aa085ee4b1" providerId="ADAL" clId="{B51E7FF5-A91D-4C30-8E29-95326D46E373}" dt="2021-10-21T14:27:17.002" v="336" actId="47"/>
        <pc:sldMkLst>
          <pc:docMk/>
          <pc:sldMk cId="2077694302" sldId="269"/>
        </pc:sldMkLst>
      </pc:sldChg>
      <pc:sldChg chg="del">
        <pc:chgData name="James Franklin" userId="cf915d05-507f-491f-b4a6-b2aa085ee4b1" providerId="ADAL" clId="{B51E7FF5-A91D-4C30-8E29-95326D46E373}" dt="2021-10-21T14:27:17.002" v="336" actId="47"/>
        <pc:sldMkLst>
          <pc:docMk/>
          <pc:sldMk cId="2154036885" sldId="270"/>
        </pc:sldMkLst>
      </pc:sldChg>
      <pc:sldChg chg="del">
        <pc:chgData name="James Franklin" userId="cf915d05-507f-491f-b4a6-b2aa085ee4b1" providerId="ADAL" clId="{B51E7FF5-A91D-4C30-8E29-95326D46E373}" dt="2021-10-21T14:27:17.002" v="336" actId="47"/>
        <pc:sldMkLst>
          <pc:docMk/>
          <pc:sldMk cId="345748857" sldId="271"/>
        </pc:sldMkLst>
      </pc:sldChg>
      <pc:sldChg chg="del">
        <pc:chgData name="James Franklin" userId="cf915d05-507f-491f-b4a6-b2aa085ee4b1" providerId="ADAL" clId="{B51E7FF5-A91D-4C30-8E29-95326D46E373}" dt="2021-10-21T14:27:17.002" v="336" actId="47"/>
        <pc:sldMkLst>
          <pc:docMk/>
          <pc:sldMk cId="2736878861" sldId="272"/>
        </pc:sldMkLst>
      </pc:sldChg>
      <pc:sldChg chg="del">
        <pc:chgData name="James Franklin" userId="cf915d05-507f-491f-b4a6-b2aa085ee4b1" providerId="ADAL" clId="{B51E7FF5-A91D-4C30-8E29-95326D46E373}" dt="2021-10-21T14:27:09.702" v="335" actId="47"/>
        <pc:sldMkLst>
          <pc:docMk/>
          <pc:sldMk cId="1676653193" sldId="274"/>
        </pc:sldMkLst>
      </pc:sldChg>
      <pc:sldChg chg="del">
        <pc:chgData name="James Franklin" userId="cf915d05-507f-491f-b4a6-b2aa085ee4b1" providerId="ADAL" clId="{B51E7FF5-A91D-4C30-8E29-95326D46E373}" dt="2021-10-21T14:27:09.702" v="335" actId="47"/>
        <pc:sldMkLst>
          <pc:docMk/>
          <pc:sldMk cId="3276597718" sldId="275"/>
        </pc:sldMkLst>
      </pc:sldChg>
      <pc:sldChg chg="del">
        <pc:chgData name="James Franklin" userId="cf915d05-507f-491f-b4a6-b2aa085ee4b1" providerId="ADAL" clId="{B51E7FF5-A91D-4C30-8E29-95326D46E373}" dt="2021-10-21T14:27:17.002" v="336" actId="47"/>
        <pc:sldMkLst>
          <pc:docMk/>
          <pc:sldMk cId="157753427" sldId="276"/>
        </pc:sldMkLst>
      </pc:sldChg>
      <pc:sldChg chg="modSp add mod">
        <pc:chgData name="James Franklin" userId="cf915d05-507f-491f-b4a6-b2aa085ee4b1" providerId="ADAL" clId="{B51E7FF5-A91D-4C30-8E29-95326D46E373}" dt="2021-10-22T09:29:08.914" v="1853" actId="20577"/>
        <pc:sldMkLst>
          <pc:docMk/>
          <pc:sldMk cId="1934479713" sldId="277"/>
        </pc:sldMkLst>
        <pc:spChg chg="mod">
          <ac:chgData name="James Franklin" userId="cf915d05-507f-491f-b4a6-b2aa085ee4b1" providerId="ADAL" clId="{B51E7FF5-A91D-4C30-8E29-95326D46E373}" dt="2021-10-22T09:29:08.914" v="1853" actId="20577"/>
          <ac:spMkLst>
            <pc:docMk/>
            <pc:sldMk cId="1934479713" sldId="277"/>
            <ac:spMk id="3" creationId="{DF351E72-DA1E-427D-BBF5-35F3677CA4F1}"/>
          </ac:spMkLst>
        </pc:spChg>
      </pc:sldChg>
      <pc:sldChg chg="del">
        <pc:chgData name="James Franklin" userId="cf915d05-507f-491f-b4a6-b2aa085ee4b1" providerId="ADAL" clId="{B51E7FF5-A91D-4C30-8E29-95326D46E373}" dt="2021-10-21T14:27:09.702" v="335" actId="47"/>
        <pc:sldMkLst>
          <pc:docMk/>
          <pc:sldMk cId="32029978" sldId="279"/>
        </pc:sldMkLst>
      </pc:sldChg>
      <pc:sldChg chg="addSp delSp modSp add mod ord">
        <pc:chgData name="James Franklin" userId="cf915d05-507f-491f-b4a6-b2aa085ee4b1" providerId="ADAL" clId="{B51E7FF5-A91D-4C30-8E29-95326D46E373}" dt="2021-10-27T11:05:12.570" v="3226" actId="478"/>
        <pc:sldMkLst>
          <pc:docMk/>
          <pc:sldMk cId="3883771022" sldId="279"/>
        </pc:sldMkLst>
        <pc:spChg chg="mod">
          <ac:chgData name="James Franklin" userId="cf915d05-507f-491f-b4a6-b2aa085ee4b1" providerId="ADAL" clId="{B51E7FF5-A91D-4C30-8E29-95326D46E373}" dt="2021-10-22T08:21:53.217" v="797" actId="6549"/>
          <ac:spMkLst>
            <pc:docMk/>
            <pc:sldMk cId="3883771022" sldId="279"/>
            <ac:spMk id="3" creationId="{ED932B1B-139A-46C6-A3B6-C6ABDDDE0939}"/>
          </ac:spMkLst>
        </pc:spChg>
        <pc:spChg chg="add del mod">
          <ac:chgData name="James Franklin" userId="cf915d05-507f-491f-b4a6-b2aa085ee4b1" providerId="ADAL" clId="{B51E7FF5-A91D-4C30-8E29-95326D46E373}" dt="2021-10-27T11:05:12.570" v="3226" actId="478"/>
          <ac:spMkLst>
            <pc:docMk/>
            <pc:sldMk cId="3883771022" sldId="279"/>
            <ac:spMk id="4" creationId="{871539AD-419E-4C04-826E-5F8465BB5BDB}"/>
          </ac:spMkLst>
        </pc:spChg>
      </pc:sldChg>
      <pc:sldChg chg="del">
        <pc:chgData name="James Franklin" userId="cf915d05-507f-491f-b4a6-b2aa085ee4b1" providerId="ADAL" clId="{B51E7FF5-A91D-4C30-8E29-95326D46E373}" dt="2021-10-21T14:27:09.702" v="335" actId="47"/>
        <pc:sldMkLst>
          <pc:docMk/>
          <pc:sldMk cId="166779371" sldId="280"/>
        </pc:sldMkLst>
      </pc:sldChg>
      <pc:sldChg chg="modSp add mod">
        <pc:chgData name="James Franklin" userId="cf915d05-507f-491f-b4a6-b2aa085ee4b1" providerId="ADAL" clId="{B51E7FF5-A91D-4C30-8E29-95326D46E373}" dt="2021-10-25T14:33:47.637" v="3217" actId="113"/>
        <pc:sldMkLst>
          <pc:docMk/>
          <pc:sldMk cId="3434525229" sldId="280"/>
        </pc:sldMkLst>
        <pc:spChg chg="mod">
          <ac:chgData name="James Franklin" userId="cf915d05-507f-491f-b4a6-b2aa085ee4b1" providerId="ADAL" clId="{B51E7FF5-A91D-4C30-8E29-95326D46E373}" dt="2021-10-21T15:32:40.133" v="463" actId="20577"/>
          <ac:spMkLst>
            <pc:docMk/>
            <pc:sldMk cId="3434525229" sldId="280"/>
            <ac:spMk id="2" creationId="{13DE2564-EDFE-486B-9ED0-67BDAD061E6D}"/>
          </ac:spMkLst>
        </pc:spChg>
        <pc:spChg chg="mod">
          <ac:chgData name="James Franklin" userId="cf915d05-507f-491f-b4a6-b2aa085ee4b1" providerId="ADAL" clId="{B51E7FF5-A91D-4C30-8E29-95326D46E373}" dt="2021-10-25T14:33:47.637" v="3217" actId="113"/>
          <ac:spMkLst>
            <pc:docMk/>
            <pc:sldMk cId="3434525229" sldId="280"/>
            <ac:spMk id="3" creationId="{C482B53D-C125-46FA-9284-AB7E51BAB56C}"/>
          </ac:spMkLst>
        </pc:spChg>
        <pc:spChg chg="mod">
          <ac:chgData name="James Franklin" userId="cf915d05-507f-491f-b4a6-b2aa085ee4b1" providerId="ADAL" clId="{B51E7FF5-A91D-4C30-8E29-95326D46E373}" dt="2021-10-22T08:25:34.371" v="987" actId="20577"/>
          <ac:spMkLst>
            <pc:docMk/>
            <pc:sldMk cId="3434525229" sldId="280"/>
            <ac:spMk id="4" creationId="{AC6CD1A5-9266-42A9-AEF9-9701F6651E45}"/>
          </ac:spMkLst>
        </pc:spChg>
      </pc:sldChg>
      <pc:sldChg chg="del">
        <pc:chgData name="James Franklin" userId="cf915d05-507f-491f-b4a6-b2aa085ee4b1" providerId="ADAL" clId="{B51E7FF5-A91D-4C30-8E29-95326D46E373}" dt="2021-10-21T14:27:09.702" v="335" actId="47"/>
        <pc:sldMkLst>
          <pc:docMk/>
          <pc:sldMk cId="2065878552" sldId="281"/>
        </pc:sldMkLst>
      </pc:sldChg>
      <pc:sldChg chg="modSp add mod ord">
        <pc:chgData name="James Franklin" userId="cf915d05-507f-491f-b4a6-b2aa085ee4b1" providerId="ADAL" clId="{B51E7FF5-A91D-4C30-8E29-95326D46E373}" dt="2021-10-22T09:45:57.678" v="2183" actId="20577"/>
        <pc:sldMkLst>
          <pc:docMk/>
          <pc:sldMk cId="4006062934" sldId="281"/>
        </pc:sldMkLst>
        <pc:spChg chg="mod">
          <ac:chgData name="James Franklin" userId="cf915d05-507f-491f-b4a6-b2aa085ee4b1" providerId="ADAL" clId="{B51E7FF5-A91D-4C30-8E29-95326D46E373}" dt="2021-10-22T09:45:57.678" v="2183" actId="20577"/>
          <ac:spMkLst>
            <pc:docMk/>
            <pc:sldMk cId="4006062934" sldId="281"/>
            <ac:spMk id="2" creationId="{13DE2564-EDFE-486B-9ED0-67BDAD061E6D}"/>
          </ac:spMkLst>
        </pc:spChg>
        <pc:spChg chg="mod">
          <ac:chgData name="James Franklin" userId="cf915d05-507f-491f-b4a6-b2aa085ee4b1" providerId="ADAL" clId="{B51E7FF5-A91D-4C30-8E29-95326D46E373}" dt="2021-10-21T15:34:19.198" v="594" actId="20577"/>
          <ac:spMkLst>
            <pc:docMk/>
            <pc:sldMk cId="4006062934" sldId="281"/>
            <ac:spMk id="6" creationId="{FC6AC16F-E18C-4D1F-AB6D-D09D853AF9C3}"/>
          </ac:spMkLst>
        </pc:spChg>
        <pc:spChg chg="mod">
          <ac:chgData name="James Franklin" userId="cf915d05-507f-491f-b4a6-b2aa085ee4b1" providerId="ADAL" clId="{B51E7FF5-A91D-4C30-8E29-95326D46E373}" dt="2021-10-21T15:34:44.126" v="620" actId="20577"/>
          <ac:spMkLst>
            <pc:docMk/>
            <pc:sldMk cId="4006062934" sldId="281"/>
            <ac:spMk id="7" creationId="{D25B4E51-7ED3-4A38-BAF1-245BB116279F}"/>
          </ac:spMkLst>
        </pc:spChg>
      </pc:sldChg>
      <pc:sldChg chg="modSp add mod">
        <pc:chgData name="James Franklin" userId="cf915d05-507f-491f-b4a6-b2aa085ee4b1" providerId="ADAL" clId="{B51E7FF5-A91D-4C30-8E29-95326D46E373}" dt="2021-10-22T08:27:44.555" v="1184" actId="20577"/>
        <pc:sldMkLst>
          <pc:docMk/>
          <pc:sldMk cId="3202473846" sldId="282"/>
        </pc:sldMkLst>
        <pc:spChg chg="mod">
          <ac:chgData name="James Franklin" userId="cf915d05-507f-491f-b4a6-b2aa085ee4b1" providerId="ADAL" clId="{B51E7FF5-A91D-4C30-8E29-95326D46E373}" dt="2021-10-22T08:27:44.555" v="1184" actId="20577"/>
          <ac:spMkLst>
            <pc:docMk/>
            <pc:sldMk cId="3202473846" sldId="282"/>
            <ac:spMk id="3" creationId="{C482B53D-C125-46FA-9284-AB7E51BAB56C}"/>
          </ac:spMkLst>
        </pc:spChg>
      </pc:sldChg>
      <pc:sldChg chg="del">
        <pc:chgData name="James Franklin" userId="cf915d05-507f-491f-b4a6-b2aa085ee4b1" providerId="ADAL" clId="{B51E7FF5-A91D-4C30-8E29-95326D46E373}" dt="2021-10-21T14:27:09.702" v="335" actId="47"/>
        <pc:sldMkLst>
          <pc:docMk/>
          <pc:sldMk cId="3688799548" sldId="282"/>
        </pc:sldMkLst>
      </pc:sldChg>
      <pc:sldChg chg="del">
        <pc:chgData name="James Franklin" userId="cf915d05-507f-491f-b4a6-b2aa085ee4b1" providerId="ADAL" clId="{B51E7FF5-A91D-4C30-8E29-95326D46E373}" dt="2021-10-21T14:27:09.702" v="335" actId="47"/>
        <pc:sldMkLst>
          <pc:docMk/>
          <pc:sldMk cId="1306920338" sldId="283"/>
        </pc:sldMkLst>
      </pc:sldChg>
      <pc:sldChg chg="modSp add mod">
        <pc:chgData name="James Franklin" userId="cf915d05-507f-491f-b4a6-b2aa085ee4b1" providerId="ADAL" clId="{B51E7FF5-A91D-4C30-8E29-95326D46E373}" dt="2021-10-22T08:28:15.896" v="1201" actId="20577"/>
        <pc:sldMkLst>
          <pc:docMk/>
          <pc:sldMk cId="896427666" sldId="284"/>
        </pc:sldMkLst>
        <pc:spChg chg="mod">
          <ac:chgData name="James Franklin" userId="cf915d05-507f-491f-b4a6-b2aa085ee4b1" providerId="ADAL" clId="{B51E7FF5-A91D-4C30-8E29-95326D46E373}" dt="2021-10-22T08:28:15.896" v="1201" actId="20577"/>
          <ac:spMkLst>
            <pc:docMk/>
            <pc:sldMk cId="896427666" sldId="284"/>
            <ac:spMk id="3" creationId="{C482B53D-C125-46FA-9284-AB7E51BAB56C}"/>
          </ac:spMkLst>
        </pc:spChg>
      </pc:sldChg>
      <pc:sldChg chg="del">
        <pc:chgData name="James Franklin" userId="cf915d05-507f-491f-b4a6-b2aa085ee4b1" providerId="ADAL" clId="{B51E7FF5-A91D-4C30-8E29-95326D46E373}" dt="2021-10-21T14:27:17.002" v="336" actId="47"/>
        <pc:sldMkLst>
          <pc:docMk/>
          <pc:sldMk cId="1018736198" sldId="285"/>
        </pc:sldMkLst>
      </pc:sldChg>
      <pc:sldChg chg="modSp add mod ord">
        <pc:chgData name="James Franklin" userId="cf915d05-507f-491f-b4a6-b2aa085ee4b1" providerId="ADAL" clId="{B51E7FF5-A91D-4C30-8E29-95326D46E373}" dt="2021-10-22T08:41:53.828" v="1411" actId="20577"/>
        <pc:sldMkLst>
          <pc:docMk/>
          <pc:sldMk cId="2521868830" sldId="285"/>
        </pc:sldMkLst>
        <pc:spChg chg="mod">
          <ac:chgData name="James Franklin" userId="cf915d05-507f-491f-b4a6-b2aa085ee4b1" providerId="ADAL" clId="{B51E7FF5-A91D-4C30-8E29-95326D46E373}" dt="2021-10-21T15:30:40.118" v="435" actId="20577"/>
          <ac:spMkLst>
            <pc:docMk/>
            <pc:sldMk cId="2521868830" sldId="285"/>
            <ac:spMk id="2" creationId="{13DE2564-EDFE-486B-9ED0-67BDAD061E6D}"/>
          </ac:spMkLst>
        </pc:spChg>
        <pc:spChg chg="mod">
          <ac:chgData name="James Franklin" userId="cf915d05-507f-491f-b4a6-b2aa085ee4b1" providerId="ADAL" clId="{B51E7FF5-A91D-4C30-8E29-95326D46E373}" dt="2021-10-22T08:41:53.828" v="1411" actId="20577"/>
          <ac:spMkLst>
            <pc:docMk/>
            <pc:sldMk cId="2521868830" sldId="285"/>
            <ac:spMk id="3" creationId="{C482B53D-C125-46FA-9284-AB7E51BAB56C}"/>
          </ac:spMkLst>
        </pc:spChg>
        <pc:spChg chg="mod">
          <ac:chgData name="James Franklin" userId="cf915d05-507f-491f-b4a6-b2aa085ee4b1" providerId="ADAL" clId="{B51E7FF5-A91D-4C30-8E29-95326D46E373}" dt="2021-10-21T15:35:28.998" v="665" actId="6549"/>
          <ac:spMkLst>
            <pc:docMk/>
            <pc:sldMk cId="2521868830" sldId="285"/>
            <ac:spMk id="6" creationId="{FC6AC16F-E18C-4D1F-AB6D-D09D853AF9C3}"/>
          </ac:spMkLst>
        </pc:spChg>
        <pc:spChg chg="mod">
          <ac:chgData name="James Franklin" userId="cf915d05-507f-491f-b4a6-b2aa085ee4b1" providerId="ADAL" clId="{B51E7FF5-A91D-4C30-8E29-95326D46E373}" dt="2021-10-21T15:35:58.679" v="711" actId="20577"/>
          <ac:spMkLst>
            <pc:docMk/>
            <pc:sldMk cId="2521868830" sldId="285"/>
            <ac:spMk id="7" creationId="{D25B4E51-7ED3-4A38-BAF1-245BB116279F}"/>
          </ac:spMkLst>
        </pc:spChg>
      </pc:sldChg>
      <pc:sldChg chg="modSp add mod ord">
        <pc:chgData name="James Franklin" userId="cf915d05-507f-491f-b4a6-b2aa085ee4b1" providerId="ADAL" clId="{B51E7FF5-A91D-4C30-8E29-95326D46E373}" dt="2021-10-22T08:40:46.178" v="1355" actId="20577"/>
        <pc:sldMkLst>
          <pc:docMk/>
          <pc:sldMk cId="910994562" sldId="286"/>
        </pc:sldMkLst>
        <pc:spChg chg="mod">
          <ac:chgData name="James Franklin" userId="cf915d05-507f-491f-b4a6-b2aa085ee4b1" providerId="ADAL" clId="{B51E7FF5-A91D-4C30-8E29-95326D46E373}" dt="2021-10-22T08:40:46.178" v="1355" actId="20577"/>
          <ac:spMkLst>
            <pc:docMk/>
            <pc:sldMk cId="910994562" sldId="286"/>
            <ac:spMk id="3" creationId="{6CC43675-E393-4D99-AE74-B9734242FF8E}"/>
          </ac:spMkLst>
        </pc:spChg>
      </pc:sldChg>
      <pc:sldChg chg="del">
        <pc:chgData name="James Franklin" userId="cf915d05-507f-491f-b4a6-b2aa085ee4b1" providerId="ADAL" clId="{B51E7FF5-A91D-4C30-8E29-95326D46E373}" dt="2021-10-21T14:27:17.002" v="336" actId="47"/>
        <pc:sldMkLst>
          <pc:docMk/>
          <pc:sldMk cId="1720558913" sldId="286"/>
        </pc:sldMkLst>
      </pc:sldChg>
      <pc:sldChg chg="modSp add mod">
        <pc:chgData name="James Franklin" userId="cf915d05-507f-491f-b4a6-b2aa085ee4b1" providerId="ADAL" clId="{B51E7FF5-A91D-4C30-8E29-95326D46E373}" dt="2021-10-22T08:26:24.452" v="1055" actId="20577"/>
        <pc:sldMkLst>
          <pc:docMk/>
          <pc:sldMk cId="590266152" sldId="287"/>
        </pc:sldMkLst>
        <pc:spChg chg="mod">
          <ac:chgData name="James Franklin" userId="cf915d05-507f-491f-b4a6-b2aa085ee4b1" providerId="ADAL" clId="{B51E7FF5-A91D-4C30-8E29-95326D46E373}" dt="2021-10-22T08:25:58.839" v="998" actId="20577"/>
          <ac:spMkLst>
            <pc:docMk/>
            <pc:sldMk cId="590266152" sldId="287"/>
            <ac:spMk id="2" creationId="{9A30CDBB-46E5-4695-B71F-AB2FBD94D02D}"/>
          </ac:spMkLst>
        </pc:spChg>
        <pc:spChg chg="mod">
          <ac:chgData name="James Franklin" userId="cf915d05-507f-491f-b4a6-b2aa085ee4b1" providerId="ADAL" clId="{B51E7FF5-A91D-4C30-8E29-95326D46E373}" dt="2021-10-22T08:26:24.452" v="1055" actId="20577"/>
          <ac:spMkLst>
            <pc:docMk/>
            <pc:sldMk cId="590266152" sldId="287"/>
            <ac:spMk id="5" creationId="{62D6ACA2-6554-4224-8A44-483926F22DBD}"/>
          </ac:spMkLst>
        </pc:spChg>
      </pc:sldChg>
      <pc:sldChg chg="del">
        <pc:chgData name="James Franklin" userId="cf915d05-507f-491f-b4a6-b2aa085ee4b1" providerId="ADAL" clId="{B51E7FF5-A91D-4C30-8E29-95326D46E373}" dt="2021-10-21T14:27:17.002" v="336" actId="47"/>
        <pc:sldMkLst>
          <pc:docMk/>
          <pc:sldMk cId="1799455535" sldId="287"/>
        </pc:sldMkLst>
      </pc:sldChg>
      <pc:sldChg chg="add del">
        <pc:chgData name="James Franklin" userId="cf915d05-507f-491f-b4a6-b2aa085ee4b1" providerId="ADAL" clId="{B51E7FF5-A91D-4C30-8E29-95326D46E373}" dt="2021-10-22T09:28:08.896" v="1770" actId="47"/>
        <pc:sldMkLst>
          <pc:docMk/>
          <pc:sldMk cId="2136741374" sldId="289"/>
        </pc:sldMkLst>
      </pc:sldChg>
      <pc:sldChg chg="modSp add mod ord">
        <pc:chgData name="James Franklin" userId="cf915d05-507f-491f-b4a6-b2aa085ee4b1" providerId="ADAL" clId="{B51E7FF5-A91D-4C30-8E29-95326D46E373}" dt="2021-10-22T08:24:15.189" v="907" actId="27107"/>
        <pc:sldMkLst>
          <pc:docMk/>
          <pc:sldMk cId="2746573061" sldId="290"/>
        </pc:sldMkLst>
        <pc:spChg chg="mod">
          <ac:chgData name="James Franklin" userId="cf915d05-507f-491f-b4a6-b2aa085ee4b1" providerId="ADAL" clId="{B51E7FF5-A91D-4C30-8E29-95326D46E373}" dt="2021-10-22T08:24:15.189" v="907" actId="27107"/>
          <ac:spMkLst>
            <pc:docMk/>
            <pc:sldMk cId="2746573061" sldId="290"/>
            <ac:spMk id="3" creationId="{16FCDC24-A8F7-4A05-8BA4-0B4F18D469F2}"/>
          </ac:spMkLst>
        </pc:spChg>
      </pc:sldChg>
      <pc:sldChg chg="addSp delSp modSp new del mod ord modClrScheme chgLayout">
        <pc:chgData name="James Franklin" userId="cf915d05-507f-491f-b4a6-b2aa085ee4b1" providerId="ADAL" clId="{B51E7FF5-A91D-4C30-8E29-95326D46E373}" dt="2021-10-22T08:19:17.999" v="721" actId="47"/>
        <pc:sldMkLst>
          <pc:docMk/>
          <pc:sldMk cId="1612248134" sldId="291"/>
        </pc:sldMkLst>
        <pc:spChg chg="del mod ord">
          <ac:chgData name="James Franklin" userId="cf915d05-507f-491f-b4a6-b2aa085ee4b1" providerId="ADAL" clId="{B51E7FF5-A91D-4C30-8E29-95326D46E373}" dt="2021-10-21T14:28:14.553" v="339" actId="700"/>
          <ac:spMkLst>
            <pc:docMk/>
            <pc:sldMk cId="1612248134" sldId="291"/>
            <ac:spMk id="2" creationId="{FFC1FE72-A01A-4720-8542-DD324CFEED70}"/>
          </ac:spMkLst>
        </pc:spChg>
        <pc:spChg chg="del mod ord">
          <ac:chgData name="James Franklin" userId="cf915d05-507f-491f-b4a6-b2aa085ee4b1" providerId="ADAL" clId="{B51E7FF5-A91D-4C30-8E29-95326D46E373}" dt="2021-10-21T14:28:14.553" v="339" actId="700"/>
          <ac:spMkLst>
            <pc:docMk/>
            <pc:sldMk cId="1612248134" sldId="291"/>
            <ac:spMk id="3" creationId="{87D9F04A-19C6-410C-B64B-920B37C7D12F}"/>
          </ac:spMkLst>
        </pc:spChg>
        <pc:spChg chg="add mod ord">
          <ac:chgData name="James Franklin" userId="cf915d05-507f-491f-b4a6-b2aa085ee4b1" providerId="ADAL" clId="{B51E7FF5-A91D-4C30-8E29-95326D46E373}" dt="2021-10-21T14:28:20.565" v="349" actId="20577"/>
          <ac:spMkLst>
            <pc:docMk/>
            <pc:sldMk cId="1612248134" sldId="291"/>
            <ac:spMk id="4" creationId="{FE094C5C-0BE7-498A-AC9C-0A59258C809A}"/>
          </ac:spMkLst>
        </pc:spChg>
        <pc:spChg chg="add mod ord">
          <ac:chgData name="James Franklin" userId="cf915d05-507f-491f-b4a6-b2aa085ee4b1" providerId="ADAL" clId="{B51E7FF5-A91D-4C30-8E29-95326D46E373}" dt="2021-10-21T14:28:14.553" v="339" actId="700"/>
          <ac:spMkLst>
            <pc:docMk/>
            <pc:sldMk cId="1612248134" sldId="291"/>
            <ac:spMk id="5" creationId="{68EE9344-F238-4A1E-938A-479D2F83D900}"/>
          </ac:spMkLst>
        </pc:spChg>
      </pc:sldChg>
      <pc:sldChg chg="modSp add mod">
        <pc:chgData name="James Franklin" userId="cf915d05-507f-491f-b4a6-b2aa085ee4b1" providerId="ADAL" clId="{B51E7FF5-A91D-4C30-8E29-95326D46E373}" dt="2021-10-22T10:33:07.560" v="3198" actId="20577"/>
        <pc:sldMkLst>
          <pc:docMk/>
          <pc:sldMk cId="1670158560" sldId="291"/>
        </pc:sldMkLst>
        <pc:spChg chg="mod">
          <ac:chgData name="James Franklin" userId="cf915d05-507f-491f-b4a6-b2aa085ee4b1" providerId="ADAL" clId="{B51E7FF5-A91D-4C30-8E29-95326D46E373}" dt="2021-10-22T10:33:07.560" v="3198" actId="20577"/>
          <ac:spMkLst>
            <pc:docMk/>
            <pc:sldMk cId="1670158560" sldId="291"/>
            <ac:spMk id="5" creationId="{00000000-0000-0000-0000-000000000000}"/>
          </ac:spMkLst>
        </pc:spChg>
      </pc:sldChg>
      <pc:sldChg chg="modSp add mod modClrScheme chgLayout">
        <pc:chgData name="James Franklin" userId="cf915d05-507f-491f-b4a6-b2aa085ee4b1" providerId="ADAL" clId="{B51E7FF5-A91D-4C30-8E29-95326D46E373}" dt="2021-10-22T10:47:58.431" v="3201" actId="207"/>
        <pc:sldMkLst>
          <pc:docMk/>
          <pc:sldMk cId="2434284805" sldId="292"/>
        </pc:sldMkLst>
        <pc:spChg chg="mod ord">
          <ac:chgData name="James Franklin" userId="cf915d05-507f-491f-b4a6-b2aa085ee4b1" providerId="ADAL" clId="{B51E7FF5-A91D-4C30-8E29-95326D46E373}" dt="2021-10-22T09:28:25.097" v="1773" actId="700"/>
          <ac:spMkLst>
            <pc:docMk/>
            <pc:sldMk cId="2434284805" sldId="292"/>
            <ac:spMk id="2" creationId="{FC41536D-4DC4-4010-8DBE-D29CD13DF885}"/>
          </ac:spMkLst>
        </pc:spChg>
        <pc:spChg chg="mod ord">
          <ac:chgData name="James Franklin" userId="cf915d05-507f-491f-b4a6-b2aa085ee4b1" providerId="ADAL" clId="{B51E7FF5-A91D-4C30-8E29-95326D46E373}" dt="2021-10-22T10:47:58.431" v="3201" actId="207"/>
          <ac:spMkLst>
            <pc:docMk/>
            <pc:sldMk cId="2434284805" sldId="292"/>
            <ac:spMk id="3" creationId="{DF351E72-DA1E-427D-BBF5-35F3677CA4F1}"/>
          </ac:spMkLst>
        </pc:spChg>
      </pc:sldChg>
      <pc:sldChg chg="modSp add del mod">
        <pc:chgData name="James Franklin" userId="cf915d05-507f-491f-b4a6-b2aa085ee4b1" providerId="ADAL" clId="{B51E7FF5-A91D-4C30-8E29-95326D46E373}" dt="2021-10-22T08:19:18.127" v="722" actId="47"/>
        <pc:sldMkLst>
          <pc:docMk/>
          <pc:sldMk cId="3026083699" sldId="292"/>
        </pc:sldMkLst>
        <pc:spChg chg="mod">
          <ac:chgData name="James Franklin" userId="cf915d05-507f-491f-b4a6-b2aa085ee4b1" providerId="ADAL" clId="{B51E7FF5-A91D-4C30-8E29-95326D46E373}" dt="2021-10-21T14:28:24.309" v="356" actId="20577"/>
          <ac:spMkLst>
            <pc:docMk/>
            <pc:sldMk cId="3026083699" sldId="292"/>
            <ac:spMk id="4" creationId="{FE094C5C-0BE7-498A-AC9C-0A59258C809A}"/>
          </ac:spMkLst>
        </pc:spChg>
      </pc:sldChg>
      <pc:sldChg chg="addSp delSp modSp new del mod modClrScheme chgLayout">
        <pc:chgData name="James Franklin" userId="cf915d05-507f-491f-b4a6-b2aa085ee4b1" providerId="ADAL" clId="{B51E7FF5-A91D-4C30-8E29-95326D46E373}" dt="2021-10-22T08:40:56.609" v="1356" actId="47"/>
        <pc:sldMkLst>
          <pc:docMk/>
          <pc:sldMk cId="4109984630" sldId="292"/>
        </pc:sldMkLst>
        <pc:spChg chg="del mod ord">
          <ac:chgData name="James Franklin" userId="cf915d05-507f-491f-b4a6-b2aa085ee4b1" providerId="ADAL" clId="{B51E7FF5-A91D-4C30-8E29-95326D46E373}" dt="2021-10-22T08:29:23.828" v="1206" actId="700"/>
          <ac:spMkLst>
            <pc:docMk/>
            <pc:sldMk cId="4109984630" sldId="292"/>
            <ac:spMk id="2" creationId="{BDDD5666-9AF8-4946-B16A-1687A33C9835}"/>
          </ac:spMkLst>
        </pc:spChg>
        <pc:spChg chg="del mod ord">
          <ac:chgData name="James Franklin" userId="cf915d05-507f-491f-b4a6-b2aa085ee4b1" providerId="ADAL" clId="{B51E7FF5-A91D-4C30-8E29-95326D46E373}" dt="2021-10-22T08:29:23.828" v="1206" actId="700"/>
          <ac:spMkLst>
            <pc:docMk/>
            <pc:sldMk cId="4109984630" sldId="292"/>
            <ac:spMk id="3" creationId="{7A86A011-EDEB-4C14-B903-6EB18B840FE1}"/>
          </ac:spMkLst>
        </pc:spChg>
        <pc:spChg chg="add mod ord">
          <ac:chgData name="James Franklin" userId="cf915d05-507f-491f-b4a6-b2aa085ee4b1" providerId="ADAL" clId="{B51E7FF5-A91D-4C30-8E29-95326D46E373}" dt="2021-10-22T08:29:30.383" v="1223" actId="20577"/>
          <ac:spMkLst>
            <pc:docMk/>
            <pc:sldMk cId="4109984630" sldId="292"/>
            <ac:spMk id="4" creationId="{7517FD81-438B-439D-9750-0905DCFA4E05}"/>
          </ac:spMkLst>
        </pc:spChg>
        <pc:spChg chg="add mod ord">
          <ac:chgData name="James Franklin" userId="cf915d05-507f-491f-b4a6-b2aa085ee4b1" providerId="ADAL" clId="{B51E7FF5-A91D-4C30-8E29-95326D46E373}" dt="2021-10-22T08:30:59.750" v="1348" actId="20577"/>
          <ac:spMkLst>
            <pc:docMk/>
            <pc:sldMk cId="4109984630" sldId="292"/>
            <ac:spMk id="5" creationId="{E980E740-ECDA-4E79-8FFE-D15D4238A52B}"/>
          </ac:spMkLst>
        </pc:spChg>
      </pc:sldChg>
      <pc:sldChg chg="addSp modSp new mod ord setBg">
        <pc:chgData name="James Franklin" userId="cf915d05-507f-491f-b4a6-b2aa085ee4b1" providerId="ADAL" clId="{B51E7FF5-A91D-4C30-8E29-95326D46E373}" dt="2021-10-22T09:56:31.514" v="2497" actId="20577"/>
        <pc:sldMkLst>
          <pc:docMk/>
          <pc:sldMk cId="4196348918" sldId="293"/>
        </pc:sldMkLst>
        <pc:spChg chg="mod">
          <ac:chgData name="James Franklin" userId="cf915d05-507f-491f-b4a6-b2aa085ee4b1" providerId="ADAL" clId="{B51E7FF5-A91D-4C30-8E29-95326D46E373}" dt="2021-10-22T09:47:03.121" v="2205" actId="207"/>
          <ac:spMkLst>
            <pc:docMk/>
            <pc:sldMk cId="4196348918" sldId="293"/>
            <ac:spMk id="2" creationId="{D7A1BE83-24CC-4587-9D72-F823DA712A50}"/>
          </ac:spMkLst>
        </pc:spChg>
        <pc:spChg chg="mod">
          <ac:chgData name="James Franklin" userId="cf915d05-507f-491f-b4a6-b2aa085ee4b1" providerId="ADAL" clId="{B51E7FF5-A91D-4C30-8E29-95326D46E373}" dt="2021-10-22T09:56:31.514" v="2497" actId="20577"/>
          <ac:spMkLst>
            <pc:docMk/>
            <pc:sldMk cId="4196348918" sldId="293"/>
            <ac:spMk id="3" creationId="{D760630D-1C26-4A62-8D57-93336FD84072}"/>
          </ac:spMkLst>
        </pc:spChg>
        <pc:picChg chg="add mod">
          <ac:chgData name="James Franklin" userId="cf915d05-507f-491f-b4a6-b2aa085ee4b1" providerId="ADAL" clId="{B51E7FF5-A91D-4C30-8E29-95326D46E373}" dt="2021-10-22T09:46:27.171" v="2197" actId="1076"/>
          <ac:picMkLst>
            <pc:docMk/>
            <pc:sldMk cId="4196348918" sldId="293"/>
            <ac:picMk id="5" creationId="{51054AE5-FAD7-423A-A032-68F4C7DF96F4}"/>
          </ac:picMkLst>
        </pc:picChg>
        <pc:picChg chg="add mod">
          <ac:chgData name="James Franklin" userId="cf915d05-507f-491f-b4a6-b2aa085ee4b1" providerId="ADAL" clId="{B51E7FF5-A91D-4C30-8E29-95326D46E373}" dt="2021-10-22T09:47:20.016" v="2207" actId="732"/>
          <ac:picMkLst>
            <pc:docMk/>
            <pc:sldMk cId="4196348918" sldId="293"/>
            <ac:picMk id="1026" creationId="{EF7615FD-0313-4813-A500-5A54ECFE6BEB}"/>
          </ac:picMkLst>
        </pc:picChg>
      </pc:sldChg>
      <pc:sldChg chg="addSp modSp add mod modClrScheme chgLayout">
        <pc:chgData name="James Franklin" userId="cf915d05-507f-491f-b4a6-b2aa085ee4b1" providerId="ADAL" clId="{B51E7FF5-A91D-4C30-8E29-95326D46E373}" dt="2021-10-27T10:59:01.043" v="3224" actId="207"/>
        <pc:sldMkLst>
          <pc:docMk/>
          <pc:sldMk cId="1851004453" sldId="294"/>
        </pc:sldMkLst>
        <pc:spChg chg="mod ord">
          <ac:chgData name="James Franklin" userId="cf915d05-507f-491f-b4a6-b2aa085ee4b1" providerId="ADAL" clId="{B51E7FF5-A91D-4C30-8E29-95326D46E373}" dt="2021-10-27T10:58:29.178" v="3220" actId="700"/>
          <ac:spMkLst>
            <pc:docMk/>
            <pc:sldMk cId="1851004453" sldId="294"/>
            <ac:spMk id="2" creationId="{D7A1BE83-24CC-4587-9D72-F823DA712A50}"/>
          </ac:spMkLst>
        </pc:spChg>
        <pc:spChg chg="mod ord">
          <ac:chgData name="James Franklin" userId="cf915d05-507f-491f-b4a6-b2aa085ee4b1" providerId="ADAL" clId="{B51E7FF5-A91D-4C30-8E29-95326D46E373}" dt="2021-10-27T10:59:01.043" v="3224" actId="207"/>
          <ac:spMkLst>
            <pc:docMk/>
            <pc:sldMk cId="1851004453" sldId="294"/>
            <ac:spMk id="3" creationId="{D760630D-1C26-4A62-8D57-93336FD84072}"/>
          </ac:spMkLst>
        </pc:spChg>
        <pc:spChg chg="add mod">
          <ac:chgData name="James Franklin" userId="cf915d05-507f-491f-b4a6-b2aa085ee4b1" providerId="ADAL" clId="{B51E7FF5-A91D-4C30-8E29-95326D46E373}" dt="2021-10-22T10:00:22.519" v="3157" actId="1076"/>
          <ac:spMkLst>
            <pc:docMk/>
            <pc:sldMk cId="1851004453" sldId="294"/>
            <ac:spMk id="4" creationId="{AE847DB2-1391-410B-AF41-21A4EE787FA1}"/>
          </ac:spMkLst>
        </pc:spChg>
      </pc:sldChg>
    </pc:docChg>
  </pc:docChgLst>
  <pc:docChgLst>
    <pc:chgData name="James Franklin" userId="cf915d05-507f-491f-b4a6-b2aa085ee4b1" providerId="ADAL" clId="{D696960C-2433-48C6-8F60-BA9DF7849ACA}"/>
    <pc:docChg chg="undo redo custSel addSld delSld modSld sldOrd">
      <pc:chgData name="James Franklin" userId="cf915d05-507f-491f-b4a6-b2aa085ee4b1" providerId="ADAL" clId="{D696960C-2433-48C6-8F60-BA9DF7849ACA}" dt="2020-04-28T10:19:52.352" v="3989" actId="6549"/>
      <pc:docMkLst>
        <pc:docMk/>
      </pc:docMkLst>
      <pc:sldChg chg="addSp modSp">
        <pc:chgData name="James Franklin" userId="cf915d05-507f-491f-b4a6-b2aa085ee4b1" providerId="ADAL" clId="{D696960C-2433-48C6-8F60-BA9DF7849ACA}" dt="2020-04-22T14:30:00.749" v="1510" actId="20577"/>
        <pc:sldMkLst>
          <pc:docMk/>
          <pc:sldMk cId="358128972" sldId="261"/>
        </pc:sldMkLst>
        <pc:spChg chg="mod">
          <ac:chgData name="James Franklin" userId="cf915d05-507f-491f-b4a6-b2aa085ee4b1" providerId="ADAL" clId="{D696960C-2433-48C6-8F60-BA9DF7849ACA}" dt="2020-04-22T14:30:00.749" v="1510" actId="20577"/>
          <ac:spMkLst>
            <pc:docMk/>
            <pc:sldMk cId="358128972" sldId="261"/>
            <ac:spMk id="4" creationId="{00000000-0000-0000-0000-000000000000}"/>
          </ac:spMkLst>
        </pc:spChg>
        <pc:spChg chg="add mod">
          <ac:chgData name="James Franklin" userId="cf915d05-507f-491f-b4a6-b2aa085ee4b1" providerId="ADAL" clId="{D696960C-2433-48C6-8F60-BA9DF7849ACA}" dt="2020-04-22T13:59:56.403" v="246" actId="1076"/>
          <ac:spMkLst>
            <pc:docMk/>
            <pc:sldMk cId="358128972" sldId="261"/>
            <ac:spMk id="6" creationId="{67577D8A-ECC6-416D-A3F7-845F02F14D12}"/>
          </ac:spMkLst>
        </pc:spChg>
        <pc:graphicFrameChg chg="add mod modGraphic">
          <ac:chgData name="James Franklin" userId="cf915d05-507f-491f-b4a6-b2aa085ee4b1" providerId="ADAL" clId="{D696960C-2433-48C6-8F60-BA9DF7849ACA}" dt="2020-04-22T14:12:20.531" v="915" actId="2165"/>
          <ac:graphicFrameMkLst>
            <pc:docMk/>
            <pc:sldMk cId="358128972" sldId="261"/>
            <ac:graphicFrameMk id="2" creationId="{38E1965C-3CE4-4C7E-9CCB-168B7CFE6644}"/>
          </ac:graphicFrameMkLst>
        </pc:graphicFrameChg>
        <pc:cxnChg chg="add mod">
          <ac:chgData name="James Franklin" userId="cf915d05-507f-491f-b4a6-b2aa085ee4b1" providerId="ADAL" clId="{D696960C-2433-48C6-8F60-BA9DF7849ACA}" dt="2020-04-22T13:59:51.570" v="245" actId="1076"/>
          <ac:cxnSpMkLst>
            <pc:docMk/>
            <pc:sldMk cId="358128972" sldId="261"/>
            <ac:cxnSpMk id="8" creationId="{080CEA5C-6691-4BF2-8790-DACA766BADD5}"/>
          </ac:cxnSpMkLst>
        </pc:cxnChg>
      </pc:sldChg>
      <pc:sldChg chg="del">
        <pc:chgData name="James Franklin" userId="cf915d05-507f-491f-b4a6-b2aa085ee4b1" providerId="ADAL" clId="{D696960C-2433-48C6-8F60-BA9DF7849ACA}" dt="2020-04-22T14:52:23.378" v="1869" actId="47"/>
        <pc:sldMkLst>
          <pc:docMk/>
          <pc:sldMk cId="3988855411" sldId="262"/>
        </pc:sldMkLst>
      </pc:sldChg>
      <pc:sldChg chg="modSp ord">
        <pc:chgData name="James Franklin" userId="cf915d05-507f-491f-b4a6-b2aa085ee4b1" providerId="ADAL" clId="{D696960C-2433-48C6-8F60-BA9DF7849ACA}" dt="2020-04-28T09:40:27.628" v="3906"/>
        <pc:sldMkLst>
          <pc:docMk/>
          <pc:sldMk cId="2216672591" sldId="263"/>
        </pc:sldMkLst>
        <pc:spChg chg="mod">
          <ac:chgData name="James Franklin" userId="cf915d05-507f-491f-b4a6-b2aa085ee4b1" providerId="ADAL" clId="{D696960C-2433-48C6-8F60-BA9DF7849ACA}" dt="2020-04-28T09:40:27.628" v="3906"/>
          <ac:spMkLst>
            <pc:docMk/>
            <pc:sldMk cId="2216672591" sldId="263"/>
            <ac:spMk id="3" creationId="{00000000-0000-0000-0000-000000000000}"/>
          </ac:spMkLst>
        </pc:spChg>
      </pc:sldChg>
      <pc:sldChg chg="modSp ord">
        <pc:chgData name="James Franklin" userId="cf915d05-507f-491f-b4a6-b2aa085ee4b1" providerId="ADAL" clId="{D696960C-2433-48C6-8F60-BA9DF7849ACA}" dt="2020-04-28T10:19:52.352" v="3989" actId="6549"/>
        <pc:sldMkLst>
          <pc:docMk/>
          <pc:sldMk cId="1936246660" sldId="264"/>
        </pc:sldMkLst>
        <pc:spChg chg="mod">
          <ac:chgData name="James Franklin" userId="cf915d05-507f-491f-b4a6-b2aa085ee4b1" providerId="ADAL" clId="{D696960C-2433-48C6-8F60-BA9DF7849ACA}" dt="2020-04-28T10:19:52.352" v="3989" actId="6549"/>
          <ac:spMkLst>
            <pc:docMk/>
            <pc:sldMk cId="1936246660" sldId="264"/>
            <ac:spMk id="3" creationId="{00000000-0000-0000-0000-000000000000}"/>
          </ac:spMkLst>
        </pc:spChg>
      </pc:sldChg>
      <pc:sldChg chg="modSp ord">
        <pc:chgData name="James Franklin" userId="cf915d05-507f-491f-b4a6-b2aa085ee4b1" providerId="ADAL" clId="{D696960C-2433-48C6-8F60-BA9DF7849ACA}" dt="2020-04-22T16:47:18.298" v="3848"/>
        <pc:sldMkLst>
          <pc:docMk/>
          <pc:sldMk cId="3666510403" sldId="265"/>
        </pc:sldMkLst>
        <pc:spChg chg="mod">
          <ac:chgData name="James Franklin" userId="cf915d05-507f-491f-b4a6-b2aa085ee4b1" providerId="ADAL" clId="{D696960C-2433-48C6-8F60-BA9DF7849ACA}" dt="2020-04-22T15:26:20.211" v="2490" actId="113"/>
          <ac:spMkLst>
            <pc:docMk/>
            <pc:sldMk cId="3666510403" sldId="265"/>
            <ac:spMk id="5" creationId="{00000000-0000-0000-0000-000000000000}"/>
          </ac:spMkLst>
        </pc:spChg>
      </pc:sldChg>
      <pc:sldChg chg="modSp ord">
        <pc:chgData name="James Franklin" userId="cf915d05-507f-491f-b4a6-b2aa085ee4b1" providerId="ADAL" clId="{D696960C-2433-48C6-8F60-BA9DF7849ACA}" dt="2020-04-22T14:59:13.059" v="1929" actId="20577"/>
        <pc:sldMkLst>
          <pc:docMk/>
          <pc:sldMk cId="854542281" sldId="266"/>
        </pc:sldMkLst>
        <pc:spChg chg="mod">
          <ac:chgData name="James Franklin" userId="cf915d05-507f-491f-b4a6-b2aa085ee4b1" providerId="ADAL" clId="{D696960C-2433-48C6-8F60-BA9DF7849ACA}" dt="2020-04-22T14:59:13.059" v="1929" actId="20577"/>
          <ac:spMkLst>
            <pc:docMk/>
            <pc:sldMk cId="854542281" sldId="266"/>
            <ac:spMk id="4" creationId="{00000000-0000-0000-0000-000000000000}"/>
          </ac:spMkLst>
        </pc:spChg>
      </pc:sldChg>
      <pc:sldChg chg="addSp modSp">
        <pc:chgData name="James Franklin" userId="cf915d05-507f-491f-b4a6-b2aa085ee4b1" providerId="ADAL" clId="{D696960C-2433-48C6-8F60-BA9DF7849ACA}" dt="2020-04-22T17:13:53.225" v="3867" actId="20577"/>
        <pc:sldMkLst>
          <pc:docMk/>
          <pc:sldMk cId="2369523543" sldId="268"/>
        </pc:sldMkLst>
        <pc:spChg chg="mod">
          <ac:chgData name="James Franklin" userId="cf915d05-507f-491f-b4a6-b2aa085ee4b1" providerId="ADAL" clId="{D696960C-2433-48C6-8F60-BA9DF7849ACA}" dt="2020-04-22T17:13:53.225" v="3867" actId="20577"/>
          <ac:spMkLst>
            <pc:docMk/>
            <pc:sldMk cId="2369523543" sldId="268"/>
            <ac:spMk id="3" creationId="{00000000-0000-0000-0000-000000000000}"/>
          </ac:spMkLst>
        </pc:spChg>
        <pc:picChg chg="add mod">
          <ac:chgData name="James Franklin" userId="cf915d05-507f-491f-b4a6-b2aa085ee4b1" providerId="ADAL" clId="{D696960C-2433-48C6-8F60-BA9DF7849ACA}" dt="2020-04-22T17:12:55.812" v="3853" actId="1076"/>
          <ac:picMkLst>
            <pc:docMk/>
            <pc:sldMk cId="2369523543" sldId="268"/>
            <ac:picMk id="4" creationId="{853A581B-C56F-45C1-8D0F-E8900DD528E0}"/>
          </ac:picMkLst>
        </pc:picChg>
        <pc:picChg chg="add mod">
          <ac:chgData name="James Franklin" userId="cf915d05-507f-491f-b4a6-b2aa085ee4b1" providerId="ADAL" clId="{D696960C-2433-48C6-8F60-BA9DF7849ACA}" dt="2020-04-22T17:13:49.839" v="3866" actId="167"/>
          <ac:picMkLst>
            <pc:docMk/>
            <pc:sldMk cId="2369523543" sldId="268"/>
            <ac:picMk id="3074" creationId="{A946DD0F-2594-4154-BD39-6AD3796E0BFC}"/>
          </ac:picMkLst>
        </pc:picChg>
      </pc:sldChg>
      <pc:sldChg chg="modSp">
        <pc:chgData name="James Franklin" userId="cf915d05-507f-491f-b4a6-b2aa085ee4b1" providerId="ADAL" clId="{D696960C-2433-48C6-8F60-BA9DF7849ACA}" dt="2020-04-22T15:26:06.824" v="2454" actId="113"/>
        <pc:sldMkLst>
          <pc:docMk/>
          <pc:sldMk cId="2077694302" sldId="269"/>
        </pc:sldMkLst>
        <pc:spChg chg="mod">
          <ac:chgData name="James Franklin" userId="cf915d05-507f-491f-b4a6-b2aa085ee4b1" providerId="ADAL" clId="{D696960C-2433-48C6-8F60-BA9DF7849ACA}" dt="2020-04-22T15:26:06.824" v="2454" actId="113"/>
          <ac:spMkLst>
            <pc:docMk/>
            <pc:sldMk cId="2077694302" sldId="269"/>
            <ac:spMk id="5" creationId="{00000000-0000-0000-0000-000000000000}"/>
          </ac:spMkLst>
        </pc:spChg>
      </pc:sldChg>
      <pc:sldChg chg="addSp modSp">
        <pc:chgData name="James Franklin" userId="cf915d05-507f-491f-b4a6-b2aa085ee4b1" providerId="ADAL" clId="{D696960C-2433-48C6-8F60-BA9DF7849ACA}" dt="2020-04-22T15:19:21.785" v="2306" actId="1076"/>
        <pc:sldMkLst>
          <pc:docMk/>
          <pc:sldMk cId="2154036885" sldId="270"/>
        </pc:sldMkLst>
        <pc:spChg chg="add mod">
          <ac:chgData name="James Franklin" userId="cf915d05-507f-491f-b4a6-b2aa085ee4b1" providerId="ADAL" clId="{D696960C-2433-48C6-8F60-BA9DF7849ACA}" dt="2020-04-22T15:19:21.785" v="2306" actId="1076"/>
          <ac:spMkLst>
            <pc:docMk/>
            <pc:sldMk cId="2154036885" sldId="270"/>
            <ac:spMk id="4" creationId="{5CE7A815-A663-4C4A-B998-22A6921BE772}"/>
          </ac:spMkLst>
        </pc:spChg>
        <pc:spChg chg="add mod">
          <ac:chgData name="James Franklin" userId="cf915d05-507f-491f-b4a6-b2aa085ee4b1" providerId="ADAL" clId="{D696960C-2433-48C6-8F60-BA9DF7849ACA}" dt="2020-04-22T15:18:54.227" v="2303" actId="207"/>
          <ac:spMkLst>
            <pc:docMk/>
            <pc:sldMk cId="2154036885" sldId="270"/>
            <ac:spMk id="5" creationId="{BE99383A-42CE-4EEB-9461-1F3F00278B20}"/>
          </ac:spMkLst>
        </pc:spChg>
      </pc:sldChg>
      <pc:sldChg chg="modSp">
        <pc:chgData name="James Franklin" userId="cf915d05-507f-491f-b4a6-b2aa085ee4b1" providerId="ADAL" clId="{D696960C-2433-48C6-8F60-BA9DF7849ACA}" dt="2020-04-22T15:24:39.858" v="2404" actId="6549"/>
        <pc:sldMkLst>
          <pc:docMk/>
          <pc:sldMk cId="345748857" sldId="271"/>
        </pc:sldMkLst>
        <pc:spChg chg="mod">
          <ac:chgData name="James Franklin" userId="cf915d05-507f-491f-b4a6-b2aa085ee4b1" providerId="ADAL" clId="{D696960C-2433-48C6-8F60-BA9DF7849ACA}" dt="2020-04-22T15:24:39.858" v="2404" actId="6549"/>
          <ac:spMkLst>
            <pc:docMk/>
            <pc:sldMk cId="345748857" sldId="271"/>
            <ac:spMk id="3" creationId="{00000000-0000-0000-0000-000000000000}"/>
          </ac:spMkLst>
        </pc:spChg>
      </pc:sldChg>
      <pc:sldChg chg="modSp">
        <pc:chgData name="James Franklin" userId="cf915d05-507f-491f-b4a6-b2aa085ee4b1" providerId="ADAL" clId="{D696960C-2433-48C6-8F60-BA9DF7849ACA}" dt="2020-04-22T15:25:52.017" v="2418" actId="113"/>
        <pc:sldMkLst>
          <pc:docMk/>
          <pc:sldMk cId="2736878861" sldId="272"/>
        </pc:sldMkLst>
        <pc:spChg chg="mod">
          <ac:chgData name="James Franklin" userId="cf915d05-507f-491f-b4a6-b2aa085ee4b1" providerId="ADAL" clId="{D696960C-2433-48C6-8F60-BA9DF7849ACA}" dt="2020-04-22T15:25:52.017" v="2418" actId="113"/>
          <ac:spMkLst>
            <pc:docMk/>
            <pc:sldMk cId="2736878861" sldId="272"/>
            <ac:spMk id="5" creationId="{00000000-0000-0000-0000-000000000000}"/>
          </ac:spMkLst>
        </pc:spChg>
      </pc:sldChg>
      <pc:sldChg chg="del">
        <pc:chgData name="James Franklin" userId="cf915d05-507f-491f-b4a6-b2aa085ee4b1" providerId="ADAL" clId="{D696960C-2433-48C6-8F60-BA9DF7849ACA}" dt="2020-04-22T14:59:19.929" v="1930" actId="47"/>
        <pc:sldMkLst>
          <pc:docMk/>
          <pc:sldMk cId="1807920624" sldId="273"/>
        </pc:sldMkLst>
      </pc:sldChg>
      <pc:sldChg chg="addSp modSp">
        <pc:chgData name="James Franklin" userId="cf915d05-507f-491f-b4a6-b2aa085ee4b1" providerId="ADAL" clId="{D696960C-2433-48C6-8F60-BA9DF7849ACA}" dt="2020-04-22T16:33:12.755" v="3842" actId="20577"/>
        <pc:sldMkLst>
          <pc:docMk/>
          <pc:sldMk cId="1676653193" sldId="274"/>
        </pc:sldMkLst>
        <pc:spChg chg="mod">
          <ac:chgData name="James Franklin" userId="cf915d05-507f-491f-b4a6-b2aa085ee4b1" providerId="ADAL" clId="{D696960C-2433-48C6-8F60-BA9DF7849ACA}" dt="2020-04-22T16:33:12.755" v="3842" actId="20577"/>
          <ac:spMkLst>
            <pc:docMk/>
            <pc:sldMk cId="1676653193" sldId="274"/>
            <ac:spMk id="3" creationId="{A9E230B3-0AD0-4403-B850-7DF10007D41B}"/>
          </ac:spMkLst>
        </pc:spChg>
        <pc:picChg chg="add mod">
          <ac:chgData name="James Franklin" userId="cf915d05-507f-491f-b4a6-b2aa085ee4b1" providerId="ADAL" clId="{D696960C-2433-48C6-8F60-BA9DF7849ACA}" dt="2020-04-22T16:18:33.122" v="3481" actId="1076"/>
          <ac:picMkLst>
            <pc:docMk/>
            <pc:sldMk cId="1676653193" sldId="274"/>
            <ac:picMk id="4" creationId="{891C27BA-B7D7-4D88-A760-FBF43B26A5AC}"/>
          </ac:picMkLst>
        </pc:picChg>
        <pc:picChg chg="add mod">
          <ac:chgData name="James Franklin" userId="cf915d05-507f-491f-b4a6-b2aa085ee4b1" providerId="ADAL" clId="{D696960C-2433-48C6-8F60-BA9DF7849ACA}" dt="2020-04-22T16:19:43.721" v="3493" actId="14100"/>
          <ac:picMkLst>
            <pc:docMk/>
            <pc:sldMk cId="1676653193" sldId="274"/>
            <ac:picMk id="2050" creationId="{F533009B-B837-4AF0-873A-FD75D1CF8C09}"/>
          </ac:picMkLst>
        </pc:picChg>
      </pc:sldChg>
      <pc:sldChg chg="modSp">
        <pc:chgData name="James Franklin" userId="cf915d05-507f-491f-b4a6-b2aa085ee4b1" providerId="ADAL" clId="{D696960C-2433-48C6-8F60-BA9DF7849ACA}" dt="2020-04-22T16:33:08.413" v="3840" actId="20577"/>
        <pc:sldMkLst>
          <pc:docMk/>
          <pc:sldMk cId="3276597718" sldId="275"/>
        </pc:sldMkLst>
        <pc:spChg chg="mod">
          <ac:chgData name="James Franklin" userId="cf915d05-507f-491f-b4a6-b2aa085ee4b1" providerId="ADAL" clId="{D696960C-2433-48C6-8F60-BA9DF7849ACA}" dt="2020-04-22T16:20:00.753" v="3500" actId="20577"/>
          <ac:spMkLst>
            <pc:docMk/>
            <pc:sldMk cId="3276597718" sldId="275"/>
            <ac:spMk id="2" creationId="{F3BBD88F-BEB4-44F4-B32F-81BF3E2D709E}"/>
          </ac:spMkLst>
        </pc:spChg>
        <pc:spChg chg="mod">
          <ac:chgData name="James Franklin" userId="cf915d05-507f-491f-b4a6-b2aa085ee4b1" providerId="ADAL" clId="{D696960C-2433-48C6-8F60-BA9DF7849ACA}" dt="2020-04-22T16:33:08.413" v="3840" actId="20577"/>
          <ac:spMkLst>
            <pc:docMk/>
            <pc:sldMk cId="3276597718" sldId="275"/>
            <ac:spMk id="3" creationId="{5C73AF70-8937-4463-A864-AC88BD273E3F}"/>
          </ac:spMkLst>
        </pc:spChg>
      </pc:sldChg>
      <pc:sldChg chg="addSp delSp modSp">
        <pc:chgData name="James Franklin" userId="cf915d05-507f-491f-b4a6-b2aa085ee4b1" providerId="ADAL" clId="{D696960C-2433-48C6-8F60-BA9DF7849ACA}" dt="2020-04-22T15:47:57.431" v="2986"/>
        <pc:sldMkLst>
          <pc:docMk/>
          <pc:sldMk cId="157753427" sldId="276"/>
        </pc:sldMkLst>
        <pc:spChg chg="mod">
          <ac:chgData name="James Franklin" userId="cf915d05-507f-491f-b4a6-b2aa085ee4b1" providerId="ADAL" clId="{D696960C-2433-48C6-8F60-BA9DF7849ACA}" dt="2020-04-22T15:47:57.431" v="2986"/>
          <ac:spMkLst>
            <pc:docMk/>
            <pc:sldMk cId="157753427" sldId="276"/>
            <ac:spMk id="3" creationId="{F77BEDA9-251E-4F03-AA28-AAE9D3D86241}"/>
          </ac:spMkLst>
        </pc:spChg>
        <pc:spChg chg="add del">
          <ac:chgData name="James Franklin" userId="cf915d05-507f-491f-b4a6-b2aa085ee4b1" providerId="ADAL" clId="{D696960C-2433-48C6-8F60-BA9DF7849ACA}" dt="2020-04-22T15:47:36.610" v="2979"/>
          <ac:spMkLst>
            <pc:docMk/>
            <pc:sldMk cId="157753427" sldId="276"/>
            <ac:spMk id="4" creationId="{AAB508C8-AA5D-4F68-8567-055E40F8A830}"/>
          </ac:spMkLst>
        </pc:spChg>
      </pc:sldChg>
      <pc:sldChg chg="delSp del">
        <pc:chgData name="James Franklin" userId="cf915d05-507f-491f-b4a6-b2aa085ee4b1" providerId="ADAL" clId="{D696960C-2433-48C6-8F60-BA9DF7849ACA}" dt="2020-04-22T15:45:02.431" v="2939" actId="47"/>
        <pc:sldMkLst>
          <pc:docMk/>
          <pc:sldMk cId="2483446756" sldId="277"/>
        </pc:sldMkLst>
        <pc:spChg chg="del">
          <ac:chgData name="James Franklin" userId="cf915d05-507f-491f-b4a6-b2aa085ee4b1" providerId="ADAL" clId="{D696960C-2433-48C6-8F60-BA9DF7849ACA}" dt="2020-04-22T15:44:59.342" v="2937" actId="21"/>
          <ac:spMkLst>
            <pc:docMk/>
            <pc:sldMk cId="2483446756" sldId="277"/>
            <ac:spMk id="4" creationId="{2AD0B471-B813-4F9C-A46A-EAA5D3C5765B}"/>
          </ac:spMkLst>
        </pc:spChg>
      </pc:sldChg>
      <pc:sldChg chg="add del">
        <pc:chgData name="James Franklin" userId="cf915d05-507f-491f-b4a6-b2aa085ee4b1" providerId="ADAL" clId="{D696960C-2433-48C6-8F60-BA9DF7849ACA}" dt="2020-04-22T14:16:45.300" v="1407" actId="47"/>
        <pc:sldMkLst>
          <pc:docMk/>
          <pc:sldMk cId="235051702" sldId="278"/>
        </pc:sldMkLst>
      </pc:sldChg>
      <pc:sldChg chg="modSp add">
        <pc:chgData name="James Franklin" userId="cf915d05-507f-491f-b4a6-b2aa085ee4b1" providerId="ADAL" clId="{D696960C-2433-48C6-8F60-BA9DF7849ACA}" dt="2020-04-22T14:30:08.588" v="1516" actId="20577"/>
        <pc:sldMkLst>
          <pc:docMk/>
          <pc:sldMk cId="32029978" sldId="279"/>
        </pc:sldMkLst>
        <pc:spChg chg="mod">
          <ac:chgData name="James Franklin" userId="cf915d05-507f-491f-b4a6-b2aa085ee4b1" providerId="ADAL" clId="{D696960C-2433-48C6-8F60-BA9DF7849ACA}" dt="2020-04-22T14:30:08.588" v="1516" actId="20577"/>
          <ac:spMkLst>
            <pc:docMk/>
            <pc:sldMk cId="32029978" sldId="279"/>
            <ac:spMk id="4" creationId="{00000000-0000-0000-0000-000000000000}"/>
          </ac:spMkLst>
        </pc:spChg>
        <pc:graphicFrameChg chg="mod modGraphic">
          <ac:chgData name="James Franklin" userId="cf915d05-507f-491f-b4a6-b2aa085ee4b1" providerId="ADAL" clId="{D696960C-2433-48C6-8F60-BA9DF7849ACA}" dt="2020-04-22T14:12:16.103" v="914" actId="2165"/>
          <ac:graphicFrameMkLst>
            <pc:docMk/>
            <pc:sldMk cId="32029978" sldId="279"/>
            <ac:graphicFrameMk id="2" creationId="{38E1965C-3CE4-4C7E-9CCB-168B7CFE6644}"/>
          </ac:graphicFrameMkLst>
        </pc:graphicFrameChg>
      </pc:sldChg>
      <pc:sldChg chg="addSp modSp add">
        <pc:chgData name="James Franklin" userId="cf915d05-507f-491f-b4a6-b2aa085ee4b1" providerId="ADAL" clId="{D696960C-2433-48C6-8F60-BA9DF7849ACA}" dt="2020-04-22T14:30:18.156" v="1522" actId="20577"/>
        <pc:sldMkLst>
          <pc:docMk/>
          <pc:sldMk cId="166779371" sldId="280"/>
        </pc:sldMkLst>
        <pc:spChg chg="mod">
          <ac:chgData name="James Franklin" userId="cf915d05-507f-491f-b4a6-b2aa085ee4b1" providerId="ADAL" clId="{D696960C-2433-48C6-8F60-BA9DF7849ACA}" dt="2020-04-22T14:30:18.156" v="1522" actId="20577"/>
          <ac:spMkLst>
            <pc:docMk/>
            <pc:sldMk cId="166779371" sldId="280"/>
            <ac:spMk id="4" creationId="{00000000-0000-0000-0000-000000000000}"/>
          </ac:spMkLst>
        </pc:spChg>
        <pc:spChg chg="add">
          <ac:chgData name="James Franklin" userId="cf915d05-507f-491f-b4a6-b2aa085ee4b1" providerId="ADAL" clId="{D696960C-2433-48C6-8F60-BA9DF7849ACA}" dt="2020-04-22T14:13:13.898" v="928"/>
          <ac:spMkLst>
            <pc:docMk/>
            <pc:sldMk cId="166779371" sldId="280"/>
            <ac:spMk id="7" creationId="{A903C7F1-F681-4D0F-B8C3-D3153D50B438}"/>
          </ac:spMkLst>
        </pc:spChg>
        <pc:graphicFrameChg chg="mod modGraphic">
          <ac:chgData name="James Franklin" userId="cf915d05-507f-491f-b4a6-b2aa085ee4b1" providerId="ADAL" clId="{D696960C-2433-48C6-8F60-BA9DF7849ACA}" dt="2020-04-22T14:12:55.683" v="927" actId="20577"/>
          <ac:graphicFrameMkLst>
            <pc:docMk/>
            <pc:sldMk cId="166779371" sldId="280"/>
            <ac:graphicFrameMk id="2" creationId="{38E1965C-3CE4-4C7E-9CCB-168B7CFE6644}"/>
          </ac:graphicFrameMkLst>
        </pc:graphicFrameChg>
      </pc:sldChg>
      <pc:sldChg chg="delSp modSp add">
        <pc:chgData name="James Franklin" userId="cf915d05-507f-491f-b4a6-b2aa085ee4b1" providerId="ADAL" clId="{D696960C-2433-48C6-8F60-BA9DF7849ACA}" dt="2020-04-22T14:16:37.076" v="1406" actId="20577"/>
        <pc:sldMkLst>
          <pc:docMk/>
          <pc:sldMk cId="2065878552" sldId="281"/>
        </pc:sldMkLst>
        <pc:spChg chg="mod">
          <ac:chgData name="James Franklin" userId="cf915d05-507f-491f-b4a6-b2aa085ee4b1" providerId="ADAL" clId="{D696960C-2433-48C6-8F60-BA9DF7849ACA}" dt="2020-04-22T14:16:37.076" v="1406" actId="20577"/>
          <ac:spMkLst>
            <pc:docMk/>
            <pc:sldMk cId="2065878552" sldId="281"/>
            <ac:spMk id="4" creationId="{00000000-0000-0000-0000-000000000000}"/>
          </ac:spMkLst>
        </pc:spChg>
        <pc:spChg chg="del">
          <ac:chgData name="James Franklin" userId="cf915d05-507f-491f-b4a6-b2aa085ee4b1" providerId="ADAL" clId="{D696960C-2433-48C6-8F60-BA9DF7849ACA}" dt="2020-04-22T14:13:47" v="932" actId="478"/>
          <ac:spMkLst>
            <pc:docMk/>
            <pc:sldMk cId="2065878552" sldId="281"/>
            <ac:spMk id="7" creationId="{A903C7F1-F681-4D0F-B8C3-D3153D50B438}"/>
          </ac:spMkLst>
        </pc:spChg>
      </pc:sldChg>
      <pc:sldChg chg="addSp delSp modSp add ord">
        <pc:chgData name="James Franklin" userId="cf915d05-507f-491f-b4a6-b2aa085ee4b1" providerId="ADAL" clId="{D696960C-2433-48C6-8F60-BA9DF7849ACA}" dt="2020-04-22T16:47:31.507" v="3850"/>
        <pc:sldMkLst>
          <pc:docMk/>
          <pc:sldMk cId="3688799548" sldId="282"/>
        </pc:sldMkLst>
        <pc:spChg chg="mod">
          <ac:chgData name="James Franklin" userId="cf915d05-507f-491f-b4a6-b2aa085ee4b1" providerId="ADAL" clId="{D696960C-2433-48C6-8F60-BA9DF7849ACA}" dt="2020-04-22T14:50:05.931" v="1775" actId="20577"/>
          <ac:spMkLst>
            <pc:docMk/>
            <pc:sldMk cId="3688799548" sldId="282"/>
            <ac:spMk id="2" creationId="{B567804A-910E-44B0-8DF3-D336014D7C27}"/>
          </ac:spMkLst>
        </pc:spChg>
        <pc:spChg chg="mod">
          <ac:chgData name="James Franklin" userId="cf915d05-507f-491f-b4a6-b2aa085ee4b1" providerId="ADAL" clId="{D696960C-2433-48C6-8F60-BA9DF7849ACA}" dt="2020-04-22T14:51:58.435" v="1868" actId="207"/>
          <ac:spMkLst>
            <pc:docMk/>
            <pc:sldMk cId="3688799548" sldId="282"/>
            <ac:spMk id="3" creationId="{90F74121-45EE-4CD8-AF91-304AF003762A}"/>
          </ac:spMkLst>
        </pc:spChg>
        <pc:spChg chg="add">
          <ac:chgData name="James Franklin" userId="cf915d05-507f-491f-b4a6-b2aa085ee4b1" providerId="ADAL" clId="{D696960C-2433-48C6-8F60-BA9DF7849ACA}" dt="2020-04-22T14:50:10.577" v="1776"/>
          <ac:spMkLst>
            <pc:docMk/>
            <pc:sldMk cId="3688799548" sldId="282"/>
            <ac:spMk id="4" creationId="{222A97D9-EC71-47B9-8CDC-32310685EF36}"/>
          </ac:spMkLst>
        </pc:spChg>
        <pc:spChg chg="add del">
          <ac:chgData name="James Franklin" userId="cf915d05-507f-491f-b4a6-b2aa085ee4b1" providerId="ADAL" clId="{D696960C-2433-48C6-8F60-BA9DF7849ACA}" dt="2020-04-22T14:50:25.974" v="1779" actId="478"/>
          <ac:spMkLst>
            <pc:docMk/>
            <pc:sldMk cId="3688799548" sldId="282"/>
            <ac:spMk id="5" creationId="{3EB26194-1858-4068-BAFB-0F005F728696}"/>
          </ac:spMkLst>
        </pc:spChg>
      </pc:sldChg>
      <pc:sldChg chg="addSp modSp add">
        <pc:chgData name="James Franklin" userId="cf915d05-507f-491f-b4a6-b2aa085ee4b1" providerId="ADAL" clId="{D696960C-2433-48C6-8F60-BA9DF7849ACA}" dt="2020-04-22T14:49:55.163" v="1750" actId="20577"/>
        <pc:sldMkLst>
          <pc:docMk/>
          <pc:sldMk cId="1306920338" sldId="283"/>
        </pc:sldMkLst>
        <pc:spChg chg="mod">
          <ac:chgData name="James Franklin" userId="cf915d05-507f-491f-b4a6-b2aa085ee4b1" providerId="ADAL" clId="{D696960C-2433-48C6-8F60-BA9DF7849ACA}" dt="2020-04-22T14:49:55.163" v="1750" actId="20577"/>
          <ac:spMkLst>
            <pc:docMk/>
            <pc:sldMk cId="1306920338" sldId="283"/>
            <ac:spMk id="4" creationId="{00000000-0000-0000-0000-000000000000}"/>
          </ac:spMkLst>
        </pc:spChg>
        <pc:spChg chg="add">
          <ac:chgData name="James Franklin" userId="cf915d05-507f-491f-b4a6-b2aa085ee4b1" providerId="ADAL" clId="{D696960C-2433-48C6-8F60-BA9DF7849ACA}" dt="2020-04-22T14:24:02.734" v="1410"/>
          <ac:spMkLst>
            <pc:docMk/>
            <pc:sldMk cId="1306920338" sldId="283"/>
            <ac:spMk id="7" creationId="{11688F09-1C95-4924-91A5-E8BA5B54CC00}"/>
          </ac:spMkLst>
        </pc:spChg>
      </pc:sldChg>
      <pc:sldChg chg="addSp modSp add">
        <pc:chgData name="James Franklin" userId="cf915d05-507f-491f-b4a6-b2aa085ee4b1" providerId="ADAL" clId="{D696960C-2433-48C6-8F60-BA9DF7849ACA}" dt="2020-04-22T15:17:00.106" v="2227" actId="20577"/>
        <pc:sldMkLst>
          <pc:docMk/>
          <pc:sldMk cId="145652338" sldId="284"/>
        </pc:sldMkLst>
        <pc:spChg chg="mod">
          <ac:chgData name="James Franklin" userId="cf915d05-507f-491f-b4a6-b2aa085ee4b1" providerId="ADAL" clId="{D696960C-2433-48C6-8F60-BA9DF7849ACA}" dt="2020-04-22T15:17:00.106" v="2227" actId="20577"/>
          <ac:spMkLst>
            <pc:docMk/>
            <pc:sldMk cId="145652338" sldId="284"/>
            <ac:spMk id="2" creationId="{64D8194B-E7B1-4725-82D1-13273F29E61F}"/>
          </ac:spMkLst>
        </pc:spChg>
        <pc:spChg chg="mod">
          <ac:chgData name="James Franklin" userId="cf915d05-507f-491f-b4a6-b2aa085ee4b1" providerId="ADAL" clId="{D696960C-2433-48C6-8F60-BA9DF7849ACA}" dt="2020-04-22T15:16:52.588" v="2201" actId="207"/>
          <ac:spMkLst>
            <pc:docMk/>
            <pc:sldMk cId="145652338" sldId="284"/>
            <ac:spMk id="3" creationId="{49AD9FFF-73FC-417A-A6FE-D5CFD77D7CB5}"/>
          </ac:spMkLst>
        </pc:spChg>
        <pc:spChg chg="add">
          <ac:chgData name="James Franklin" userId="cf915d05-507f-491f-b4a6-b2aa085ee4b1" providerId="ADAL" clId="{D696960C-2433-48C6-8F60-BA9DF7849ACA}" dt="2020-04-22T15:10:31.904" v="2091"/>
          <ac:spMkLst>
            <pc:docMk/>
            <pc:sldMk cId="145652338" sldId="284"/>
            <ac:spMk id="4" creationId="{72BC8EDA-AA1C-4435-95FC-CE28162677EB}"/>
          </ac:spMkLst>
        </pc:spChg>
      </pc:sldChg>
      <pc:sldChg chg="addSp modSp add">
        <pc:chgData name="James Franklin" userId="cf915d05-507f-491f-b4a6-b2aa085ee4b1" providerId="ADAL" clId="{D696960C-2433-48C6-8F60-BA9DF7849ACA}" dt="2020-04-22T15:47:19.595" v="2967" actId="207"/>
        <pc:sldMkLst>
          <pc:docMk/>
          <pc:sldMk cId="1018736198" sldId="285"/>
        </pc:sldMkLst>
        <pc:spChg chg="mod">
          <ac:chgData name="James Franklin" userId="cf915d05-507f-491f-b4a6-b2aa085ee4b1" providerId="ADAL" clId="{D696960C-2433-48C6-8F60-BA9DF7849ACA}" dt="2020-04-22T15:47:19.595" v="2967" actId="207"/>
          <ac:spMkLst>
            <pc:docMk/>
            <pc:sldMk cId="1018736198" sldId="285"/>
            <ac:spMk id="3" creationId="{F77BEDA9-251E-4F03-AA28-AAE9D3D86241}"/>
          </ac:spMkLst>
        </pc:spChg>
        <pc:spChg chg="add">
          <ac:chgData name="James Franklin" userId="cf915d05-507f-491f-b4a6-b2aa085ee4b1" providerId="ADAL" clId="{D696960C-2433-48C6-8F60-BA9DF7849ACA}" dt="2020-04-22T15:45:00.722" v="2938"/>
          <ac:spMkLst>
            <pc:docMk/>
            <pc:sldMk cId="1018736198" sldId="285"/>
            <ac:spMk id="4" creationId="{E459695D-C4E8-4DA9-90B1-17B08B925C1C}"/>
          </ac:spMkLst>
        </pc:spChg>
      </pc:sldChg>
    </pc:docChg>
  </pc:docChgLst>
  <pc:docChgLst>
    <pc:chgData name="James Franklin" userId="cf915d05-507f-491f-b4a6-b2aa085ee4b1" providerId="ADAL" clId="{FED7DAD8-8BEC-43C1-9BCD-8D9390A655E5}"/>
    <pc:docChg chg="undo custSel addSld delSld modSld sldOrd">
      <pc:chgData name="James Franklin" userId="cf915d05-507f-491f-b4a6-b2aa085ee4b1" providerId="ADAL" clId="{FED7DAD8-8BEC-43C1-9BCD-8D9390A655E5}" dt="2021-08-25T08:56:05.686" v="1714" actId="20577"/>
      <pc:docMkLst>
        <pc:docMk/>
      </pc:docMkLst>
      <pc:sldChg chg="modSp mod">
        <pc:chgData name="James Franklin" userId="cf915d05-507f-491f-b4a6-b2aa085ee4b1" providerId="ADAL" clId="{FED7DAD8-8BEC-43C1-9BCD-8D9390A655E5}" dt="2021-08-24T14:18:58.632" v="14" actId="6549"/>
        <pc:sldMkLst>
          <pc:docMk/>
          <pc:sldMk cId="1868181489" sldId="260"/>
        </pc:sldMkLst>
        <pc:spChg chg="mod">
          <ac:chgData name="James Franklin" userId="cf915d05-507f-491f-b4a6-b2aa085ee4b1" providerId="ADAL" clId="{FED7DAD8-8BEC-43C1-9BCD-8D9390A655E5}" dt="2021-08-24T14:18:58.632" v="14" actId="6549"/>
          <ac:spMkLst>
            <pc:docMk/>
            <pc:sldMk cId="1868181489" sldId="260"/>
            <ac:spMk id="5" creationId="{00000000-0000-0000-0000-000000000000}"/>
          </ac:spMkLst>
        </pc:spChg>
      </pc:sldChg>
      <pc:sldChg chg="addSp delSp modSp mod">
        <pc:chgData name="James Franklin" userId="cf915d05-507f-491f-b4a6-b2aa085ee4b1" providerId="ADAL" clId="{FED7DAD8-8BEC-43C1-9BCD-8D9390A655E5}" dt="2021-08-24T15:11:51.349" v="638" actId="20577"/>
        <pc:sldMkLst>
          <pc:docMk/>
          <pc:sldMk cId="358128972" sldId="261"/>
        </pc:sldMkLst>
        <pc:spChg chg="mod">
          <ac:chgData name="James Franklin" userId="cf915d05-507f-491f-b4a6-b2aa085ee4b1" providerId="ADAL" clId="{FED7DAD8-8BEC-43C1-9BCD-8D9390A655E5}" dt="2021-08-24T15:11:51.349" v="638" actId="20577"/>
          <ac:spMkLst>
            <pc:docMk/>
            <pc:sldMk cId="358128972" sldId="261"/>
            <ac:spMk id="4" creationId="{00000000-0000-0000-0000-000000000000}"/>
          </ac:spMkLst>
        </pc:spChg>
        <pc:spChg chg="add del mod">
          <ac:chgData name="James Franklin" userId="cf915d05-507f-491f-b4a6-b2aa085ee4b1" providerId="ADAL" clId="{FED7DAD8-8BEC-43C1-9BCD-8D9390A655E5}" dt="2021-08-24T14:38:16.638" v="490" actId="21"/>
          <ac:spMkLst>
            <pc:docMk/>
            <pc:sldMk cId="358128972" sldId="261"/>
            <ac:spMk id="5" creationId="{2B63E8E9-8B92-499E-89D0-C85147B79625}"/>
          </ac:spMkLst>
        </pc:spChg>
        <pc:graphicFrameChg chg="modGraphic">
          <ac:chgData name="James Franklin" userId="cf915d05-507f-491f-b4a6-b2aa085ee4b1" providerId="ADAL" clId="{FED7DAD8-8BEC-43C1-9BCD-8D9390A655E5}" dt="2021-08-24T14:29:27.004" v="96" actId="20577"/>
          <ac:graphicFrameMkLst>
            <pc:docMk/>
            <pc:sldMk cId="358128972" sldId="261"/>
            <ac:graphicFrameMk id="2" creationId="{38E1965C-3CE4-4C7E-9CCB-168B7CFE6644}"/>
          </ac:graphicFrameMkLst>
        </pc:graphicFrameChg>
      </pc:sldChg>
      <pc:sldChg chg="del">
        <pc:chgData name="James Franklin" userId="cf915d05-507f-491f-b4a6-b2aa085ee4b1" providerId="ADAL" clId="{FED7DAD8-8BEC-43C1-9BCD-8D9390A655E5}" dt="2021-08-25T07:40:10.668" v="829" actId="47"/>
        <pc:sldMkLst>
          <pc:docMk/>
          <pc:sldMk cId="4036742732" sldId="262"/>
        </pc:sldMkLst>
      </pc:sldChg>
      <pc:sldChg chg="modSp del mod">
        <pc:chgData name="James Franklin" userId="cf915d05-507f-491f-b4a6-b2aa085ee4b1" providerId="ADAL" clId="{FED7DAD8-8BEC-43C1-9BCD-8D9390A655E5}" dt="2021-08-25T07:44:04.737" v="830" actId="47"/>
        <pc:sldMkLst>
          <pc:docMk/>
          <pc:sldMk cId="2216672591" sldId="263"/>
        </pc:sldMkLst>
        <pc:spChg chg="mod">
          <ac:chgData name="James Franklin" userId="cf915d05-507f-491f-b4a6-b2aa085ee4b1" providerId="ADAL" clId="{FED7DAD8-8BEC-43C1-9BCD-8D9390A655E5}" dt="2021-08-25T07:36:39.591" v="794" actId="20577"/>
          <ac:spMkLst>
            <pc:docMk/>
            <pc:sldMk cId="2216672591" sldId="263"/>
            <ac:spMk id="3" creationId="{00000000-0000-0000-0000-000000000000}"/>
          </ac:spMkLst>
        </pc:spChg>
      </pc:sldChg>
      <pc:sldChg chg="modSp del mod">
        <pc:chgData name="James Franklin" userId="cf915d05-507f-491f-b4a6-b2aa085ee4b1" providerId="ADAL" clId="{FED7DAD8-8BEC-43C1-9BCD-8D9390A655E5}" dt="2021-08-25T07:44:04.737" v="830" actId="47"/>
        <pc:sldMkLst>
          <pc:docMk/>
          <pc:sldMk cId="1936246660" sldId="264"/>
        </pc:sldMkLst>
        <pc:spChg chg="mod">
          <ac:chgData name="James Franklin" userId="cf915d05-507f-491f-b4a6-b2aa085ee4b1" providerId="ADAL" clId="{FED7DAD8-8BEC-43C1-9BCD-8D9390A655E5}" dt="2021-08-25T07:37:28.532" v="813" actId="404"/>
          <ac:spMkLst>
            <pc:docMk/>
            <pc:sldMk cId="1936246660" sldId="264"/>
            <ac:spMk id="3" creationId="{00000000-0000-0000-0000-000000000000}"/>
          </ac:spMkLst>
        </pc:spChg>
      </pc:sldChg>
      <pc:sldChg chg="modSp del mod">
        <pc:chgData name="James Franklin" userId="cf915d05-507f-491f-b4a6-b2aa085ee4b1" providerId="ADAL" clId="{FED7DAD8-8BEC-43C1-9BCD-8D9390A655E5}" dt="2021-08-25T07:44:04.737" v="830" actId="47"/>
        <pc:sldMkLst>
          <pc:docMk/>
          <pc:sldMk cId="854542281" sldId="266"/>
        </pc:sldMkLst>
        <pc:spChg chg="mod">
          <ac:chgData name="James Franklin" userId="cf915d05-507f-491f-b4a6-b2aa085ee4b1" providerId="ADAL" clId="{FED7DAD8-8BEC-43C1-9BCD-8D9390A655E5}" dt="2021-08-25T07:33:25.018" v="780" actId="20577"/>
          <ac:spMkLst>
            <pc:docMk/>
            <pc:sldMk cId="854542281" sldId="266"/>
            <ac:spMk id="4" creationId="{00000000-0000-0000-0000-000000000000}"/>
          </ac:spMkLst>
        </pc:spChg>
      </pc:sldChg>
      <pc:sldChg chg="del">
        <pc:chgData name="James Franklin" userId="cf915d05-507f-491f-b4a6-b2aa085ee4b1" providerId="ADAL" clId="{FED7DAD8-8BEC-43C1-9BCD-8D9390A655E5}" dt="2021-08-25T07:44:04.737" v="830" actId="47"/>
        <pc:sldMkLst>
          <pc:docMk/>
          <pc:sldMk cId="44844589" sldId="267"/>
        </pc:sldMkLst>
      </pc:sldChg>
      <pc:sldChg chg="modSp del mod">
        <pc:chgData name="James Franklin" userId="cf915d05-507f-491f-b4a6-b2aa085ee4b1" providerId="ADAL" clId="{FED7DAD8-8BEC-43C1-9BCD-8D9390A655E5}" dt="2021-08-25T07:44:04.737" v="830" actId="47"/>
        <pc:sldMkLst>
          <pc:docMk/>
          <pc:sldMk cId="2369523543" sldId="268"/>
        </pc:sldMkLst>
        <pc:spChg chg="mod">
          <ac:chgData name="James Franklin" userId="cf915d05-507f-491f-b4a6-b2aa085ee4b1" providerId="ADAL" clId="{FED7DAD8-8BEC-43C1-9BCD-8D9390A655E5}" dt="2021-08-25T07:39:37.551" v="828" actId="20577"/>
          <ac:spMkLst>
            <pc:docMk/>
            <pc:sldMk cId="2369523543" sldId="268"/>
            <ac:spMk id="3" creationId="{00000000-0000-0000-0000-000000000000}"/>
          </ac:spMkLst>
        </pc:spChg>
      </pc:sldChg>
      <pc:sldChg chg="modSp mod">
        <pc:chgData name="James Franklin" userId="cf915d05-507f-491f-b4a6-b2aa085ee4b1" providerId="ADAL" clId="{FED7DAD8-8BEC-43C1-9BCD-8D9390A655E5}" dt="2021-08-25T08:55:44.153" v="1706" actId="6549"/>
        <pc:sldMkLst>
          <pc:docMk/>
          <pc:sldMk cId="2154036885" sldId="270"/>
        </pc:sldMkLst>
        <pc:spChg chg="mod">
          <ac:chgData name="James Franklin" userId="cf915d05-507f-491f-b4a6-b2aa085ee4b1" providerId="ADAL" clId="{FED7DAD8-8BEC-43C1-9BCD-8D9390A655E5}" dt="2021-08-25T08:55:44.153" v="1706" actId="6549"/>
          <ac:spMkLst>
            <pc:docMk/>
            <pc:sldMk cId="2154036885" sldId="270"/>
            <ac:spMk id="3" creationId="{00000000-0000-0000-0000-000000000000}"/>
          </ac:spMkLst>
        </pc:spChg>
        <pc:graphicFrameChg chg="modGraphic">
          <ac:chgData name="James Franklin" userId="cf915d05-507f-491f-b4a6-b2aa085ee4b1" providerId="ADAL" clId="{FED7DAD8-8BEC-43C1-9BCD-8D9390A655E5}" dt="2021-08-25T08:54:46.514" v="1692" actId="20577"/>
          <ac:graphicFrameMkLst>
            <pc:docMk/>
            <pc:sldMk cId="2154036885" sldId="270"/>
            <ac:graphicFrameMk id="6" creationId="{C04664EC-B5FC-48ED-B22C-90910BE8D013}"/>
          </ac:graphicFrameMkLst>
        </pc:graphicFrameChg>
      </pc:sldChg>
      <pc:sldChg chg="addSp delSp modSp mod">
        <pc:chgData name="James Franklin" userId="cf915d05-507f-491f-b4a6-b2aa085ee4b1" providerId="ADAL" clId="{FED7DAD8-8BEC-43C1-9BCD-8D9390A655E5}" dt="2021-08-25T08:56:05.686" v="1714" actId="20577"/>
        <pc:sldMkLst>
          <pc:docMk/>
          <pc:sldMk cId="345748857" sldId="271"/>
        </pc:sldMkLst>
        <pc:spChg chg="mod">
          <ac:chgData name="James Franklin" userId="cf915d05-507f-491f-b4a6-b2aa085ee4b1" providerId="ADAL" clId="{FED7DAD8-8BEC-43C1-9BCD-8D9390A655E5}" dt="2021-08-25T08:56:05.686" v="1714" actId="20577"/>
          <ac:spMkLst>
            <pc:docMk/>
            <pc:sldMk cId="345748857" sldId="271"/>
            <ac:spMk id="3" creationId="{00000000-0000-0000-0000-000000000000}"/>
          </ac:spMkLst>
        </pc:spChg>
        <pc:spChg chg="add del mod">
          <ac:chgData name="James Franklin" userId="cf915d05-507f-491f-b4a6-b2aa085ee4b1" providerId="ADAL" clId="{FED7DAD8-8BEC-43C1-9BCD-8D9390A655E5}" dt="2021-08-25T07:46:45.392" v="925" actId="478"/>
          <ac:spMkLst>
            <pc:docMk/>
            <pc:sldMk cId="345748857" sldId="271"/>
            <ac:spMk id="4" creationId="{3BF33EA7-9D2F-4B1B-BC5A-DFBCBD016A43}"/>
          </ac:spMkLst>
        </pc:spChg>
      </pc:sldChg>
      <pc:sldChg chg="addSp delSp modSp mod setBg">
        <pc:chgData name="James Franklin" userId="cf915d05-507f-491f-b4a6-b2aa085ee4b1" providerId="ADAL" clId="{FED7DAD8-8BEC-43C1-9BCD-8D9390A655E5}" dt="2021-08-24T14:27:38.259" v="33"/>
        <pc:sldMkLst>
          <pc:docMk/>
          <pc:sldMk cId="1676653193" sldId="274"/>
        </pc:sldMkLst>
        <pc:spChg chg="mod">
          <ac:chgData name="James Franklin" userId="cf915d05-507f-491f-b4a6-b2aa085ee4b1" providerId="ADAL" clId="{FED7DAD8-8BEC-43C1-9BCD-8D9390A655E5}" dt="2021-08-24T14:27:22.333" v="32" actId="6549"/>
          <ac:spMkLst>
            <pc:docMk/>
            <pc:sldMk cId="1676653193" sldId="274"/>
            <ac:spMk id="3" creationId="{A9E230B3-0AD0-4403-B850-7DF10007D41B}"/>
          </ac:spMkLst>
        </pc:spChg>
        <pc:picChg chg="add mod">
          <ac:chgData name="James Franklin" userId="cf915d05-507f-491f-b4a6-b2aa085ee4b1" providerId="ADAL" clId="{FED7DAD8-8BEC-43C1-9BCD-8D9390A655E5}" dt="2021-08-24T14:26:21.452" v="20" actId="1076"/>
          <ac:picMkLst>
            <pc:docMk/>
            <pc:sldMk cId="1676653193" sldId="274"/>
            <ac:picMk id="5" creationId="{BE0E81C7-FC16-494A-A476-BED1B00B5414}"/>
          </ac:picMkLst>
        </pc:picChg>
        <pc:picChg chg="del ord">
          <ac:chgData name="James Franklin" userId="cf915d05-507f-491f-b4a6-b2aa085ee4b1" providerId="ADAL" clId="{FED7DAD8-8BEC-43C1-9BCD-8D9390A655E5}" dt="2021-08-24T14:26:56.798" v="28" actId="478"/>
          <ac:picMkLst>
            <pc:docMk/>
            <pc:sldMk cId="1676653193" sldId="274"/>
            <ac:picMk id="9" creationId="{0C4EF302-AAD6-49BF-A1D7-C6B763A5B7BD}"/>
          </ac:picMkLst>
        </pc:picChg>
        <pc:picChg chg="add mod">
          <ac:chgData name="James Franklin" userId="cf915d05-507f-491f-b4a6-b2aa085ee4b1" providerId="ADAL" clId="{FED7DAD8-8BEC-43C1-9BCD-8D9390A655E5}" dt="2021-08-24T14:27:15.434" v="30" actId="732"/>
          <ac:picMkLst>
            <pc:docMk/>
            <pc:sldMk cId="1676653193" sldId="274"/>
            <ac:picMk id="1026" creationId="{D186A538-E9EC-4971-BACC-C9D43D0E707D}"/>
          </ac:picMkLst>
        </pc:picChg>
      </pc:sldChg>
      <pc:sldChg chg="modSp mod">
        <pc:chgData name="James Franklin" userId="cf915d05-507f-491f-b4a6-b2aa085ee4b1" providerId="ADAL" clId="{FED7DAD8-8BEC-43C1-9BCD-8D9390A655E5}" dt="2021-08-24T15:11:45.290" v="636" actId="20577"/>
        <pc:sldMkLst>
          <pc:docMk/>
          <pc:sldMk cId="3276597718" sldId="275"/>
        </pc:sldMkLst>
        <pc:spChg chg="mod">
          <ac:chgData name="James Franklin" userId="cf915d05-507f-491f-b4a6-b2aa085ee4b1" providerId="ADAL" clId="{FED7DAD8-8BEC-43C1-9BCD-8D9390A655E5}" dt="2021-08-24T15:11:45.290" v="636" actId="20577"/>
          <ac:spMkLst>
            <pc:docMk/>
            <pc:sldMk cId="3276597718" sldId="275"/>
            <ac:spMk id="3" creationId="{5C73AF70-8937-4463-A864-AC88BD273E3F}"/>
          </ac:spMkLst>
        </pc:spChg>
      </pc:sldChg>
      <pc:sldChg chg="modSp mod">
        <pc:chgData name="James Franklin" userId="cf915d05-507f-491f-b4a6-b2aa085ee4b1" providerId="ADAL" clId="{FED7DAD8-8BEC-43C1-9BCD-8D9390A655E5}" dt="2021-08-25T07:47:51.724" v="956" actId="20577"/>
        <pc:sldMkLst>
          <pc:docMk/>
          <pc:sldMk cId="157753427" sldId="276"/>
        </pc:sldMkLst>
        <pc:spChg chg="mod">
          <ac:chgData name="James Franklin" userId="cf915d05-507f-491f-b4a6-b2aa085ee4b1" providerId="ADAL" clId="{FED7DAD8-8BEC-43C1-9BCD-8D9390A655E5}" dt="2021-08-25T07:47:51.724" v="956" actId="20577"/>
          <ac:spMkLst>
            <pc:docMk/>
            <pc:sldMk cId="157753427" sldId="276"/>
            <ac:spMk id="3" creationId="{F77BEDA9-251E-4F03-AA28-AAE9D3D86241}"/>
          </ac:spMkLst>
        </pc:spChg>
      </pc:sldChg>
      <pc:sldChg chg="addSp modSp mod">
        <pc:chgData name="James Franklin" userId="cf915d05-507f-491f-b4a6-b2aa085ee4b1" providerId="ADAL" clId="{FED7DAD8-8BEC-43C1-9BCD-8D9390A655E5}" dt="2021-08-24T15:12:05.568" v="648" actId="20577"/>
        <pc:sldMkLst>
          <pc:docMk/>
          <pc:sldMk cId="32029978" sldId="279"/>
        </pc:sldMkLst>
        <pc:spChg chg="mod">
          <ac:chgData name="James Franklin" userId="cf915d05-507f-491f-b4a6-b2aa085ee4b1" providerId="ADAL" clId="{FED7DAD8-8BEC-43C1-9BCD-8D9390A655E5}" dt="2021-08-24T15:12:05.568" v="648" actId="20577"/>
          <ac:spMkLst>
            <pc:docMk/>
            <pc:sldMk cId="32029978" sldId="279"/>
            <ac:spMk id="4" creationId="{00000000-0000-0000-0000-000000000000}"/>
          </ac:spMkLst>
        </pc:spChg>
        <pc:spChg chg="add mod">
          <ac:chgData name="James Franklin" userId="cf915d05-507f-491f-b4a6-b2aa085ee4b1" providerId="ADAL" clId="{FED7DAD8-8BEC-43C1-9BCD-8D9390A655E5}" dt="2021-08-24T14:38:18.107" v="491"/>
          <ac:spMkLst>
            <pc:docMk/>
            <pc:sldMk cId="32029978" sldId="279"/>
            <ac:spMk id="8" creationId="{4A0E25E7-04C3-44DC-B58C-9F2D59818161}"/>
          </ac:spMkLst>
        </pc:spChg>
        <pc:graphicFrameChg chg="modGraphic">
          <ac:chgData name="James Franklin" userId="cf915d05-507f-491f-b4a6-b2aa085ee4b1" providerId="ADAL" clId="{FED7DAD8-8BEC-43C1-9BCD-8D9390A655E5}" dt="2021-08-24T14:29:46.420" v="117" actId="20577"/>
          <ac:graphicFrameMkLst>
            <pc:docMk/>
            <pc:sldMk cId="32029978" sldId="279"/>
            <ac:graphicFrameMk id="7" creationId="{2C927F56-F392-45B0-B8B3-40CA46AB49C9}"/>
          </ac:graphicFrameMkLst>
        </pc:graphicFrameChg>
      </pc:sldChg>
      <pc:sldChg chg="modSp mod">
        <pc:chgData name="James Franklin" userId="cf915d05-507f-491f-b4a6-b2aa085ee4b1" providerId="ADAL" clId="{FED7DAD8-8BEC-43C1-9BCD-8D9390A655E5}" dt="2021-08-24T15:12:28.738" v="660" actId="20577"/>
        <pc:sldMkLst>
          <pc:docMk/>
          <pc:sldMk cId="166779371" sldId="280"/>
        </pc:sldMkLst>
        <pc:spChg chg="mod">
          <ac:chgData name="James Franklin" userId="cf915d05-507f-491f-b4a6-b2aa085ee4b1" providerId="ADAL" clId="{FED7DAD8-8BEC-43C1-9BCD-8D9390A655E5}" dt="2021-08-24T15:12:28.738" v="660" actId="20577"/>
          <ac:spMkLst>
            <pc:docMk/>
            <pc:sldMk cId="166779371" sldId="280"/>
            <ac:spMk id="4" creationId="{00000000-0000-0000-0000-000000000000}"/>
          </ac:spMkLst>
        </pc:spChg>
        <pc:graphicFrameChg chg="mod">
          <ac:chgData name="James Franklin" userId="cf915d05-507f-491f-b4a6-b2aa085ee4b1" providerId="ADAL" clId="{FED7DAD8-8BEC-43C1-9BCD-8D9390A655E5}" dt="2021-08-24T14:37:26.885" v="485"/>
          <ac:graphicFrameMkLst>
            <pc:docMk/>
            <pc:sldMk cId="166779371" sldId="280"/>
            <ac:graphicFrameMk id="10" creationId="{003BBFBD-6CC8-43BD-84ED-B776F66AC0EC}"/>
          </ac:graphicFrameMkLst>
        </pc:graphicFrameChg>
      </pc:sldChg>
      <pc:sldChg chg="modSp">
        <pc:chgData name="James Franklin" userId="cf915d05-507f-491f-b4a6-b2aa085ee4b1" providerId="ADAL" clId="{FED7DAD8-8BEC-43C1-9BCD-8D9390A655E5}" dt="2021-08-24T14:37:31.883" v="486"/>
        <pc:sldMkLst>
          <pc:docMk/>
          <pc:sldMk cId="2065878552" sldId="281"/>
        </pc:sldMkLst>
        <pc:graphicFrameChg chg="mod">
          <ac:chgData name="James Franklin" userId="cf915d05-507f-491f-b4a6-b2aa085ee4b1" providerId="ADAL" clId="{FED7DAD8-8BEC-43C1-9BCD-8D9390A655E5}" dt="2021-08-24T14:37:31.883" v="486"/>
          <ac:graphicFrameMkLst>
            <pc:docMk/>
            <pc:sldMk cId="2065878552" sldId="281"/>
            <ac:graphicFrameMk id="9" creationId="{A9E0EDE1-DC41-4E4D-900A-3622C91FA310}"/>
          </ac:graphicFrameMkLst>
        </pc:graphicFrameChg>
      </pc:sldChg>
      <pc:sldChg chg="addSp modSp mod">
        <pc:chgData name="James Franklin" userId="cf915d05-507f-491f-b4a6-b2aa085ee4b1" providerId="ADAL" clId="{FED7DAD8-8BEC-43C1-9BCD-8D9390A655E5}" dt="2021-08-25T08:27:25.045" v="1376" actId="20577"/>
        <pc:sldMkLst>
          <pc:docMk/>
          <pc:sldMk cId="3688799548" sldId="282"/>
        </pc:sldMkLst>
        <pc:spChg chg="mod">
          <ac:chgData name="James Franklin" userId="cf915d05-507f-491f-b4a6-b2aa085ee4b1" providerId="ADAL" clId="{FED7DAD8-8BEC-43C1-9BCD-8D9390A655E5}" dt="2021-08-25T08:27:25.045" v="1376" actId="20577"/>
          <ac:spMkLst>
            <pc:docMk/>
            <pc:sldMk cId="3688799548" sldId="282"/>
            <ac:spMk id="3" creationId="{90F74121-45EE-4CD8-AF91-304AF003762A}"/>
          </ac:spMkLst>
        </pc:spChg>
        <pc:spChg chg="add mod">
          <ac:chgData name="James Franklin" userId="cf915d05-507f-491f-b4a6-b2aa085ee4b1" providerId="ADAL" clId="{FED7DAD8-8BEC-43C1-9BCD-8D9390A655E5}" dt="2021-08-25T07:45:30.237" v="897" actId="1076"/>
          <ac:spMkLst>
            <pc:docMk/>
            <pc:sldMk cId="3688799548" sldId="282"/>
            <ac:spMk id="4" creationId="{12ADF211-3D06-4B51-8365-555EF7FC4860}"/>
          </ac:spMkLst>
        </pc:spChg>
      </pc:sldChg>
      <pc:sldChg chg="modSp mod">
        <pc:chgData name="James Franklin" userId="cf915d05-507f-491f-b4a6-b2aa085ee4b1" providerId="ADAL" clId="{FED7DAD8-8BEC-43C1-9BCD-8D9390A655E5}" dt="2021-08-25T08:27:18.636" v="1374" actId="20577"/>
        <pc:sldMkLst>
          <pc:docMk/>
          <pc:sldMk cId="1306920338" sldId="283"/>
        </pc:sldMkLst>
        <pc:spChg chg="mod">
          <ac:chgData name="James Franklin" userId="cf915d05-507f-491f-b4a6-b2aa085ee4b1" providerId="ADAL" clId="{FED7DAD8-8BEC-43C1-9BCD-8D9390A655E5}" dt="2021-08-25T08:27:18.636" v="1374" actId="20577"/>
          <ac:spMkLst>
            <pc:docMk/>
            <pc:sldMk cId="1306920338" sldId="283"/>
            <ac:spMk id="4" creationId="{00000000-0000-0000-0000-000000000000}"/>
          </ac:spMkLst>
        </pc:spChg>
        <pc:graphicFrameChg chg="mod modGraphic">
          <ac:chgData name="James Franklin" userId="cf915d05-507f-491f-b4a6-b2aa085ee4b1" providerId="ADAL" clId="{FED7DAD8-8BEC-43C1-9BCD-8D9390A655E5}" dt="2021-08-24T14:37:42.059" v="489"/>
          <ac:graphicFrameMkLst>
            <pc:docMk/>
            <pc:sldMk cId="1306920338" sldId="283"/>
            <ac:graphicFrameMk id="10" creationId="{6474226B-BDE6-4B82-8082-941FF933DE96}"/>
          </ac:graphicFrameMkLst>
        </pc:graphicFrameChg>
      </pc:sldChg>
      <pc:sldChg chg="del">
        <pc:chgData name="James Franklin" userId="cf915d05-507f-491f-b4a6-b2aa085ee4b1" providerId="ADAL" clId="{FED7DAD8-8BEC-43C1-9BCD-8D9390A655E5}" dt="2021-08-25T07:44:04.737" v="830" actId="47"/>
        <pc:sldMkLst>
          <pc:docMk/>
          <pc:sldMk cId="145652338" sldId="284"/>
        </pc:sldMkLst>
      </pc:sldChg>
      <pc:sldChg chg="modSp mod">
        <pc:chgData name="James Franklin" userId="cf915d05-507f-491f-b4a6-b2aa085ee4b1" providerId="ADAL" clId="{FED7DAD8-8BEC-43C1-9BCD-8D9390A655E5}" dt="2021-08-25T07:47:40.168" v="954" actId="6549"/>
        <pc:sldMkLst>
          <pc:docMk/>
          <pc:sldMk cId="1018736198" sldId="285"/>
        </pc:sldMkLst>
        <pc:spChg chg="mod">
          <ac:chgData name="James Franklin" userId="cf915d05-507f-491f-b4a6-b2aa085ee4b1" providerId="ADAL" clId="{FED7DAD8-8BEC-43C1-9BCD-8D9390A655E5}" dt="2021-08-25T07:47:40.168" v="954" actId="6549"/>
          <ac:spMkLst>
            <pc:docMk/>
            <pc:sldMk cId="1018736198" sldId="285"/>
            <ac:spMk id="3" creationId="{F77BEDA9-251E-4F03-AA28-AAE9D3D86241}"/>
          </ac:spMkLst>
        </pc:spChg>
      </pc:sldChg>
      <pc:sldChg chg="addSp modSp new mod ord">
        <pc:chgData name="James Franklin" userId="cf915d05-507f-491f-b4a6-b2aa085ee4b1" providerId="ADAL" clId="{FED7DAD8-8BEC-43C1-9BCD-8D9390A655E5}" dt="2021-08-25T07:57:59.725" v="1299" actId="20577"/>
        <pc:sldMkLst>
          <pc:docMk/>
          <pc:sldMk cId="1720558913" sldId="286"/>
        </pc:sldMkLst>
        <pc:spChg chg="mod">
          <ac:chgData name="James Franklin" userId="cf915d05-507f-491f-b4a6-b2aa085ee4b1" providerId="ADAL" clId="{FED7DAD8-8BEC-43C1-9BCD-8D9390A655E5}" dt="2021-08-25T07:49:10.347" v="972" actId="20577"/>
          <ac:spMkLst>
            <pc:docMk/>
            <pc:sldMk cId="1720558913" sldId="286"/>
            <ac:spMk id="2" creationId="{8AF16306-9E12-4C0B-AB65-077540439AAB}"/>
          </ac:spMkLst>
        </pc:spChg>
        <pc:spChg chg="mod">
          <ac:chgData name="James Franklin" userId="cf915d05-507f-491f-b4a6-b2aa085ee4b1" providerId="ADAL" clId="{FED7DAD8-8BEC-43C1-9BCD-8D9390A655E5}" dt="2021-08-25T07:57:59.725" v="1299" actId="20577"/>
          <ac:spMkLst>
            <pc:docMk/>
            <pc:sldMk cId="1720558913" sldId="286"/>
            <ac:spMk id="3" creationId="{D723EF2E-9998-4889-A083-77D107088A52}"/>
          </ac:spMkLst>
        </pc:spChg>
        <pc:spChg chg="add mod">
          <ac:chgData name="James Franklin" userId="cf915d05-507f-491f-b4a6-b2aa085ee4b1" providerId="ADAL" clId="{FED7DAD8-8BEC-43C1-9BCD-8D9390A655E5}" dt="2021-08-25T07:57:21.230" v="1186" actId="1076"/>
          <ac:spMkLst>
            <pc:docMk/>
            <pc:sldMk cId="1720558913" sldId="286"/>
            <ac:spMk id="5" creationId="{B19641B0-30D3-4CFA-93FE-DE03AA2EDB58}"/>
          </ac:spMkLst>
        </pc:spChg>
        <pc:spChg chg="add mod">
          <ac:chgData name="James Franklin" userId="cf915d05-507f-491f-b4a6-b2aa085ee4b1" providerId="ADAL" clId="{FED7DAD8-8BEC-43C1-9BCD-8D9390A655E5}" dt="2021-08-25T07:57:21.230" v="1186" actId="1076"/>
          <ac:spMkLst>
            <pc:docMk/>
            <pc:sldMk cId="1720558913" sldId="286"/>
            <ac:spMk id="9" creationId="{E74E7F7A-656B-4C25-8B4C-F26558916A50}"/>
          </ac:spMkLst>
        </pc:spChg>
        <pc:graphicFrameChg chg="add mod modGraphic">
          <ac:chgData name="James Franklin" userId="cf915d05-507f-491f-b4a6-b2aa085ee4b1" providerId="ADAL" clId="{FED7DAD8-8BEC-43C1-9BCD-8D9390A655E5}" dt="2021-08-25T07:57:21.230" v="1186" actId="1076"/>
          <ac:graphicFrameMkLst>
            <pc:docMk/>
            <pc:sldMk cId="1720558913" sldId="286"/>
            <ac:graphicFrameMk id="4" creationId="{AB8BA57E-9695-44A6-96DF-25A77209C597}"/>
          </ac:graphicFrameMkLst>
        </pc:graphicFrameChg>
        <pc:graphicFrameChg chg="add mod modGraphic">
          <ac:chgData name="James Franklin" userId="cf915d05-507f-491f-b4a6-b2aa085ee4b1" providerId="ADAL" clId="{FED7DAD8-8BEC-43C1-9BCD-8D9390A655E5}" dt="2021-08-25T07:57:21.230" v="1186" actId="1076"/>
          <ac:graphicFrameMkLst>
            <pc:docMk/>
            <pc:sldMk cId="1720558913" sldId="286"/>
            <ac:graphicFrameMk id="8" creationId="{CF0671DE-78B9-4872-8E5A-36E463CF3036}"/>
          </ac:graphicFrameMkLst>
        </pc:graphicFrameChg>
        <pc:cxnChg chg="add mod">
          <ac:chgData name="James Franklin" userId="cf915d05-507f-491f-b4a6-b2aa085ee4b1" providerId="ADAL" clId="{FED7DAD8-8BEC-43C1-9BCD-8D9390A655E5}" dt="2021-08-25T07:57:21.230" v="1186" actId="1076"/>
          <ac:cxnSpMkLst>
            <pc:docMk/>
            <pc:sldMk cId="1720558913" sldId="286"/>
            <ac:cxnSpMk id="6" creationId="{0CF05D00-775A-4720-A616-C18DBB1BC0C6}"/>
          </ac:cxnSpMkLst>
        </pc:cxnChg>
        <pc:cxnChg chg="add mod">
          <ac:chgData name="James Franklin" userId="cf915d05-507f-491f-b4a6-b2aa085ee4b1" providerId="ADAL" clId="{FED7DAD8-8BEC-43C1-9BCD-8D9390A655E5}" dt="2021-08-25T07:57:21.230" v="1186" actId="1076"/>
          <ac:cxnSpMkLst>
            <pc:docMk/>
            <pc:sldMk cId="1720558913" sldId="286"/>
            <ac:cxnSpMk id="10" creationId="{28F74BBF-2A6C-43BF-82C5-9D8E703D38E4}"/>
          </ac:cxnSpMkLst>
        </pc:cxnChg>
      </pc:sldChg>
      <pc:sldChg chg="del">
        <pc:chgData name="James Franklin" userId="cf915d05-507f-491f-b4a6-b2aa085ee4b1" providerId="ADAL" clId="{FED7DAD8-8BEC-43C1-9BCD-8D9390A655E5}" dt="2021-08-25T07:40:10.668" v="829" actId="47"/>
        <pc:sldMkLst>
          <pc:docMk/>
          <pc:sldMk cId="3033151502" sldId="286"/>
        </pc:sldMkLst>
      </pc:sldChg>
      <pc:sldChg chg="del">
        <pc:chgData name="James Franklin" userId="cf915d05-507f-491f-b4a6-b2aa085ee4b1" providerId="ADAL" clId="{FED7DAD8-8BEC-43C1-9BCD-8D9390A655E5}" dt="2021-08-25T07:40:10.668" v="829" actId="47"/>
        <pc:sldMkLst>
          <pc:docMk/>
          <pc:sldMk cId="1313911063" sldId="287"/>
        </pc:sldMkLst>
      </pc:sldChg>
      <pc:sldChg chg="addSp delSp modSp add mod ord modClrScheme chgLayout">
        <pc:chgData name="James Franklin" userId="cf915d05-507f-491f-b4a6-b2aa085ee4b1" providerId="ADAL" clId="{FED7DAD8-8BEC-43C1-9BCD-8D9390A655E5}" dt="2021-08-25T08:53:46.144" v="1655" actId="700"/>
        <pc:sldMkLst>
          <pc:docMk/>
          <pc:sldMk cId="1799455535" sldId="287"/>
        </pc:sldMkLst>
        <pc:spChg chg="mod ord">
          <ac:chgData name="James Franklin" userId="cf915d05-507f-491f-b4a6-b2aa085ee4b1" providerId="ADAL" clId="{FED7DAD8-8BEC-43C1-9BCD-8D9390A655E5}" dt="2021-08-25T08:53:46.144" v="1655" actId="700"/>
          <ac:spMkLst>
            <pc:docMk/>
            <pc:sldMk cId="1799455535" sldId="287"/>
            <ac:spMk id="2" creationId="{8AF16306-9E12-4C0B-AB65-077540439AAB}"/>
          </ac:spMkLst>
        </pc:spChg>
        <pc:spChg chg="mod ord">
          <ac:chgData name="James Franklin" userId="cf915d05-507f-491f-b4a6-b2aa085ee4b1" providerId="ADAL" clId="{FED7DAD8-8BEC-43C1-9BCD-8D9390A655E5}" dt="2021-08-25T08:53:46.144" v="1655" actId="700"/>
          <ac:spMkLst>
            <pc:docMk/>
            <pc:sldMk cId="1799455535" sldId="287"/>
            <ac:spMk id="3" creationId="{D723EF2E-9998-4889-A083-77D107088A52}"/>
          </ac:spMkLst>
        </pc:spChg>
        <pc:spChg chg="add del mod">
          <ac:chgData name="James Franklin" userId="cf915d05-507f-491f-b4a6-b2aa085ee4b1" providerId="ADAL" clId="{FED7DAD8-8BEC-43C1-9BCD-8D9390A655E5}" dt="2021-08-25T08:26:06.529" v="1339"/>
          <ac:spMkLst>
            <pc:docMk/>
            <pc:sldMk cId="1799455535" sldId="287"/>
            <ac:spMk id="5" creationId="{288BECEE-E40E-4210-A668-3387A11E0955}"/>
          </ac:spMkLst>
        </pc:spChg>
        <pc:spChg chg="add del mod">
          <ac:chgData name="James Franklin" userId="cf915d05-507f-491f-b4a6-b2aa085ee4b1" providerId="ADAL" clId="{FED7DAD8-8BEC-43C1-9BCD-8D9390A655E5}" dt="2021-08-25T08:26:06.529" v="1339"/>
          <ac:spMkLst>
            <pc:docMk/>
            <pc:sldMk cId="1799455535" sldId="287"/>
            <ac:spMk id="8" creationId="{48E80467-2A4C-406A-823D-183D6011C9BC}"/>
          </ac:spMkLst>
        </pc:spChg>
        <pc:spChg chg="add del">
          <ac:chgData name="James Franklin" userId="cf915d05-507f-491f-b4a6-b2aa085ee4b1" providerId="ADAL" clId="{FED7DAD8-8BEC-43C1-9BCD-8D9390A655E5}" dt="2021-08-25T08:26:26.124" v="1342" actId="22"/>
          <ac:spMkLst>
            <pc:docMk/>
            <pc:sldMk cId="1799455535" sldId="287"/>
            <ac:spMk id="11" creationId="{26FE2FF2-38F1-4D5A-A25D-FEE24037BF0A}"/>
          </ac:spMkLst>
        </pc:spChg>
        <pc:spChg chg="add del mod">
          <ac:chgData name="James Franklin" userId="cf915d05-507f-491f-b4a6-b2aa085ee4b1" providerId="ADAL" clId="{FED7DAD8-8BEC-43C1-9BCD-8D9390A655E5}" dt="2021-08-25T08:26:28.458" v="1343" actId="6264"/>
          <ac:spMkLst>
            <pc:docMk/>
            <pc:sldMk cId="1799455535" sldId="287"/>
            <ac:spMk id="12" creationId="{B7FC8E02-CC90-45F7-AA66-F679CA7599E3}"/>
          </ac:spMkLst>
        </pc:spChg>
        <pc:spChg chg="add del mod">
          <ac:chgData name="James Franklin" userId="cf915d05-507f-491f-b4a6-b2aa085ee4b1" providerId="ADAL" clId="{FED7DAD8-8BEC-43C1-9BCD-8D9390A655E5}" dt="2021-08-25T08:26:28.458" v="1343" actId="6264"/>
          <ac:spMkLst>
            <pc:docMk/>
            <pc:sldMk cId="1799455535" sldId="287"/>
            <ac:spMk id="13" creationId="{A92D8683-2330-4B73-B30E-BF258814A002}"/>
          </ac:spMkLst>
        </pc:spChg>
        <pc:spChg chg="add del mod">
          <ac:chgData name="James Franklin" userId="cf915d05-507f-491f-b4a6-b2aa085ee4b1" providerId="ADAL" clId="{FED7DAD8-8BEC-43C1-9BCD-8D9390A655E5}" dt="2021-08-25T08:26:31.284" v="1344" actId="6264"/>
          <ac:spMkLst>
            <pc:docMk/>
            <pc:sldMk cId="1799455535" sldId="287"/>
            <ac:spMk id="14" creationId="{C0B37A99-55BE-43E6-9ED2-83EF57F9C822}"/>
          </ac:spMkLst>
        </pc:spChg>
        <pc:spChg chg="add del mod">
          <ac:chgData name="James Franklin" userId="cf915d05-507f-491f-b4a6-b2aa085ee4b1" providerId="ADAL" clId="{FED7DAD8-8BEC-43C1-9BCD-8D9390A655E5}" dt="2021-08-25T08:26:31.284" v="1344" actId="6264"/>
          <ac:spMkLst>
            <pc:docMk/>
            <pc:sldMk cId="1799455535" sldId="287"/>
            <ac:spMk id="15" creationId="{069742EC-F7C8-49A8-B846-02872827D499}"/>
          </ac:spMkLst>
        </pc:spChg>
        <pc:spChg chg="add del mod">
          <ac:chgData name="James Franklin" userId="cf915d05-507f-491f-b4a6-b2aa085ee4b1" providerId="ADAL" clId="{FED7DAD8-8BEC-43C1-9BCD-8D9390A655E5}" dt="2021-08-25T08:26:35.775" v="1345" actId="6264"/>
          <ac:spMkLst>
            <pc:docMk/>
            <pc:sldMk cId="1799455535" sldId="287"/>
            <ac:spMk id="16" creationId="{B6995170-4BF6-4916-9930-D1D96E47F44A}"/>
          </ac:spMkLst>
        </pc:spChg>
        <pc:spChg chg="add del mod">
          <ac:chgData name="James Franklin" userId="cf915d05-507f-491f-b4a6-b2aa085ee4b1" providerId="ADAL" clId="{FED7DAD8-8BEC-43C1-9BCD-8D9390A655E5}" dt="2021-08-25T08:26:35.775" v="1345" actId="6264"/>
          <ac:spMkLst>
            <pc:docMk/>
            <pc:sldMk cId="1799455535" sldId="287"/>
            <ac:spMk id="17" creationId="{4A196B09-0E80-424E-81A8-A1486110B6E4}"/>
          </ac:spMkLst>
        </pc:spChg>
        <pc:graphicFrameChg chg="add del mod">
          <ac:chgData name="James Franklin" userId="cf915d05-507f-491f-b4a6-b2aa085ee4b1" providerId="ADAL" clId="{FED7DAD8-8BEC-43C1-9BCD-8D9390A655E5}" dt="2021-08-25T08:26:06.529" v="1339"/>
          <ac:graphicFrameMkLst>
            <pc:docMk/>
            <pc:sldMk cId="1799455535" sldId="287"/>
            <ac:graphicFrameMk id="4" creationId="{21EF953C-DE7D-435D-B6D8-48DC06392416}"/>
          </ac:graphicFrameMkLst>
        </pc:graphicFrameChg>
        <pc:graphicFrameChg chg="add del mod">
          <ac:chgData name="James Franklin" userId="cf915d05-507f-491f-b4a6-b2aa085ee4b1" providerId="ADAL" clId="{FED7DAD8-8BEC-43C1-9BCD-8D9390A655E5}" dt="2021-08-25T08:26:06.529" v="1339"/>
          <ac:graphicFrameMkLst>
            <pc:docMk/>
            <pc:sldMk cId="1799455535" sldId="287"/>
            <ac:graphicFrameMk id="7" creationId="{77A1642D-2FFB-4B12-9A55-A8A5B41D36D1}"/>
          </ac:graphicFrameMkLst>
        </pc:graphicFrameChg>
        <pc:cxnChg chg="add del mod">
          <ac:chgData name="James Franklin" userId="cf915d05-507f-491f-b4a6-b2aa085ee4b1" providerId="ADAL" clId="{FED7DAD8-8BEC-43C1-9BCD-8D9390A655E5}" dt="2021-08-25T08:26:06.529" v="1339"/>
          <ac:cxnSpMkLst>
            <pc:docMk/>
            <pc:sldMk cId="1799455535" sldId="287"/>
            <ac:cxnSpMk id="6" creationId="{81C9AAC6-5C90-447A-8680-B90AA68BF159}"/>
          </ac:cxnSpMkLst>
        </pc:cxnChg>
        <pc:cxnChg chg="add del mod">
          <ac:chgData name="James Franklin" userId="cf915d05-507f-491f-b4a6-b2aa085ee4b1" providerId="ADAL" clId="{FED7DAD8-8BEC-43C1-9BCD-8D9390A655E5}" dt="2021-08-25T08:26:06.529" v="1339"/>
          <ac:cxnSpMkLst>
            <pc:docMk/>
            <pc:sldMk cId="1799455535" sldId="287"/>
            <ac:cxnSpMk id="9" creationId="{55BAA145-14FC-48F0-A7B8-5C3C2E58E282}"/>
          </ac:cxnSpMkLst>
        </pc:cxnChg>
      </pc:sldChg>
      <pc:sldChg chg="del">
        <pc:chgData name="James Franklin" userId="cf915d05-507f-491f-b4a6-b2aa085ee4b1" providerId="ADAL" clId="{FED7DAD8-8BEC-43C1-9BCD-8D9390A655E5}" dt="2021-08-25T07:40:10.668" v="829" actId="47"/>
        <pc:sldMkLst>
          <pc:docMk/>
          <pc:sldMk cId="1228705590" sldId="288"/>
        </pc:sldMkLst>
      </pc:sldChg>
      <pc:sldChg chg="del">
        <pc:chgData name="James Franklin" userId="cf915d05-507f-491f-b4a6-b2aa085ee4b1" providerId="ADAL" clId="{FED7DAD8-8BEC-43C1-9BCD-8D9390A655E5}" dt="2021-08-25T07:40:10.668" v="829" actId="47"/>
        <pc:sldMkLst>
          <pc:docMk/>
          <pc:sldMk cId="3769130100" sldId="290"/>
        </pc:sldMkLst>
      </pc:sldChg>
      <pc:sldChg chg="del">
        <pc:chgData name="James Franklin" userId="cf915d05-507f-491f-b4a6-b2aa085ee4b1" providerId="ADAL" clId="{FED7DAD8-8BEC-43C1-9BCD-8D9390A655E5}" dt="2021-08-25T07:40:10.668" v="829" actId="47"/>
        <pc:sldMkLst>
          <pc:docMk/>
          <pc:sldMk cId="1399044412" sldId="291"/>
        </pc:sldMkLst>
      </pc:sldChg>
      <pc:sldChg chg="del">
        <pc:chgData name="James Franklin" userId="cf915d05-507f-491f-b4a6-b2aa085ee4b1" providerId="ADAL" clId="{FED7DAD8-8BEC-43C1-9BCD-8D9390A655E5}" dt="2021-08-25T07:40:10.668" v="829" actId="47"/>
        <pc:sldMkLst>
          <pc:docMk/>
          <pc:sldMk cId="2117891275" sldId="292"/>
        </pc:sldMkLst>
      </pc:sldChg>
    </pc:docChg>
  </pc:docChgLst>
  <pc:docChgLst>
    <pc:chgData name="Leonora Sheppard" userId="3688f6d8-1f97-408e-a4fe-cc859c551ddb" providerId="ADAL" clId="{91E014F3-D085-459F-B274-23A2ADB838DF}"/>
    <pc:docChg chg="modSld">
      <pc:chgData name="Leonora Sheppard" userId="3688f6d8-1f97-408e-a4fe-cc859c551ddb" providerId="ADAL" clId="{91E014F3-D085-459F-B274-23A2ADB838DF}" dt="2020-06-03T09:48:48" v="0" actId="108"/>
      <pc:docMkLst>
        <pc:docMk/>
      </pc:docMkLst>
      <pc:sldChg chg="modSp mod">
        <pc:chgData name="Leonora Sheppard" userId="3688f6d8-1f97-408e-a4fe-cc859c551ddb" providerId="ADAL" clId="{91E014F3-D085-459F-B274-23A2ADB838DF}" dt="2020-06-03T09:48:48" v="0" actId="108"/>
        <pc:sldMkLst>
          <pc:docMk/>
          <pc:sldMk cId="2154036885" sldId="270"/>
        </pc:sldMkLst>
        <pc:spChg chg="mod">
          <ac:chgData name="Leonora Sheppard" userId="3688f6d8-1f97-408e-a4fe-cc859c551ddb" providerId="ADAL" clId="{91E014F3-D085-459F-B274-23A2ADB838DF}" dt="2020-06-03T09:48:48" v="0" actId="108"/>
          <ac:spMkLst>
            <pc:docMk/>
            <pc:sldMk cId="2154036885" sldId="270"/>
            <ac:spMk id="3" creationId="{00000000-0000-0000-0000-000000000000}"/>
          </ac:spMkLst>
        </pc:spChg>
      </pc:sldChg>
    </pc:docChg>
  </pc:docChgLst>
  <pc:docChgLst>
    <pc:chgData name="James Franklin" userId="cf915d05-507f-491f-b4a6-b2aa085ee4b1" providerId="ADAL" clId="{DC56AFD6-CDA6-4AE3-B5A0-174EAE41CF70}"/>
    <pc:docChg chg="custSel modSld">
      <pc:chgData name="James Franklin" userId="cf915d05-507f-491f-b4a6-b2aa085ee4b1" providerId="ADAL" clId="{DC56AFD6-CDA6-4AE3-B5A0-174EAE41CF70}" dt="2021-08-31T10:01:28.335" v="139" actId="478"/>
      <pc:docMkLst>
        <pc:docMk/>
      </pc:docMkLst>
      <pc:sldChg chg="delSp mod">
        <pc:chgData name="James Franklin" userId="cf915d05-507f-491f-b4a6-b2aa085ee4b1" providerId="ADAL" clId="{DC56AFD6-CDA6-4AE3-B5A0-174EAE41CF70}" dt="2021-08-31T10:01:13.333" v="137" actId="478"/>
        <pc:sldMkLst>
          <pc:docMk/>
          <pc:sldMk cId="32029978" sldId="279"/>
        </pc:sldMkLst>
        <pc:spChg chg="del">
          <ac:chgData name="James Franklin" userId="cf915d05-507f-491f-b4a6-b2aa085ee4b1" providerId="ADAL" clId="{DC56AFD6-CDA6-4AE3-B5A0-174EAE41CF70}" dt="2021-08-31T10:01:13.333" v="137" actId="478"/>
          <ac:spMkLst>
            <pc:docMk/>
            <pc:sldMk cId="32029978" sldId="279"/>
            <ac:spMk id="8" creationId="{4A0E25E7-04C3-44DC-B58C-9F2D59818161}"/>
          </ac:spMkLst>
        </pc:spChg>
      </pc:sldChg>
      <pc:sldChg chg="delSp mod">
        <pc:chgData name="James Franklin" userId="cf915d05-507f-491f-b4a6-b2aa085ee4b1" providerId="ADAL" clId="{DC56AFD6-CDA6-4AE3-B5A0-174EAE41CF70}" dt="2021-08-31T10:01:21.910" v="138" actId="478"/>
        <pc:sldMkLst>
          <pc:docMk/>
          <pc:sldMk cId="3688799548" sldId="282"/>
        </pc:sldMkLst>
        <pc:spChg chg="del">
          <ac:chgData name="James Franklin" userId="cf915d05-507f-491f-b4a6-b2aa085ee4b1" providerId="ADAL" clId="{DC56AFD6-CDA6-4AE3-B5A0-174EAE41CF70}" dt="2021-08-31T10:01:21.910" v="138" actId="478"/>
          <ac:spMkLst>
            <pc:docMk/>
            <pc:sldMk cId="3688799548" sldId="282"/>
            <ac:spMk id="4" creationId="{12ADF211-3D06-4B51-8365-555EF7FC4860}"/>
          </ac:spMkLst>
        </pc:spChg>
      </pc:sldChg>
      <pc:sldChg chg="addSp delSp modSp mod">
        <pc:chgData name="James Franklin" userId="cf915d05-507f-491f-b4a6-b2aa085ee4b1" providerId="ADAL" clId="{DC56AFD6-CDA6-4AE3-B5A0-174EAE41CF70}" dt="2021-08-31T10:01:28.335" v="139" actId="478"/>
        <pc:sldMkLst>
          <pc:docMk/>
          <pc:sldMk cId="1799455535" sldId="287"/>
        </pc:sldMkLst>
        <pc:spChg chg="add del mod">
          <ac:chgData name="James Franklin" userId="cf915d05-507f-491f-b4a6-b2aa085ee4b1" providerId="ADAL" clId="{DC56AFD6-CDA6-4AE3-B5A0-174EAE41CF70}" dt="2021-08-31T10:01:28.335" v="139" actId="478"/>
          <ac:spMkLst>
            <pc:docMk/>
            <pc:sldMk cId="1799455535" sldId="287"/>
            <ac:spMk id="4" creationId="{16BB3D9D-BD65-4C21-A7A4-991FB3B660D0}"/>
          </ac:spMkLst>
        </pc:spChg>
      </pc:sldChg>
    </pc:docChg>
  </pc:docChgLst>
  <pc:docChgLst>
    <pc:chgData name="James Franklin" userId="cf915d05-507f-491f-b4a6-b2aa085ee4b1" providerId="ADAL" clId="{67D9B945-6A8F-4A66-A404-CE876C1815D5}"/>
    <pc:docChg chg="undo redo custSel addSld delSld modSld sldOrd">
      <pc:chgData name="James Franklin" userId="cf915d05-507f-491f-b4a6-b2aa085ee4b1" providerId="ADAL" clId="{67D9B945-6A8F-4A66-A404-CE876C1815D5}" dt="2020-06-05T08:52:25.228" v="2291"/>
      <pc:docMkLst>
        <pc:docMk/>
      </pc:docMkLst>
      <pc:sldChg chg="addSp modSp mod">
        <pc:chgData name="James Franklin" userId="cf915d05-507f-491f-b4a6-b2aa085ee4b1" providerId="ADAL" clId="{67D9B945-6A8F-4A66-A404-CE876C1815D5}" dt="2020-06-01T14:20:07.988" v="23" actId="207"/>
        <pc:sldMkLst>
          <pc:docMk/>
          <pc:sldMk cId="3148882095" sldId="256"/>
        </pc:sldMkLst>
        <pc:spChg chg="add mod">
          <ac:chgData name="James Franklin" userId="cf915d05-507f-491f-b4a6-b2aa085ee4b1" providerId="ADAL" clId="{67D9B945-6A8F-4A66-A404-CE876C1815D5}" dt="2020-06-01T14:20:07.988" v="23" actId="207"/>
          <ac:spMkLst>
            <pc:docMk/>
            <pc:sldMk cId="3148882095" sldId="256"/>
            <ac:spMk id="2" creationId="{3681767F-9EC0-4291-B7FC-5FEE8519C045}"/>
          </ac:spMkLst>
        </pc:spChg>
      </pc:sldChg>
      <pc:sldChg chg="modSp mod">
        <pc:chgData name="James Franklin" userId="cf915d05-507f-491f-b4a6-b2aa085ee4b1" providerId="ADAL" clId="{67D9B945-6A8F-4A66-A404-CE876C1815D5}" dt="2020-06-02T09:54:38.019" v="2281" actId="20577"/>
        <pc:sldMkLst>
          <pc:docMk/>
          <pc:sldMk cId="1868181489" sldId="260"/>
        </pc:sldMkLst>
        <pc:spChg chg="mod">
          <ac:chgData name="James Franklin" userId="cf915d05-507f-491f-b4a6-b2aa085ee4b1" providerId="ADAL" clId="{67D9B945-6A8F-4A66-A404-CE876C1815D5}" dt="2020-06-02T09:54:38.019" v="2281" actId="20577"/>
          <ac:spMkLst>
            <pc:docMk/>
            <pc:sldMk cId="1868181489" sldId="260"/>
            <ac:spMk id="5" creationId="{00000000-0000-0000-0000-000000000000}"/>
          </ac:spMkLst>
        </pc:spChg>
      </pc:sldChg>
      <pc:sldChg chg="modSp add mod">
        <pc:chgData name="James Franklin" userId="cf915d05-507f-491f-b4a6-b2aa085ee4b1" providerId="ADAL" clId="{67D9B945-6A8F-4A66-A404-CE876C1815D5}" dt="2020-06-02T09:10:49.340" v="1867" actId="20577"/>
        <pc:sldMkLst>
          <pc:docMk/>
          <pc:sldMk cId="4036742732" sldId="262"/>
        </pc:sldMkLst>
        <pc:spChg chg="mod">
          <ac:chgData name="James Franklin" userId="cf915d05-507f-491f-b4a6-b2aa085ee4b1" providerId="ADAL" clId="{67D9B945-6A8F-4A66-A404-CE876C1815D5}" dt="2020-06-02T09:10:49.340" v="1867" actId="20577"/>
          <ac:spMkLst>
            <pc:docMk/>
            <pc:sldMk cId="4036742732" sldId="262"/>
            <ac:spMk id="3" creationId="{00000000-0000-0000-0000-000000000000}"/>
          </ac:spMkLst>
        </pc:spChg>
      </pc:sldChg>
      <pc:sldChg chg="modSp mod">
        <pc:chgData name="James Franklin" userId="cf915d05-507f-491f-b4a6-b2aa085ee4b1" providerId="ADAL" clId="{67D9B945-6A8F-4A66-A404-CE876C1815D5}" dt="2020-06-05T08:52:25.228" v="2291"/>
        <pc:sldMkLst>
          <pc:docMk/>
          <pc:sldMk cId="2216672591" sldId="263"/>
        </pc:sldMkLst>
        <pc:spChg chg="mod">
          <ac:chgData name="James Franklin" userId="cf915d05-507f-491f-b4a6-b2aa085ee4b1" providerId="ADAL" clId="{67D9B945-6A8F-4A66-A404-CE876C1815D5}" dt="2020-06-05T08:52:25.228" v="2291"/>
          <ac:spMkLst>
            <pc:docMk/>
            <pc:sldMk cId="2216672591" sldId="263"/>
            <ac:spMk id="3" creationId="{00000000-0000-0000-0000-000000000000}"/>
          </ac:spMkLst>
        </pc:spChg>
      </pc:sldChg>
      <pc:sldChg chg="modSp mod">
        <pc:chgData name="James Franklin" userId="cf915d05-507f-491f-b4a6-b2aa085ee4b1" providerId="ADAL" clId="{67D9B945-6A8F-4A66-A404-CE876C1815D5}" dt="2020-06-01T14:58:10.278" v="461" actId="20577"/>
        <pc:sldMkLst>
          <pc:docMk/>
          <pc:sldMk cId="1936246660" sldId="264"/>
        </pc:sldMkLst>
        <pc:spChg chg="mod">
          <ac:chgData name="James Franklin" userId="cf915d05-507f-491f-b4a6-b2aa085ee4b1" providerId="ADAL" clId="{67D9B945-6A8F-4A66-A404-CE876C1815D5}" dt="2020-06-01T14:58:10.278" v="461" actId="20577"/>
          <ac:spMkLst>
            <pc:docMk/>
            <pc:sldMk cId="1936246660" sldId="264"/>
            <ac:spMk id="3" creationId="{00000000-0000-0000-0000-000000000000}"/>
          </ac:spMkLst>
        </pc:spChg>
      </pc:sldChg>
      <pc:sldChg chg="modSp mod">
        <pc:chgData name="James Franklin" userId="cf915d05-507f-491f-b4a6-b2aa085ee4b1" providerId="ADAL" clId="{67D9B945-6A8F-4A66-A404-CE876C1815D5}" dt="2020-06-01T14:53:29.865" v="345"/>
        <pc:sldMkLst>
          <pc:docMk/>
          <pc:sldMk cId="854542281" sldId="266"/>
        </pc:sldMkLst>
        <pc:spChg chg="mod">
          <ac:chgData name="James Franklin" userId="cf915d05-507f-491f-b4a6-b2aa085ee4b1" providerId="ADAL" clId="{67D9B945-6A8F-4A66-A404-CE876C1815D5}" dt="2020-06-01T14:53:29.865" v="345"/>
          <ac:spMkLst>
            <pc:docMk/>
            <pc:sldMk cId="854542281" sldId="266"/>
            <ac:spMk id="4" creationId="{00000000-0000-0000-0000-000000000000}"/>
          </ac:spMkLst>
        </pc:spChg>
      </pc:sldChg>
      <pc:sldChg chg="modSp mod">
        <pc:chgData name="James Franklin" userId="cf915d05-507f-491f-b4a6-b2aa085ee4b1" providerId="ADAL" clId="{67D9B945-6A8F-4A66-A404-CE876C1815D5}" dt="2020-06-01T15:36:38.176" v="541" actId="20577"/>
        <pc:sldMkLst>
          <pc:docMk/>
          <pc:sldMk cId="2369523543" sldId="268"/>
        </pc:sldMkLst>
        <pc:spChg chg="mod">
          <ac:chgData name="James Franklin" userId="cf915d05-507f-491f-b4a6-b2aa085ee4b1" providerId="ADAL" clId="{67D9B945-6A8F-4A66-A404-CE876C1815D5}" dt="2020-06-01T15:36:38.176" v="541" actId="20577"/>
          <ac:spMkLst>
            <pc:docMk/>
            <pc:sldMk cId="2369523543" sldId="268"/>
            <ac:spMk id="3" creationId="{00000000-0000-0000-0000-000000000000}"/>
          </ac:spMkLst>
        </pc:spChg>
      </pc:sldChg>
      <pc:sldChg chg="modSp mod">
        <pc:chgData name="James Franklin" userId="cf915d05-507f-491f-b4a6-b2aa085ee4b1" providerId="ADAL" clId="{67D9B945-6A8F-4A66-A404-CE876C1815D5}" dt="2020-06-02T07:33:06.952" v="558" actId="20577"/>
        <pc:sldMkLst>
          <pc:docMk/>
          <pc:sldMk cId="2154036885" sldId="270"/>
        </pc:sldMkLst>
        <pc:spChg chg="mod">
          <ac:chgData name="James Franklin" userId="cf915d05-507f-491f-b4a6-b2aa085ee4b1" providerId="ADAL" clId="{67D9B945-6A8F-4A66-A404-CE876C1815D5}" dt="2020-06-02T07:33:06.952" v="558" actId="20577"/>
          <ac:spMkLst>
            <pc:docMk/>
            <pc:sldMk cId="2154036885" sldId="270"/>
            <ac:spMk id="3" creationId="{00000000-0000-0000-0000-000000000000}"/>
          </ac:spMkLst>
        </pc:spChg>
      </pc:sldChg>
      <pc:sldChg chg="modSp mod">
        <pc:chgData name="James Franklin" userId="cf915d05-507f-491f-b4a6-b2aa085ee4b1" providerId="ADAL" clId="{67D9B945-6A8F-4A66-A404-CE876C1815D5}" dt="2020-06-02T07:45:46.902" v="628" actId="20577"/>
        <pc:sldMkLst>
          <pc:docMk/>
          <pc:sldMk cId="345748857" sldId="271"/>
        </pc:sldMkLst>
        <pc:spChg chg="mod">
          <ac:chgData name="James Franklin" userId="cf915d05-507f-491f-b4a6-b2aa085ee4b1" providerId="ADAL" clId="{67D9B945-6A8F-4A66-A404-CE876C1815D5}" dt="2020-06-02T07:45:46.902" v="628" actId="20577"/>
          <ac:spMkLst>
            <pc:docMk/>
            <pc:sldMk cId="345748857" sldId="271"/>
            <ac:spMk id="3" creationId="{00000000-0000-0000-0000-000000000000}"/>
          </ac:spMkLst>
        </pc:spChg>
      </pc:sldChg>
      <pc:sldChg chg="modSp mod">
        <pc:chgData name="James Franklin" userId="cf915d05-507f-491f-b4a6-b2aa085ee4b1" providerId="ADAL" clId="{67D9B945-6A8F-4A66-A404-CE876C1815D5}" dt="2020-06-02T07:47:06.225" v="632"/>
        <pc:sldMkLst>
          <pc:docMk/>
          <pc:sldMk cId="1676653193" sldId="274"/>
        </pc:sldMkLst>
        <pc:spChg chg="mod">
          <ac:chgData name="James Franklin" userId="cf915d05-507f-491f-b4a6-b2aa085ee4b1" providerId="ADAL" clId="{67D9B945-6A8F-4A66-A404-CE876C1815D5}" dt="2020-06-02T07:47:06.225" v="632"/>
          <ac:spMkLst>
            <pc:docMk/>
            <pc:sldMk cId="1676653193" sldId="274"/>
            <ac:spMk id="3" creationId="{A9E230B3-0AD0-4403-B850-7DF10007D41B}"/>
          </ac:spMkLst>
        </pc:spChg>
      </pc:sldChg>
      <pc:sldChg chg="modSp mod">
        <pc:chgData name="James Franklin" userId="cf915d05-507f-491f-b4a6-b2aa085ee4b1" providerId="ADAL" clId="{67D9B945-6A8F-4A66-A404-CE876C1815D5}" dt="2020-06-01T14:33:17.525" v="65"/>
        <pc:sldMkLst>
          <pc:docMk/>
          <pc:sldMk cId="3276597718" sldId="275"/>
        </pc:sldMkLst>
        <pc:spChg chg="mod">
          <ac:chgData name="James Franklin" userId="cf915d05-507f-491f-b4a6-b2aa085ee4b1" providerId="ADAL" clId="{67D9B945-6A8F-4A66-A404-CE876C1815D5}" dt="2020-06-01T14:33:17.525" v="65"/>
          <ac:spMkLst>
            <pc:docMk/>
            <pc:sldMk cId="3276597718" sldId="275"/>
            <ac:spMk id="3" creationId="{5C73AF70-8937-4463-A864-AC88BD273E3F}"/>
          </ac:spMkLst>
        </pc:spChg>
      </pc:sldChg>
      <pc:sldChg chg="modSp mod">
        <pc:chgData name="James Franklin" userId="cf915d05-507f-491f-b4a6-b2aa085ee4b1" providerId="ADAL" clId="{67D9B945-6A8F-4A66-A404-CE876C1815D5}" dt="2020-06-01T14:46:14.277" v="75"/>
        <pc:sldMkLst>
          <pc:docMk/>
          <pc:sldMk cId="32029978" sldId="279"/>
        </pc:sldMkLst>
        <pc:spChg chg="mod">
          <ac:chgData name="James Franklin" userId="cf915d05-507f-491f-b4a6-b2aa085ee4b1" providerId="ADAL" clId="{67D9B945-6A8F-4A66-A404-CE876C1815D5}" dt="2020-06-01T14:46:14.277" v="75"/>
          <ac:spMkLst>
            <pc:docMk/>
            <pc:sldMk cId="32029978" sldId="279"/>
            <ac:spMk id="4" creationId="{00000000-0000-0000-0000-000000000000}"/>
          </ac:spMkLst>
        </pc:spChg>
      </pc:sldChg>
      <pc:sldChg chg="modSp mod">
        <pc:chgData name="James Franklin" userId="cf915d05-507f-491f-b4a6-b2aa085ee4b1" providerId="ADAL" clId="{67D9B945-6A8F-4A66-A404-CE876C1815D5}" dt="2020-06-01T14:48:30.543" v="99" actId="20577"/>
        <pc:sldMkLst>
          <pc:docMk/>
          <pc:sldMk cId="166779371" sldId="280"/>
        </pc:sldMkLst>
        <pc:spChg chg="mod">
          <ac:chgData name="James Franklin" userId="cf915d05-507f-491f-b4a6-b2aa085ee4b1" providerId="ADAL" clId="{67D9B945-6A8F-4A66-A404-CE876C1815D5}" dt="2020-06-01T14:48:30.543" v="99" actId="20577"/>
          <ac:spMkLst>
            <pc:docMk/>
            <pc:sldMk cId="166779371" sldId="280"/>
            <ac:spMk id="4" creationId="{00000000-0000-0000-0000-000000000000}"/>
          </ac:spMkLst>
        </pc:spChg>
      </pc:sldChg>
      <pc:sldChg chg="modSp mod">
        <pc:chgData name="James Franklin" userId="cf915d05-507f-491f-b4a6-b2aa085ee4b1" providerId="ADAL" clId="{67D9B945-6A8F-4A66-A404-CE876C1815D5}" dt="2020-06-03T10:56:49.020" v="2289" actId="313"/>
        <pc:sldMkLst>
          <pc:docMk/>
          <pc:sldMk cId="3688799548" sldId="282"/>
        </pc:sldMkLst>
        <pc:spChg chg="mod">
          <ac:chgData name="James Franklin" userId="cf915d05-507f-491f-b4a6-b2aa085ee4b1" providerId="ADAL" clId="{67D9B945-6A8F-4A66-A404-CE876C1815D5}" dt="2020-06-03T10:56:49.020" v="2289" actId="313"/>
          <ac:spMkLst>
            <pc:docMk/>
            <pc:sldMk cId="3688799548" sldId="282"/>
            <ac:spMk id="3" creationId="{90F74121-45EE-4CD8-AF91-304AF003762A}"/>
          </ac:spMkLst>
        </pc:spChg>
      </pc:sldChg>
      <pc:sldChg chg="modSp mod">
        <pc:chgData name="James Franklin" userId="cf915d05-507f-491f-b4a6-b2aa085ee4b1" providerId="ADAL" clId="{67D9B945-6A8F-4A66-A404-CE876C1815D5}" dt="2020-06-01T14:49:22.055" v="148" actId="20577"/>
        <pc:sldMkLst>
          <pc:docMk/>
          <pc:sldMk cId="1306920338" sldId="283"/>
        </pc:sldMkLst>
        <pc:spChg chg="mod">
          <ac:chgData name="James Franklin" userId="cf915d05-507f-491f-b4a6-b2aa085ee4b1" providerId="ADAL" clId="{67D9B945-6A8F-4A66-A404-CE876C1815D5}" dt="2020-06-01T14:49:22.055" v="148" actId="20577"/>
          <ac:spMkLst>
            <pc:docMk/>
            <pc:sldMk cId="1306920338" sldId="283"/>
            <ac:spMk id="4" creationId="{00000000-0000-0000-0000-000000000000}"/>
          </ac:spMkLst>
        </pc:spChg>
      </pc:sldChg>
      <pc:sldChg chg="modSp mod">
        <pc:chgData name="James Franklin" userId="cf915d05-507f-491f-b4a6-b2aa085ee4b1" providerId="ADAL" clId="{67D9B945-6A8F-4A66-A404-CE876C1815D5}" dt="2020-06-02T07:32:37.854" v="556"/>
        <pc:sldMkLst>
          <pc:docMk/>
          <pc:sldMk cId="145652338" sldId="284"/>
        </pc:sldMkLst>
        <pc:spChg chg="mod">
          <ac:chgData name="James Franklin" userId="cf915d05-507f-491f-b4a6-b2aa085ee4b1" providerId="ADAL" clId="{67D9B945-6A8F-4A66-A404-CE876C1815D5}" dt="2020-06-02T07:32:37.854" v="556"/>
          <ac:spMkLst>
            <pc:docMk/>
            <pc:sldMk cId="145652338" sldId="284"/>
            <ac:spMk id="3" creationId="{49AD9FFF-73FC-417A-A6FE-D5CFD77D7CB5}"/>
          </ac:spMkLst>
        </pc:spChg>
      </pc:sldChg>
      <pc:sldChg chg="add">
        <pc:chgData name="James Franklin" userId="cf915d05-507f-491f-b4a6-b2aa085ee4b1" providerId="ADAL" clId="{67D9B945-6A8F-4A66-A404-CE876C1815D5}" dt="2020-06-02T07:48:49.138" v="633"/>
        <pc:sldMkLst>
          <pc:docMk/>
          <pc:sldMk cId="3033151502" sldId="286"/>
        </pc:sldMkLst>
      </pc:sldChg>
      <pc:sldChg chg="modSp add mod">
        <pc:chgData name="James Franklin" userId="cf915d05-507f-491f-b4a6-b2aa085ee4b1" providerId="ADAL" clId="{67D9B945-6A8F-4A66-A404-CE876C1815D5}" dt="2020-06-02T11:08:18.902" v="2285" actId="20577"/>
        <pc:sldMkLst>
          <pc:docMk/>
          <pc:sldMk cId="1313911063" sldId="287"/>
        </pc:sldMkLst>
        <pc:spChg chg="mod">
          <ac:chgData name="James Franklin" userId="cf915d05-507f-491f-b4a6-b2aa085ee4b1" providerId="ADAL" clId="{67D9B945-6A8F-4A66-A404-CE876C1815D5}" dt="2020-06-02T11:08:18.902" v="2285" actId="20577"/>
          <ac:spMkLst>
            <pc:docMk/>
            <pc:sldMk cId="1313911063" sldId="287"/>
            <ac:spMk id="3" creationId="{00000000-0000-0000-0000-000000000000}"/>
          </ac:spMkLst>
        </pc:spChg>
      </pc:sldChg>
      <pc:sldChg chg="addSp delSp modSp new mod">
        <pc:chgData name="James Franklin" userId="cf915d05-507f-491f-b4a6-b2aa085ee4b1" providerId="ADAL" clId="{67D9B945-6A8F-4A66-A404-CE876C1815D5}" dt="2020-06-02T09:13:13.420" v="1963" actId="20577"/>
        <pc:sldMkLst>
          <pc:docMk/>
          <pc:sldMk cId="1228705590" sldId="288"/>
        </pc:sldMkLst>
        <pc:spChg chg="mod">
          <ac:chgData name="James Franklin" userId="cf915d05-507f-491f-b4a6-b2aa085ee4b1" providerId="ADAL" clId="{67D9B945-6A8F-4A66-A404-CE876C1815D5}" dt="2020-06-02T08:45:44.150" v="1612" actId="20577"/>
          <ac:spMkLst>
            <pc:docMk/>
            <pc:sldMk cId="1228705590" sldId="288"/>
            <ac:spMk id="2" creationId="{F989DC07-8D0F-47F4-A781-495AD9BFF30D}"/>
          </ac:spMkLst>
        </pc:spChg>
        <pc:spChg chg="mod">
          <ac:chgData name="James Franklin" userId="cf915d05-507f-491f-b4a6-b2aa085ee4b1" providerId="ADAL" clId="{67D9B945-6A8F-4A66-A404-CE876C1815D5}" dt="2020-06-02T08:57:56.387" v="1750" actId="14100"/>
          <ac:spMkLst>
            <pc:docMk/>
            <pc:sldMk cId="1228705590" sldId="288"/>
            <ac:spMk id="3" creationId="{A1F1F84B-6D21-47D8-969D-75A66D292E5D}"/>
          </ac:spMkLst>
        </pc:spChg>
        <pc:spChg chg="add del mod">
          <ac:chgData name="James Franklin" userId="cf915d05-507f-491f-b4a6-b2aa085ee4b1" providerId="ADAL" clId="{67D9B945-6A8F-4A66-A404-CE876C1815D5}" dt="2020-06-02T09:02:12.005" v="1832" actId="478"/>
          <ac:spMkLst>
            <pc:docMk/>
            <pc:sldMk cId="1228705590" sldId="288"/>
            <ac:spMk id="4" creationId="{E19BC8C1-1CC1-449E-AF2B-EE1D00576AB6}"/>
          </ac:spMkLst>
        </pc:spChg>
        <pc:spChg chg="add mod">
          <ac:chgData name="James Franklin" userId="cf915d05-507f-491f-b4a6-b2aa085ee4b1" providerId="ADAL" clId="{67D9B945-6A8F-4A66-A404-CE876C1815D5}" dt="2020-06-02T09:09:52.481" v="1837" actId="14100"/>
          <ac:spMkLst>
            <pc:docMk/>
            <pc:sldMk cId="1228705590" sldId="288"/>
            <ac:spMk id="5" creationId="{34467DFD-F17B-4D01-A07A-907C9E714006}"/>
          </ac:spMkLst>
        </pc:spChg>
        <pc:spChg chg="add mod">
          <ac:chgData name="James Franklin" userId="cf915d05-507f-491f-b4a6-b2aa085ee4b1" providerId="ADAL" clId="{67D9B945-6A8F-4A66-A404-CE876C1815D5}" dt="2020-06-02T09:11:07.602" v="1895" actId="20577"/>
          <ac:spMkLst>
            <pc:docMk/>
            <pc:sldMk cId="1228705590" sldId="288"/>
            <ac:spMk id="6" creationId="{E32D842E-02F2-4A13-AF57-6657DF0DFAE2}"/>
          </ac:spMkLst>
        </pc:spChg>
        <pc:spChg chg="add mod">
          <ac:chgData name="James Franklin" userId="cf915d05-507f-491f-b4a6-b2aa085ee4b1" providerId="ADAL" clId="{67D9B945-6A8F-4A66-A404-CE876C1815D5}" dt="2020-06-02T09:12:43.378" v="1925" actId="14100"/>
          <ac:spMkLst>
            <pc:docMk/>
            <pc:sldMk cId="1228705590" sldId="288"/>
            <ac:spMk id="7" creationId="{DE664F54-2A83-41E1-ACF6-233B076A7578}"/>
          </ac:spMkLst>
        </pc:spChg>
        <pc:spChg chg="add mod">
          <ac:chgData name="James Franklin" userId="cf915d05-507f-491f-b4a6-b2aa085ee4b1" providerId="ADAL" clId="{67D9B945-6A8F-4A66-A404-CE876C1815D5}" dt="2020-06-02T09:12:51.826" v="1938" actId="20577"/>
          <ac:spMkLst>
            <pc:docMk/>
            <pc:sldMk cId="1228705590" sldId="288"/>
            <ac:spMk id="8" creationId="{8D6A3A1B-4EAA-499E-AB00-AC9A5BAD9678}"/>
          </ac:spMkLst>
        </pc:spChg>
        <pc:spChg chg="add mod">
          <ac:chgData name="James Franklin" userId="cf915d05-507f-491f-b4a6-b2aa085ee4b1" providerId="ADAL" clId="{67D9B945-6A8F-4A66-A404-CE876C1815D5}" dt="2020-06-02T09:13:03.545" v="1941" actId="14100"/>
          <ac:spMkLst>
            <pc:docMk/>
            <pc:sldMk cId="1228705590" sldId="288"/>
            <ac:spMk id="9" creationId="{F242CAF8-0B13-4FF5-BBFF-7F36918E1239}"/>
          </ac:spMkLst>
        </pc:spChg>
        <pc:spChg chg="add mod">
          <ac:chgData name="James Franklin" userId="cf915d05-507f-491f-b4a6-b2aa085ee4b1" providerId="ADAL" clId="{67D9B945-6A8F-4A66-A404-CE876C1815D5}" dt="2020-06-02T09:13:13.420" v="1963" actId="20577"/>
          <ac:spMkLst>
            <pc:docMk/>
            <pc:sldMk cId="1228705590" sldId="288"/>
            <ac:spMk id="10" creationId="{9304125D-4796-4F5D-A8C0-DF33E630A601}"/>
          </ac:spMkLst>
        </pc:spChg>
      </pc:sldChg>
      <pc:sldChg chg="modSp new del mod">
        <pc:chgData name="James Franklin" userId="cf915d05-507f-491f-b4a6-b2aa085ee4b1" providerId="ADAL" clId="{67D9B945-6A8F-4A66-A404-CE876C1815D5}" dt="2020-06-02T08:59:40.108" v="1831" actId="47"/>
        <pc:sldMkLst>
          <pc:docMk/>
          <pc:sldMk cId="3685494607" sldId="289"/>
        </pc:sldMkLst>
        <pc:spChg chg="mod">
          <ac:chgData name="James Franklin" userId="cf915d05-507f-491f-b4a6-b2aa085ee4b1" providerId="ADAL" clId="{67D9B945-6A8F-4A66-A404-CE876C1815D5}" dt="2020-06-02T08:45:54.019" v="1615" actId="20577"/>
          <ac:spMkLst>
            <pc:docMk/>
            <pc:sldMk cId="3685494607" sldId="289"/>
            <ac:spMk id="2" creationId="{2C373A41-12A9-43A5-913B-1F8E2DA8385F}"/>
          </ac:spMkLst>
        </pc:spChg>
      </pc:sldChg>
      <pc:sldChg chg="addSp delSp modSp add mod">
        <pc:chgData name="James Franklin" userId="cf915d05-507f-491f-b4a6-b2aa085ee4b1" providerId="ADAL" clId="{67D9B945-6A8F-4A66-A404-CE876C1815D5}" dt="2020-06-02T09:13:45.170" v="1966" actId="1076"/>
        <pc:sldMkLst>
          <pc:docMk/>
          <pc:sldMk cId="3769130100" sldId="290"/>
        </pc:sldMkLst>
        <pc:spChg chg="mod">
          <ac:chgData name="James Franklin" userId="cf915d05-507f-491f-b4a6-b2aa085ee4b1" providerId="ADAL" clId="{67D9B945-6A8F-4A66-A404-CE876C1815D5}" dt="2020-06-02T08:59:35.746" v="1830" actId="20577"/>
          <ac:spMkLst>
            <pc:docMk/>
            <pc:sldMk cId="3769130100" sldId="290"/>
            <ac:spMk id="2" creationId="{F989DC07-8D0F-47F4-A781-495AD9BFF30D}"/>
          </ac:spMkLst>
        </pc:spChg>
        <pc:spChg chg="del">
          <ac:chgData name="James Franklin" userId="cf915d05-507f-491f-b4a6-b2aa085ee4b1" providerId="ADAL" clId="{67D9B945-6A8F-4A66-A404-CE876C1815D5}" dt="2020-06-02T09:02:16.283" v="1833" actId="478"/>
          <ac:spMkLst>
            <pc:docMk/>
            <pc:sldMk cId="3769130100" sldId="290"/>
            <ac:spMk id="3" creationId="{A1F1F84B-6D21-47D8-969D-75A66D292E5D}"/>
          </ac:spMkLst>
        </pc:spChg>
        <pc:spChg chg="mod">
          <ac:chgData name="James Franklin" userId="cf915d05-507f-491f-b4a6-b2aa085ee4b1" providerId="ADAL" clId="{67D9B945-6A8F-4A66-A404-CE876C1815D5}" dt="2020-06-02T09:02:26.993" v="1835" actId="1076"/>
          <ac:spMkLst>
            <pc:docMk/>
            <pc:sldMk cId="3769130100" sldId="290"/>
            <ac:spMk id="4" creationId="{E19BC8C1-1CC1-449E-AF2B-EE1D00576AB6}"/>
          </ac:spMkLst>
        </pc:spChg>
        <pc:spChg chg="add del mod">
          <ac:chgData name="James Franklin" userId="cf915d05-507f-491f-b4a6-b2aa085ee4b1" providerId="ADAL" clId="{67D9B945-6A8F-4A66-A404-CE876C1815D5}" dt="2020-06-02T09:02:23.418" v="1834" actId="478"/>
          <ac:spMkLst>
            <pc:docMk/>
            <pc:sldMk cId="3769130100" sldId="290"/>
            <ac:spMk id="6" creationId="{AEAC6BD2-1E47-4A88-96F3-88A3F2A77B57}"/>
          </ac:spMkLst>
        </pc:spChg>
        <pc:spChg chg="add mod">
          <ac:chgData name="James Franklin" userId="cf915d05-507f-491f-b4a6-b2aa085ee4b1" providerId="ADAL" clId="{67D9B945-6A8F-4A66-A404-CE876C1815D5}" dt="2020-06-02T09:13:35.426" v="1965" actId="14100"/>
          <ac:spMkLst>
            <pc:docMk/>
            <pc:sldMk cId="3769130100" sldId="290"/>
            <ac:spMk id="7" creationId="{53AE1F16-DB60-4EF8-9189-01A4F61A8F3C}"/>
          </ac:spMkLst>
        </pc:spChg>
        <pc:spChg chg="add mod">
          <ac:chgData name="James Franklin" userId="cf915d05-507f-491f-b4a6-b2aa085ee4b1" providerId="ADAL" clId="{67D9B945-6A8F-4A66-A404-CE876C1815D5}" dt="2020-06-02T09:13:28.732" v="1964"/>
          <ac:spMkLst>
            <pc:docMk/>
            <pc:sldMk cId="3769130100" sldId="290"/>
            <ac:spMk id="8" creationId="{0AE0E4CC-136D-46D0-AA9F-9CE11FFC753B}"/>
          </ac:spMkLst>
        </pc:spChg>
        <pc:spChg chg="add mod">
          <ac:chgData name="James Franklin" userId="cf915d05-507f-491f-b4a6-b2aa085ee4b1" providerId="ADAL" clId="{67D9B945-6A8F-4A66-A404-CE876C1815D5}" dt="2020-06-02T09:13:45.170" v="1966" actId="1076"/>
          <ac:spMkLst>
            <pc:docMk/>
            <pc:sldMk cId="3769130100" sldId="290"/>
            <ac:spMk id="9" creationId="{33C05A2B-9A9A-4614-B5C1-D03CC78540FE}"/>
          </ac:spMkLst>
        </pc:spChg>
        <pc:spChg chg="add mod">
          <ac:chgData name="James Franklin" userId="cf915d05-507f-491f-b4a6-b2aa085ee4b1" providerId="ADAL" clId="{67D9B945-6A8F-4A66-A404-CE876C1815D5}" dt="2020-06-02T09:13:45.170" v="1966" actId="1076"/>
          <ac:spMkLst>
            <pc:docMk/>
            <pc:sldMk cId="3769130100" sldId="290"/>
            <ac:spMk id="10" creationId="{8985A99B-6DE1-402F-B4D6-68794459DA45}"/>
          </ac:spMkLst>
        </pc:spChg>
        <pc:spChg chg="add mod">
          <ac:chgData name="James Franklin" userId="cf915d05-507f-491f-b4a6-b2aa085ee4b1" providerId="ADAL" clId="{67D9B945-6A8F-4A66-A404-CE876C1815D5}" dt="2020-06-02T09:13:45.170" v="1966" actId="1076"/>
          <ac:spMkLst>
            <pc:docMk/>
            <pc:sldMk cId="3769130100" sldId="290"/>
            <ac:spMk id="11" creationId="{7B890947-DE68-4A95-8D4A-6405E2C42C26}"/>
          </ac:spMkLst>
        </pc:spChg>
        <pc:spChg chg="add mod">
          <ac:chgData name="James Franklin" userId="cf915d05-507f-491f-b4a6-b2aa085ee4b1" providerId="ADAL" clId="{67D9B945-6A8F-4A66-A404-CE876C1815D5}" dt="2020-06-02T09:13:45.170" v="1966" actId="1076"/>
          <ac:spMkLst>
            <pc:docMk/>
            <pc:sldMk cId="3769130100" sldId="290"/>
            <ac:spMk id="12" creationId="{A4786DA2-08EB-4AF1-AE7C-25DA2BFBC09C}"/>
          </ac:spMkLst>
        </pc:spChg>
      </pc:sldChg>
      <pc:sldChg chg="modSp new mod">
        <pc:chgData name="James Franklin" userId="cf915d05-507f-491f-b4a6-b2aa085ee4b1" providerId="ADAL" clId="{67D9B945-6A8F-4A66-A404-CE876C1815D5}" dt="2020-06-02T09:53:50.618" v="2235" actId="20577"/>
        <pc:sldMkLst>
          <pc:docMk/>
          <pc:sldMk cId="1399044412" sldId="291"/>
        </pc:sldMkLst>
        <pc:spChg chg="mod">
          <ac:chgData name="James Franklin" userId="cf915d05-507f-491f-b4a6-b2aa085ee4b1" providerId="ADAL" clId="{67D9B945-6A8F-4A66-A404-CE876C1815D5}" dt="2020-06-02T09:14:03.619" v="1990" actId="20577"/>
          <ac:spMkLst>
            <pc:docMk/>
            <pc:sldMk cId="1399044412" sldId="291"/>
            <ac:spMk id="2" creationId="{9AE38E2D-9D63-42DF-AC4C-8290A88A6681}"/>
          </ac:spMkLst>
        </pc:spChg>
        <pc:spChg chg="mod">
          <ac:chgData name="James Franklin" userId="cf915d05-507f-491f-b4a6-b2aa085ee4b1" providerId="ADAL" clId="{67D9B945-6A8F-4A66-A404-CE876C1815D5}" dt="2020-06-02T09:53:50.618" v="2235" actId="20577"/>
          <ac:spMkLst>
            <pc:docMk/>
            <pc:sldMk cId="1399044412" sldId="291"/>
            <ac:spMk id="3" creationId="{D39161A8-ECD3-450E-8345-DEAEE8DB341C}"/>
          </ac:spMkLst>
        </pc:spChg>
      </pc:sldChg>
      <pc:sldChg chg="modSp add mod ord">
        <pc:chgData name="James Franklin" userId="cf915d05-507f-491f-b4a6-b2aa085ee4b1" providerId="ADAL" clId="{67D9B945-6A8F-4A66-A404-CE876C1815D5}" dt="2020-06-02T09:15:44.907" v="2221" actId="20577"/>
        <pc:sldMkLst>
          <pc:docMk/>
          <pc:sldMk cId="2117891275" sldId="292"/>
        </pc:sldMkLst>
        <pc:spChg chg="mod">
          <ac:chgData name="James Franklin" userId="cf915d05-507f-491f-b4a6-b2aa085ee4b1" providerId="ADAL" clId="{67D9B945-6A8F-4A66-A404-CE876C1815D5}" dt="2020-06-02T09:15:44.907" v="2221" actId="20577"/>
          <ac:spMkLst>
            <pc:docMk/>
            <pc:sldMk cId="2117891275" sldId="292"/>
            <ac:spMk id="5" creationId="{00000000-0000-0000-0000-000000000000}"/>
          </ac:spMkLst>
        </pc:spChg>
      </pc:sldChg>
    </pc:docChg>
  </pc:docChgLst>
  <pc:docChgLst>
    <pc:chgData name="James Franklin" userId="cf915d05-507f-491f-b4a6-b2aa085ee4b1" providerId="ADAL" clId="{7AD76FE8-63A9-4ED0-8E89-9A46AEB54418}"/>
    <pc:docChg chg="addSld modSld sldOrd">
      <pc:chgData name="James Franklin" userId="cf915d05-507f-491f-b4a6-b2aa085ee4b1" providerId="ADAL" clId="{7AD76FE8-63A9-4ED0-8E89-9A46AEB54418}" dt="2020-04-22T13:46:33.201" v="78"/>
      <pc:docMkLst>
        <pc:docMk/>
      </pc:docMkLst>
      <pc:sldChg chg="modSp ord">
        <pc:chgData name="James Franklin" userId="cf915d05-507f-491f-b4a6-b2aa085ee4b1" providerId="ADAL" clId="{7AD76FE8-63A9-4ED0-8E89-9A46AEB54418}" dt="2020-04-22T13:46:10.812" v="55"/>
        <pc:sldMkLst>
          <pc:docMk/>
          <pc:sldMk cId="1807920624" sldId="273"/>
        </pc:sldMkLst>
        <pc:spChg chg="mod">
          <ac:chgData name="James Franklin" userId="cf915d05-507f-491f-b4a6-b2aa085ee4b1" providerId="ADAL" clId="{7AD76FE8-63A9-4ED0-8E89-9A46AEB54418}" dt="2020-04-22T13:46:03.427" v="53" actId="20577"/>
          <ac:spMkLst>
            <pc:docMk/>
            <pc:sldMk cId="1807920624" sldId="273"/>
            <ac:spMk id="4" creationId="{00000000-0000-0000-0000-000000000000}"/>
          </ac:spMkLst>
        </pc:spChg>
      </pc:sldChg>
      <pc:sldChg chg="modSp add ord">
        <pc:chgData name="James Franklin" userId="cf915d05-507f-491f-b4a6-b2aa085ee4b1" providerId="ADAL" clId="{7AD76FE8-63A9-4ED0-8E89-9A46AEB54418}" dt="2020-04-22T13:44:30.803" v="9" actId="20577"/>
        <pc:sldMkLst>
          <pc:docMk/>
          <pc:sldMk cId="1676653193" sldId="274"/>
        </pc:sldMkLst>
        <pc:spChg chg="mod">
          <ac:chgData name="James Franklin" userId="cf915d05-507f-491f-b4a6-b2aa085ee4b1" providerId="ADAL" clId="{7AD76FE8-63A9-4ED0-8E89-9A46AEB54418}" dt="2020-04-22T13:44:30.803" v="9" actId="20577"/>
          <ac:spMkLst>
            <pc:docMk/>
            <pc:sldMk cId="1676653193" sldId="274"/>
            <ac:spMk id="2" creationId="{BA8542F0-FB82-40B6-BA1A-FD916A2B8D0C}"/>
          </ac:spMkLst>
        </pc:spChg>
      </pc:sldChg>
      <pc:sldChg chg="addSp modSp add">
        <pc:chgData name="James Franklin" userId="cf915d05-507f-491f-b4a6-b2aa085ee4b1" providerId="ADAL" clId="{7AD76FE8-63A9-4ED0-8E89-9A46AEB54418}" dt="2020-04-22T13:44:46.910" v="19" actId="207"/>
        <pc:sldMkLst>
          <pc:docMk/>
          <pc:sldMk cId="3276597718" sldId="275"/>
        </pc:sldMkLst>
        <pc:spChg chg="add mod">
          <ac:chgData name="James Franklin" userId="cf915d05-507f-491f-b4a6-b2aa085ee4b1" providerId="ADAL" clId="{7AD76FE8-63A9-4ED0-8E89-9A46AEB54418}" dt="2020-04-22T13:44:46.910" v="19" actId="207"/>
          <ac:spMkLst>
            <pc:docMk/>
            <pc:sldMk cId="3276597718" sldId="275"/>
            <ac:spMk id="4" creationId="{1FEB2D43-FF36-42E1-95A5-DBF34BB74B76}"/>
          </ac:spMkLst>
        </pc:spChg>
      </pc:sldChg>
      <pc:sldChg chg="modSp add">
        <pc:chgData name="James Franklin" userId="cf915d05-507f-491f-b4a6-b2aa085ee4b1" providerId="ADAL" clId="{7AD76FE8-63A9-4ED0-8E89-9A46AEB54418}" dt="2020-04-22T13:46:20.721" v="76" actId="20577"/>
        <pc:sldMkLst>
          <pc:docMk/>
          <pc:sldMk cId="157753427" sldId="276"/>
        </pc:sldMkLst>
        <pc:spChg chg="mod">
          <ac:chgData name="James Franklin" userId="cf915d05-507f-491f-b4a6-b2aa085ee4b1" providerId="ADAL" clId="{7AD76FE8-63A9-4ED0-8E89-9A46AEB54418}" dt="2020-04-22T13:46:20.721" v="76" actId="20577"/>
          <ac:spMkLst>
            <pc:docMk/>
            <pc:sldMk cId="157753427" sldId="276"/>
            <ac:spMk id="2" creationId="{931EA7CD-D554-4E48-9AA2-5CA3DDB4793F}"/>
          </ac:spMkLst>
        </pc:spChg>
      </pc:sldChg>
      <pc:sldChg chg="addSp add">
        <pc:chgData name="James Franklin" userId="cf915d05-507f-491f-b4a6-b2aa085ee4b1" providerId="ADAL" clId="{7AD76FE8-63A9-4ED0-8E89-9A46AEB54418}" dt="2020-04-22T13:46:33.201" v="78"/>
        <pc:sldMkLst>
          <pc:docMk/>
          <pc:sldMk cId="2483446756" sldId="277"/>
        </pc:sldMkLst>
        <pc:spChg chg="add">
          <ac:chgData name="James Franklin" userId="cf915d05-507f-491f-b4a6-b2aa085ee4b1" providerId="ADAL" clId="{7AD76FE8-63A9-4ED0-8E89-9A46AEB54418}" dt="2020-04-22T13:46:33.201" v="78"/>
          <ac:spMkLst>
            <pc:docMk/>
            <pc:sldMk cId="2483446756" sldId="277"/>
            <ac:spMk id="4" creationId="{2AD0B471-B813-4F9C-A46A-EAA5D3C5765B}"/>
          </ac:spMkLst>
        </pc:spChg>
      </pc:sldChg>
    </pc:docChg>
  </pc:docChgLst>
  <pc:docChgLst>
    <pc:chgData name="Leonora Sheppard" userId="3688f6d8-1f97-408e-a4fe-cc859c551ddb" providerId="ADAL" clId="{956E1C53-7E26-418C-A88D-77E5602D8524}"/>
    <pc:docChg chg="custSel modSld">
      <pc:chgData name="Leonora Sheppard" userId="3688f6d8-1f97-408e-a4fe-cc859c551ddb" providerId="ADAL" clId="{956E1C53-7E26-418C-A88D-77E5602D8524}" dt="2021-10-25T13:59:38.921" v="4" actId="1036"/>
      <pc:docMkLst>
        <pc:docMk/>
      </pc:docMkLst>
      <pc:sldChg chg="addCm">
        <pc:chgData name="Leonora Sheppard" userId="3688f6d8-1f97-408e-a4fe-cc859c551ddb" providerId="ADAL" clId="{956E1C53-7E26-418C-A88D-77E5602D8524}" dt="2021-10-25T13:54:53.779" v="0" actId="1589"/>
        <pc:sldMkLst>
          <pc:docMk/>
          <pc:sldMk cId="3148882095" sldId="256"/>
        </pc:sldMkLst>
      </pc:sldChg>
      <pc:sldChg chg="modSp mod">
        <pc:chgData name="Leonora Sheppard" userId="3688f6d8-1f97-408e-a4fe-cc859c551ddb" providerId="ADAL" clId="{956E1C53-7E26-418C-A88D-77E5602D8524}" dt="2021-10-25T13:59:38.921" v="4" actId="1036"/>
        <pc:sldMkLst>
          <pc:docMk/>
          <pc:sldMk cId="3434525229" sldId="280"/>
        </pc:sldMkLst>
        <pc:spChg chg="mod">
          <ac:chgData name="Leonora Sheppard" userId="3688f6d8-1f97-408e-a4fe-cc859c551ddb" providerId="ADAL" clId="{956E1C53-7E26-418C-A88D-77E5602D8524}" dt="2021-10-25T13:59:38.921" v="4" actId="1036"/>
          <ac:spMkLst>
            <pc:docMk/>
            <pc:sldMk cId="3434525229" sldId="280"/>
            <ac:spMk id="3" creationId="{C482B53D-C125-46FA-9284-AB7E51BAB56C}"/>
          </ac:spMkLst>
        </pc:spChg>
      </pc:sldChg>
    </pc:docChg>
  </pc:docChgLst>
  <pc:docChgLst>
    <pc:chgData name="Mike Bloys" userId="1248c4d8-7b2b-4b32-b8bd-163ae845f9bb" providerId="ADAL" clId="{018D5F60-08AD-4FE1-AE17-5FC177098B05}"/>
    <pc:docChg chg="undo custSel modSld modMainMaster">
      <pc:chgData name="Mike Bloys" userId="1248c4d8-7b2b-4b32-b8bd-163ae845f9bb" providerId="ADAL" clId="{018D5F60-08AD-4FE1-AE17-5FC177098B05}" dt="2020-04-29T08:36:01.506" v="385" actId="20577"/>
      <pc:docMkLst>
        <pc:docMk/>
      </pc:docMkLst>
      <pc:sldChg chg="addSp delSp modSp">
        <pc:chgData name="Mike Bloys" userId="1248c4d8-7b2b-4b32-b8bd-163ae845f9bb" providerId="ADAL" clId="{018D5F60-08AD-4FE1-AE17-5FC177098B05}" dt="2020-04-23T08:59:24.786" v="1" actId="478"/>
        <pc:sldMkLst>
          <pc:docMk/>
          <pc:sldMk cId="3148882095" sldId="256"/>
        </pc:sldMkLst>
        <pc:spChg chg="add del mod">
          <ac:chgData name="Mike Bloys" userId="1248c4d8-7b2b-4b32-b8bd-163ae845f9bb" providerId="ADAL" clId="{018D5F60-08AD-4FE1-AE17-5FC177098B05}" dt="2020-04-23T08:59:24.786" v="1" actId="478"/>
          <ac:spMkLst>
            <pc:docMk/>
            <pc:sldMk cId="3148882095" sldId="256"/>
            <ac:spMk id="3" creationId="{B42F1537-0F3C-499F-B270-73BAF6EA4EFA}"/>
          </ac:spMkLst>
        </pc:spChg>
        <pc:spChg chg="del">
          <ac:chgData name="Mike Bloys" userId="1248c4d8-7b2b-4b32-b8bd-163ae845f9bb" providerId="ADAL" clId="{018D5F60-08AD-4FE1-AE17-5FC177098B05}" dt="2020-04-23T08:59:23.354" v="0" actId="478"/>
          <ac:spMkLst>
            <pc:docMk/>
            <pc:sldMk cId="3148882095" sldId="256"/>
            <ac:spMk id="5" creationId="{00000000-0000-0000-0000-000000000000}"/>
          </ac:spMkLst>
        </pc:spChg>
        <pc:spChg chg="del">
          <ac:chgData name="Mike Bloys" userId="1248c4d8-7b2b-4b32-b8bd-163ae845f9bb" providerId="ADAL" clId="{018D5F60-08AD-4FE1-AE17-5FC177098B05}" dt="2020-04-23T08:59:23.354" v="0" actId="478"/>
          <ac:spMkLst>
            <pc:docMk/>
            <pc:sldMk cId="3148882095" sldId="256"/>
            <ac:spMk id="6" creationId="{00000000-0000-0000-0000-000000000000}"/>
          </ac:spMkLst>
        </pc:spChg>
        <pc:spChg chg="del">
          <ac:chgData name="Mike Bloys" userId="1248c4d8-7b2b-4b32-b8bd-163ae845f9bb" providerId="ADAL" clId="{018D5F60-08AD-4FE1-AE17-5FC177098B05}" dt="2020-04-23T08:59:23.354" v="0" actId="478"/>
          <ac:spMkLst>
            <pc:docMk/>
            <pc:sldMk cId="3148882095" sldId="256"/>
            <ac:spMk id="7" creationId="{00000000-0000-0000-0000-000000000000}"/>
          </ac:spMkLst>
        </pc:spChg>
        <pc:spChg chg="add del mod">
          <ac:chgData name="Mike Bloys" userId="1248c4d8-7b2b-4b32-b8bd-163ae845f9bb" providerId="ADAL" clId="{018D5F60-08AD-4FE1-AE17-5FC177098B05}" dt="2020-04-23T08:59:24.786" v="1" actId="478"/>
          <ac:spMkLst>
            <pc:docMk/>
            <pc:sldMk cId="3148882095" sldId="256"/>
            <ac:spMk id="9" creationId="{6113B40E-687D-4A26-939C-0B9016C10B8B}"/>
          </ac:spMkLst>
        </pc:spChg>
        <pc:spChg chg="add del mod">
          <ac:chgData name="Mike Bloys" userId="1248c4d8-7b2b-4b32-b8bd-163ae845f9bb" providerId="ADAL" clId="{018D5F60-08AD-4FE1-AE17-5FC177098B05}" dt="2020-04-23T08:59:24.786" v="1" actId="478"/>
          <ac:spMkLst>
            <pc:docMk/>
            <pc:sldMk cId="3148882095" sldId="256"/>
            <ac:spMk id="11" creationId="{46F8F148-5B9D-4624-AE99-3440730D8DEB}"/>
          </ac:spMkLst>
        </pc:spChg>
        <pc:graphicFrameChg chg="del">
          <ac:chgData name="Mike Bloys" userId="1248c4d8-7b2b-4b32-b8bd-163ae845f9bb" providerId="ADAL" clId="{018D5F60-08AD-4FE1-AE17-5FC177098B05}" dt="2020-04-23T08:59:23.354" v="0" actId="478"/>
          <ac:graphicFrameMkLst>
            <pc:docMk/>
            <pc:sldMk cId="3148882095" sldId="256"/>
            <ac:graphicFrameMk id="8" creationId="{00000000-0000-0000-0000-000000000000}"/>
          </ac:graphicFrameMkLst>
        </pc:graphicFrameChg>
      </pc:sldChg>
      <pc:sldChg chg="addSp delSp modSp">
        <pc:chgData name="Mike Bloys" userId="1248c4d8-7b2b-4b32-b8bd-163ae845f9bb" providerId="ADAL" clId="{018D5F60-08AD-4FE1-AE17-5FC177098B05}" dt="2020-04-29T08:23:46.897" v="365" actId="14100"/>
        <pc:sldMkLst>
          <pc:docMk/>
          <pc:sldMk cId="1868181489" sldId="260"/>
        </pc:sldMkLst>
        <pc:spChg chg="mod">
          <ac:chgData name="Mike Bloys" userId="1248c4d8-7b2b-4b32-b8bd-163ae845f9bb" providerId="ADAL" clId="{018D5F60-08AD-4FE1-AE17-5FC177098B05}" dt="2020-04-29T08:23:46.897" v="365" actId="14100"/>
          <ac:spMkLst>
            <pc:docMk/>
            <pc:sldMk cId="1868181489" sldId="260"/>
            <ac:spMk id="5" creationId="{00000000-0000-0000-0000-000000000000}"/>
          </ac:spMkLst>
        </pc:spChg>
        <pc:spChg chg="add del mod">
          <ac:chgData name="Mike Bloys" userId="1248c4d8-7b2b-4b32-b8bd-163ae845f9bb" providerId="ADAL" clId="{018D5F60-08AD-4FE1-AE17-5FC177098B05}" dt="2020-04-23T09:06:37.631" v="49" actId="21"/>
          <ac:spMkLst>
            <pc:docMk/>
            <pc:sldMk cId="1868181489" sldId="260"/>
            <ac:spMk id="6" creationId="{6F6C1E98-BB86-44C3-BEA6-1666ACA0B19B}"/>
          </ac:spMkLst>
        </pc:spChg>
      </pc:sldChg>
      <pc:sldChg chg="addSp delSp modSp">
        <pc:chgData name="Mike Bloys" userId="1248c4d8-7b2b-4b32-b8bd-163ae845f9bb" providerId="ADAL" clId="{018D5F60-08AD-4FE1-AE17-5FC177098B05}" dt="2020-04-23T09:18:27.364" v="100" actId="207"/>
        <pc:sldMkLst>
          <pc:docMk/>
          <pc:sldMk cId="358128972" sldId="261"/>
        </pc:sldMkLst>
        <pc:spChg chg="mod">
          <ac:chgData name="Mike Bloys" userId="1248c4d8-7b2b-4b32-b8bd-163ae845f9bb" providerId="ADAL" clId="{018D5F60-08AD-4FE1-AE17-5FC177098B05}" dt="2020-04-23T09:18:27.364" v="100" actId="207"/>
          <ac:spMkLst>
            <pc:docMk/>
            <pc:sldMk cId="358128972" sldId="261"/>
            <ac:spMk id="4" creationId="{00000000-0000-0000-0000-000000000000}"/>
          </ac:spMkLst>
        </pc:spChg>
        <pc:spChg chg="add del mod">
          <ac:chgData name="Mike Bloys" userId="1248c4d8-7b2b-4b32-b8bd-163ae845f9bb" providerId="ADAL" clId="{018D5F60-08AD-4FE1-AE17-5FC177098B05}" dt="2020-04-23T09:18:12.159" v="96"/>
          <ac:spMkLst>
            <pc:docMk/>
            <pc:sldMk cId="358128972" sldId="261"/>
            <ac:spMk id="5" creationId="{315032F7-B4CF-442D-B677-12EC328BDA14}"/>
          </ac:spMkLst>
        </pc:spChg>
        <pc:spChg chg="mod">
          <ac:chgData name="Mike Bloys" userId="1248c4d8-7b2b-4b32-b8bd-163ae845f9bb" providerId="ADAL" clId="{018D5F60-08AD-4FE1-AE17-5FC177098B05}" dt="2020-04-23T09:15:15.587" v="70" actId="255"/>
          <ac:spMkLst>
            <pc:docMk/>
            <pc:sldMk cId="358128972" sldId="261"/>
            <ac:spMk id="6" creationId="{67577D8A-ECC6-416D-A3F7-845F02F14D12}"/>
          </ac:spMkLst>
        </pc:spChg>
        <pc:spChg chg="add del mod">
          <ac:chgData name="Mike Bloys" userId="1248c4d8-7b2b-4b32-b8bd-163ae845f9bb" providerId="ADAL" clId="{018D5F60-08AD-4FE1-AE17-5FC177098B05}" dt="2020-04-23T09:18:12.159" v="96"/>
          <ac:spMkLst>
            <pc:docMk/>
            <pc:sldMk cId="358128972" sldId="261"/>
            <ac:spMk id="7" creationId="{DCD5964E-6F31-4CF8-96BE-9BE88594A600}"/>
          </ac:spMkLst>
        </pc:spChg>
        <pc:graphicFrameChg chg="mod modGraphic">
          <ac:chgData name="Mike Bloys" userId="1248c4d8-7b2b-4b32-b8bd-163ae845f9bb" providerId="ADAL" clId="{018D5F60-08AD-4FE1-AE17-5FC177098B05}" dt="2020-04-23T09:15:52.989" v="78" actId="122"/>
          <ac:graphicFrameMkLst>
            <pc:docMk/>
            <pc:sldMk cId="358128972" sldId="261"/>
            <ac:graphicFrameMk id="2" creationId="{38E1965C-3CE4-4C7E-9CCB-168B7CFE6644}"/>
          </ac:graphicFrameMkLst>
        </pc:graphicFrameChg>
        <pc:cxnChg chg="mod">
          <ac:chgData name="Mike Bloys" userId="1248c4d8-7b2b-4b32-b8bd-163ae845f9bb" providerId="ADAL" clId="{018D5F60-08AD-4FE1-AE17-5FC177098B05}" dt="2020-04-23T09:16:34.378" v="86" actId="1076"/>
          <ac:cxnSpMkLst>
            <pc:docMk/>
            <pc:sldMk cId="358128972" sldId="261"/>
            <ac:cxnSpMk id="8" creationId="{080CEA5C-6691-4BF2-8790-DACA766BADD5}"/>
          </ac:cxnSpMkLst>
        </pc:cxnChg>
      </pc:sldChg>
      <pc:sldChg chg="modSp">
        <pc:chgData name="Mike Bloys" userId="1248c4d8-7b2b-4b32-b8bd-163ae845f9bb" providerId="ADAL" clId="{018D5F60-08AD-4FE1-AE17-5FC177098B05}" dt="2020-04-29T08:36:01.506" v="385" actId="20577"/>
        <pc:sldMkLst>
          <pc:docMk/>
          <pc:sldMk cId="2216672591" sldId="263"/>
        </pc:sldMkLst>
        <pc:spChg chg="mod">
          <ac:chgData name="Mike Bloys" userId="1248c4d8-7b2b-4b32-b8bd-163ae845f9bb" providerId="ADAL" clId="{018D5F60-08AD-4FE1-AE17-5FC177098B05}" dt="2020-04-29T08:36:01.506" v="385" actId="20577"/>
          <ac:spMkLst>
            <pc:docMk/>
            <pc:sldMk cId="2216672591" sldId="263"/>
            <ac:spMk id="3" creationId="{00000000-0000-0000-0000-000000000000}"/>
          </ac:spMkLst>
        </pc:spChg>
      </pc:sldChg>
      <pc:sldChg chg="modSp">
        <pc:chgData name="Mike Bloys" userId="1248c4d8-7b2b-4b32-b8bd-163ae845f9bb" providerId="ADAL" clId="{018D5F60-08AD-4FE1-AE17-5FC177098B05}" dt="2020-04-23T09:29:52.579" v="156" actId="20577"/>
        <pc:sldMkLst>
          <pc:docMk/>
          <pc:sldMk cId="1936246660" sldId="264"/>
        </pc:sldMkLst>
        <pc:spChg chg="mod">
          <ac:chgData name="Mike Bloys" userId="1248c4d8-7b2b-4b32-b8bd-163ae845f9bb" providerId="ADAL" clId="{018D5F60-08AD-4FE1-AE17-5FC177098B05}" dt="2020-04-23T09:29:52.579" v="156" actId="20577"/>
          <ac:spMkLst>
            <pc:docMk/>
            <pc:sldMk cId="1936246660" sldId="264"/>
            <ac:spMk id="3" creationId="{00000000-0000-0000-0000-000000000000}"/>
          </ac:spMkLst>
        </pc:spChg>
      </pc:sldChg>
      <pc:sldChg chg="modSp">
        <pc:chgData name="Mike Bloys" userId="1248c4d8-7b2b-4b32-b8bd-163ae845f9bb" providerId="ADAL" clId="{018D5F60-08AD-4FE1-AE17-5FC177098B05}" dt="2020-04-29T08:33:10.313" v="367" actId="14100"/>
        <pc:sldMkLst>
          <pc:docMk/>
          <pc:sldMk cId="854542281" sldId="266"/>
        </pc:sldMkLst>
        <pc:spChg chg="mod">
          <ac:chgData name="Mike Bloys" userId="1248c4d8-7b2b-4b32-b8bd-163ae845f9bb" providerId="ADAL" clId="{018D5F60-08AD-4FE1-AE17-5FC177098B05}" dt="2020-04-29T08:33:10.313" v="367" actId="14100"/>
          <ac:spMkLst>
            <pc:docMk/>
            <pc:sldMk cId="854542281" sldId="266"/>
            <ac:spMk id="4" creationId="{00000000-0000-0000-0000-000000000000}"/>
          </ac:spMkLst>
        </pc:spChg>
      </pc:sldChg>
      <pc:sldChg chg="modSp">
        <pc:chgData name="Mike Bloys" userId="1248c4d8-7b2b-4b32-b8bd-163ae845f9bb" providerId="ADAL" clId="{018D5F60-08AD-4FE1-AE17-5FC177098B05}" dt="2020-04-23T09:31:54.753" v="158" actId="207"/>
        <pc:sldMkLst>
          <pc:docMk/>
          <pc:sldMk cId="44844589" sldId="267"/>
        </pc:sldMkLst>
        <pc:graphicFrameChg chg="mod modGraphic">
          <ac:chgData name="Mike Bloys" userId="1248c4d8-7b2b-4b32-b8bd-163ae845f9bb" providerId="ADAL" clId="{018D5F60-08AD-4FE1-AE17-5FC177098B05}" dt="2020-04-23T09:31:54.753" v="158" actId="207"/>
          <ac:graphicFrameMkLst>
            <pc:docMk/>
            <pc:sldMk cId="44844589" sldId="267"/>
            <ac:graphicFrameMk id="5" creationId="{00000000-0000-0000-0000-000000000000}"/>
          </ac:graphicFrameMkLst>
        </pc:graphicFrameChg>
      </pc:sldChg>
      <pc:sldChg chg="addSp delSp modSp">
        <pc:chgData name="Mike Bloys" userId="1248c4d8-7b2b-4b32-b8bd-163ae845f9bb" providerId="ADAL" clId="{018D5F60-08AD-4FE1-AE17-5FC177098B05}" dt="2020-04-23T09:43:39.706" v="174" actId="207"/>
        <pc:sldMkLst>
          <pc:docMk/>
          <pc:sldMk cId="2369523543" sldId="268"/>
        </pc:sldMkLst>
        <pc:spChg chg="mod">
          <ac:chgData name="Mike Bloys" userId="1248c4d8-7b2b-4b32-b8bd-163ae845f9bb" providerId="ADAL" clId="{018D5F60-08AD-4FE1-AE17-5FC177098B05}" dt="2020-04-23T09:32:04.514" v="160" actId="207"/>
          <ac:spMkLst>
            <pc:docMk/>
            <pc:sldMk cId="2369523543" sldId="268"/>
            <ac:spMk id="3" creationId="{00000000-0000-0000-0000-000000000000}"/>
          </ac:spMkLst>
        </pc:spChg>
        <pc:picChg chg="del">
          <ac:chgData name="Mike Bloys" userId="1248c4d8-7b2b-4b32-b8bd-163ae845f9bb" providerId="ADAL" clId="{018D5F60-08AD-4FE1-AE17-5FC177098B05}" dt="2020-04-23T09:33:37.556" v="161" actId="478"/>
          <ac:picMkLst>
            <pc:docMk/>
            <pc:sldMk cId="2369523543" sldId="268"/>
            <ac:picMk id="4" creationId="{853A581B-C56F-45C1-8D0F-E8900DD528E0}"/>
          </ac:picMkLst>
        </pc:picChg>
        <pc:picChg chg="add del mod">
          <ac:chgData name="Mike Bloys" userId="1248c4d8-7b2b-4b32-b8bd-163ae845f9bb" providerId="ADAL" clId="{018D5F60-08AD-4FE1-AE17-5FC177098B05}" dt="2020-04-23T09:33:54.196" v="164" actId="478"/>
          <ac:picMkLst>
            <pc:docMk/>
            <pc:sldMk cId="2369523543" sldId="268"/>
            <ac:picMk id="6" creationId="{747D4763-4FBE-4AD7-8360-E04722E6F490}"/>
          </ac:picMkLst>
        </pc:picChg>
        <pc:picChg chg="add del mod">
          <ac:chgData name="Mike Bloys" userId="1248c4d8-7b2b-4b32-b8bd-163ae845f9bb" providerId="ADAL" clId="{018D5F60-08AD-4FE1-AE17-5FC177098B05}" dt="2020-04-23T09:42:44.174" v="166" actId="21"/>
          <ac:picMkLst>
            <pc:docMk/>
            <pc:sldMk cId="2369523543" sldId="268"/>
            <ac:picMk id="8" creationId="{DEEB5FEC-1EE5-4979-8213-F017FDD9DCE6}"/>
          </ac:picMkLst>
        </pc:picChg>
        <pc:picChg chg="add ord">
          <ac:chgData name="Mike Bloys" userId="1248c4d8-7b2b-4b32-b8bd-163ae845f9bb" providerId="ADAL" clId="{018D5F60-08AD-4FE1-AE17-5FC177098B05}" dt="2020-04-23T09:43:01.389" v="171" actId="167"/>
          <ac:picMkLst>
            <pc:docMk/>
            <pc:sldMk cId="2369523543" sldId="268"/>
            <ac:picMk id="10" creationId="{EBA83E51-CEBF-42AF-BC95-FAAC35DCE8E3}"/>
          </ac:picMkLst>
        </pc:picChg>
        <pc:picChg chg="add mod">
          <ac:chgData name="Mike Bloys" userId="1248c4d8-7b2b-4b32-b8bd-163ae845f9bb" providerId="ADAL" clId="{018D5F60-08AD-4FE1-AE17-5FC177098B05}" dt="2020-04-23T09:43:39.706" v="174" actId="207"/>
          <ac:picMkLst>
            <pc:docMk/>
            <pc:sldMk cId="2369523543" sldId="268"/>
            <ac:picMk id="11" creationId="{9A95AB0B-FDFD-4D21-B604-5782ABC6BEBD}"/>
          </ac:picMkLst>
        </pc:picChg>
        <pc:picChg chg="del">
          <ac:chgData name="Mike Bloys" userId="1248c4d8-7b2b-4b32-b8bd-163ae845f9bb" providerId="ADAL" clId="{018D5F60-08AD-4FE1-AE17-5FC177098B05}" dt="2020-04-23T09:43:02.835" v="172" actId="478"/>
          <ac:picMkLst>
            <pc:docMk/>
            <pc:sldMk cId="2369523543" sldId="268"/>
            <ac:picMk id="3074" creationId="{A946DD0F-2594-4154-BD39-6AD3796E0BFC}"/>
          </ac:picMkLst>
        </pc:picChg>
      </pc:sldChg>
      <pc:sldChg chg="addSp delSp modSp">
        <pc:chgData name="Mike Bloys" userId="1248c4d8-7b2b-4b32-b8bd-163ae845f9bb" providerId="ADAL" clId="{018D5F60-08AD-4FE1-AE17-5FC177098B05}" dt="2020-04-23T09:49:24.909" v="291" actId="207"/>
        <pc:sldMkLst>
          <pc:docMk/>
          <pc:sldMk cId="2154036885" sldId="270"/>
        </pc:sldMkLst>
        <pc:spChg chg="mod">
          <ac:chgData name="Mike Bloys" userId="1248c4d8-7b2b-4b32-b8bd-163ae845f9bb" providerId="ADAL" clId="{018D5F60-08AD-4FE1-AE17-5FC177098B05}" dt="2020-04-23T09:49:24.909" v="291" actId="207"/>
          <ac:spMkLst>
            <pc:docMk/>
            <pc:sldMk cId="2154036885" sldId="270"/>
            <ac:spMk id="3" creationId="{00000000-0000-0000-0000-000000000000}"/>
          </ac:spMkLst>
        </pc:spChg>
        <pc:spChg chg="del">
          <ac:chgData name="Mike Bloys" userId="1248c4d8-7b2b-4b32-b8bd-163ae845f9bb" providerId="ADAL" clId="{018D5F60-08AD-4FE1-AE17-5FC177098B05}" dt="2020-04-23T09:48:08.626" v="260" actId="478"/>
          <ac:spMkLst>
            <pc:docMk/>
            <pc:sldMk cId="2154036885" sldId="270"/>
            <ac:spMk id="4" creationId="{5CE7A815-A663-4C4A-B998-22A6921BE772}"/>
          </ac:spMkLst>
        </pc:spChg>
        <pc:spChg chg="del">
          <ac:chgData name="Mike Bloys" userId="1248c4d8-7b2b-4b32-b8bd-163ae845f9bb" providerId="ADAL" clId="{018D5F60-08AD-4FE1-AE17-5FC177098B05}" dt="2020-04-23T09:48:06.692" v="259" actId="478"/>
          <ac:spMkLst>
            <pc:docMk/>
            <pc:sldMk cId="2154036885" sldId="270"/>
            <ac:spMk id="5" creationId="{BE99383A-42CE-4EEB-9461-1F3F00278B20}"/>
          </ac:spMkLst>
        </pc:spChg>
        <pc:graphicFrameChg chg="add mod modGraphic">
          <ac:chgData name="Mike Bloys" userId="1248c4d8-7b2b-4b32-b8bd-163ae845f9bb" providerId="ADAL" clId="{018D5F60-08AD-4FE1-AE17-5FC177098B05}" dt="2020-04-23T09:49:08.579" v="288" actId="1035"/>
          <ac:graphicFrameMkLst>
            <pc:docMk/>
            <pc:sldMk cId="2154036885" sldId="270"/>
            <ac:graphicFrameMk id="6" creationId="{C04664EC-B5FC-48ED-B22C-90910BE8D013}"/>
          </ac:graphicFrameMkLst>
        </pc:graphicFrameChg>
      </pc:sldChg>
      <pc:sldChg chg="modSp">
        <pc:chgData name="Mike Bloys" userId="1248c4d8-7b2b-4b32-b8bd-163ae845f9bb" providerId="ADAL" clId="{018D5F60-08AD-4FE1-AE17-5FC177098B05}" dt="2020-04-23T09:53:04.660" v="361" actId="20577"/>
        <pc:sldMkLst>
          <pc:docMk/>
          <pc:sldMk cId="345748857" sldId="271"/>
        </pc:sldMkLst>
        <pc:spChg chg="mod">
          <ac:chgData name="Mike Bloys" userId="1248c4d8-7b2b-4b32-b8bd-163ae845f9bb" providerId="ADAL" clId="{018D5F60-08AD-4FE1-AE17-5FC177098B05}" dt="2020-04-23T09:53:04.660" v="361" actId="20577"/>
          <ac:spMkLst>
            <pc:docMk/>
            <pc:sldMk cId="345748857" sldId="271"/>
            <ac:spMk id="3" creationId="{00000000-0000-0000-0000-000000000000}"/>
          </ac:spMkLst>
        </pc:spChg>
      </pc:sldChg>
      <pc:sldChg chg="addSp delSp modSp">
        <pc:chgData name="Mike Bloys" userId="1248c4d8-7b2b-4b32-b8bd-163ae845f9bb" providerId="ADAL" clId="{018D5F60-08AD-4FE1-AE17-5FC177098B05}" dt="2020-04-23T09:14:43.396" v="66" actId="207"/>
        <pc:sldMkLst>
          <pc:docMk/>
          <pc:sldMk cId="1676653193" sldId="274"/>
        </pc:sldMkLst>
        <pc:spChg chg="mod">
          <ac:chgData name="Mike Bloys" userId="1248c4d8-7b2b-4b32-b8bd-163ae845f9bb" providerId="ADAL" clId="{018D5F60-08AD-4FE1-AE17-5FC177098B05}" dt="2020-04-23T09:14:16.354" v="63" actId="207"/>
          <ac:spMkLst>
            <pc:docMk/>
            <pc:sldMk cId="1676653193" sldId="274"/>
            <ac:spMk id="3" creationId="{A9E230B3-0AD0-4403-B850-7DF10007D41B}"/>
          </ac:spMkLst>
        </pc:spChg>
        <pc:picChg chg="del">
          <ac:chgData name="Mike Bloys" userId="1248c4d8-7b2b-4b32-b8bd-163ae845f9bb" providerId="ADAL" clId="{018D5F60-08AD-4FE1-AE17-5FC177098B05}" dt="2020-04-23T09:14:22.707" v="64" actId="478"/>
          <ac:picMkLst>
            <pc:docMk/>
            <pc:sldMk cId="1676653193" sldId="274"/>
            <ac:picMk id="4" creationId="{891C27BA-B7D7-4D88-A760-FBF43B26A5AC}"/>
          </ac:picMkLst>
        </pc:picChg>
        <pc:picChg chg="add mod ord modCrop">
          <ac:chgData name="Mike Bloys" userId="1248c4d8-7b2b-4b32-b8bd-163ae845f9bb" providerId="ADAL" clId="{018D5F60-08AD-4FE1-AE17-5FC177098B05}" dt="2020-04-23T09:13:55.266" v="61" actId="18131"/>
          <ac:picMkLst>
            <pc:docMk/>
            <pc:sldMk cId="1676653193" sldId="274"/>
            <ac:picMk id="6" creationId="{A9EC31DF-87E7-4A18-AB35-B0780260DDB7}"/>
          </ac:picMkLst>
        </pc:picChg>
        <pc:picChg chg="add mod">
          <ac:chgData name="Mike Bloys" userId="1248c4d8-7b2b-4b32-b8bd-163ae845f9bb" providerId="ADAL" clId="{018D5F60-08AD-4FE1-AE17-5FC177098B05}" dt="2020-04-23T09:14:43.396" v="66" actId="207"/>
          <ac:picMkLst>
            <pc:docMk/>
            <pc:sldMk cId="1676653193" sldId="274"/>
            <ac:picMk id="8" creationId="{EFA68606-E386-4A37-8CE0-5D8A257BFA58}"/>
          </ac:picMkLst>
        </pc:picChg>
        <pc:picChg chg="del">
          <ac:chgData name="Mike Bloys" userId="1248c4d8-7b2b-4b32-b8bd-163ae845f9bb" providerId="ADAL" clId="{018D5F60-08AD-4FE1-AE17-5FC177098B05}" dt="2020-04-23T09:13:37.555" v="59" actId="478"/>
          <ac:picMkLst>
            <pc:docMk/>
            <pc:sldMk cId="1676653193" sldId="274"/>
            <ac:picMk id="2050" creationId="{F533009B-B837-4AF0-873A-FD75D1CF8C09}"/>
          </ac:picMkLst>
        </pc:picChg>
      </pc:sldChg>
      <pc:sldChg chg="addSp delSp modSp">
        <pc:chgData name="Mike Bloys" userId="1248c4d8-7b2b-4b32-b8bd-163ae845f9bb" providerId="ADAL" clId="{018D5F60-08AD-4FE1-AE17-5FC177098B05}" dt="2020-04-29T08:32:28.009" v="366" actId="14100"/>
        <pc:sldMkLst>
          <pc:docMk/>
          <pc:sldMk cId="3276597718" sldId="275"/>
        </pc:sldMkLst>
        <pc:spChg chg="mod">
          <ac:chgData name="Mike Bloys" userId="1248c4d8-7b2b-4b32-b8bd-163ae845f9bb" providerId="ADAL" clId="{018D5F60-08AD-4FE1-AE17-5FC177098B05}" dt="2020-04-29T08:32:28.009" v="366" actId="14100"/>
          <ac:spMkLst>
            <pc:docMk/>
            <pc:sldMk cId="3276597718" sldId="275"/>
            <ac:spMk id="3" creationId="{5C73AF70-8937-4463-A864-AC88BD273E3F}"/>
          </ac:spMkLst>
        </pc:spChg>
        <pc:spChg chg="del">
          <ac:chgData name="Mike Bloys" userId="1248c4d8-7b2b-4b32-b8bd-163ae845f9bb" providerId="ADAL" clId="{018D5F60-08AD-4FE1-AE17-5FC177098B05}" dt="2020-04-23T09:14:51.876" v="67" actId="478"/>
          <ac:spMkLst>
            <pc:docMk/>
            <pc:sldMk cId="3276597718" sldId="275"/>
            <ac:spMk id="4" creationId="{1FEB2D43-FF36-42E1-95A5-DBF34BB74B76}"/>
          </ac:spMkLst>
        </pc:spChg>
        <pc:spChg chg="add del mod">
          <ac:chgData name="Mike Bloys" userId="1248c4d8-7b2b-4b32-b8bd-163ae845f9bb" providerId="ADAL" clId="{018D5F60-08AD-4FE1-AE17-5FC177098B05}" dt="2020-04-23T09:17:40.195" v="95"/>
          <ac:spMkLst>
            <pc:docMk/>
            <pc:sldMk cId="3276597718" sldId="275"/>
            <ac:spMk id="5" creationId="{AB726036-A9E2-4BDC-9177-8148D9A80100}"/>
          </ac:spMkLst>
        </pc:spChg>
        <pc:spChg chg="add del mod">
          <ac:chgData name="Mike Bloys" userId="1248c4d8-7b2b-4b32-b8bd-163ae845f9bb" providerId="ADAL" clId="{018D5F60-08AD-4FE1-AE17-5FC177098B05}" dt="2020-04-23T09:17:40.195" v="95"/>
          <ac:spMkLst>
            <pc:docMk/>
            <pc:sldMk cId="3276597718" sldId="275"/>
            <ac:spMk id="6" creationId="{3A66F05B-4DEE-4797-B470-AFB1B35AC47C}"/>
          </ac:spMkLst>
        </pc:spChg>
      </pc:sldChg>
      <pc:sldChg chg="modSp">
        <pc:chgData name="Mike Bloys" userId="1248c4d8-7b2b-4b32-b8bd-163ae845f9bb" providerId="ADAL" clId="{018D5F60-08AD-4FE1-AE17-5FC177098B05}" dt="2020-04-23T09:53:28.654" v="362" actId="179"/>
        <pc:sldMkLst>
          <pc:docMk/>
          <pc:sldMk cId="157753427" sldId="276"/>
        </pc:sldMkLst>
        <pc:spChg chg="mod">
          <ac:chgData name="Mike Bloys" userId="1248c4d8-7b2b-4b32-b8bd-163ae845f9bb" providerId="ADAL" clId="{018D5F60-08AD-4FE1-AE17-5FC177098B05}" dt="2020-04-23T09:53:28.654" v="362" actId="179"/>
          <ac:spMkLst>
            <pc:docMk/>
            <pc:sldMk cId="157753427" sldId="276"/>
            <ac:spMk id="3" creationId="{F77BEDA9-251E-4F03-AA28-AAE9D3D86241}"/>
          </ac:spMkLst>
        </pc:spChg>
      </pc:sldChg>
      <pc:sldChg chg="addSp delSp modSp">
        <pc:chgData name="Mike Bloys" userId="1248c4d8-7b2b-4b32-b8bd-163ae845f9bb" providerId="ADAL" clId="{018D5F60-08AD-4FE1-AE17-5FC177098B05}" dt="2020-04-23T09:22:57.793" v="144" actId="2711"/>
        <pc:sldMkLst>
          <pc:docMk/>
          <pc:sldMk cId="32029978" sldId="279"/>
        </pc:sldMkLst>
        <pc:spChg chg="mod">
          <ac:chgData name="Mike Bloys" userId="1248c4d8-7b2b-4b32-b8bd-163ae845f9bb" providerId="ADAL" clId="{018D5F60-08AD-4FE1-AE17-5FC177098B05}" dt="2020-04-23T09:22:57.793" v="144" actId="2711"/>
          <ac:spMkLst>
            <pc:docMk/>
            <pc:sldMk cId="32029978" sldId="279"/>
            <ac:spMk id="4" creationId="{00000000-0000-0000-0000-000000000000}"/>
          </ac:spMkLst>
        </pc:spChg>
        <pc:spChg chg="add del mod">
          <ac:chgData name="Mike Bloys" userId="1248c4d8-7b2b-4b32-b8bd-163ae845f9bb" providerId="ADAL" clId="{018D5F60-08AD-4FE1-AE17-5FC177098B05}" dt="2020-04-23T09:22:14.356" v="137"/>
          <ac:spMkLst>
            <pc:docMk/>
            <pc:sldMk cId="32029978" sldId="279"/>
            <ac:spMk id="5" creationId="{0244F58D-CD67-4C00-A0EF-4701A96412FF}"/>
          </ac:spMkLst>
        </pc:spChg>
        <pc:spChg chg="del mod">
          <ac:chgData name="Mike Bloys" userId="1248c4d8-7b2b-4b32-b8bd-163ae845f9bb" providerId="ADAL" clId="{018D5F60-08AD-4FE1-AE17-5FC177098B05}" dt="2020-04-23T09:16:54.166" v="89" actId="478"/>
          <ac:spMkLst>
            <pc:docMk/>
            <pc:sldMk cId="32029978" sldId="279"/>
            <ac:spMk id="6" creationId="{67577D8A-ECC6-416D-A3F7-845F02F14D12}"/>
          </ac:spMkLst>
        </pc:spChg>
        <pc:spChg chg="add">
          <ac:chgData name="Mike Bloys" userId="1248c4d8-7b2b-4b32-b8bd-163ae845f9bb" providerId="ADAL" clId="{018D5F60-08AD-4FE1-AE17-5FC177098B05}" dt="2020-04-23T09:16:40.719" v="87"/>
          <ac:spMkLst>
            <pc:docMk/>
            <pc:sldMk cId="32029978" sldId="279"/>
            <ac:spMk id="9" creationId="{C04EA58E-587A-4DA2-B76F-7FA6B2D44B3D}"/>
          </ac:spMkLst>
        </pc:spChg>
        <pc:spChg chg="add del mod">
          <ac:chgData name="Mike Bloys" userId="1248c4d8-7b2b-4b32-b8bd-163ae845f9bb" providerId="ADAL" clId="{018D5F60-08AD-4FE1-AE17-5FC177098B05}" dt="2020-04-23T09:22:14.356" v="137"/>
          <ac:spMkLst>
            <pc:docMk/>
            <pc:sldMk cId="32029978" sldId="279"/>
            <ac:spMk id="11" creationId="{FF3C41D0-44DA-4944-AFE5-68C47A92AC5B}"/>
          </ac:spMkLst>
        </pc:spChg>
        <pc:spChg chg="add del mod">
          <ac:chgData name="Mike Bloys" userId="1248c4d8-7b2b-4b32-b8bd-163ae845f9bb" providerId="ADAL" clId="{018D5F60-08AD-4FE1-AE17-5FC177098B05}" dt="2020-04-23T09:22:17.910" v="138"/>
          <ac:spMkLst>
            <pc:docMk/>
            <pc:sldMk cId="32029978" sldId="279"/>
            <ac:spMk id="12" creationId="{6572D953-B57F-40BC-9983-CB3488212276}"/>
          </ac:spMkLst>
        </pc:spChg>
        <pc:spChg chg="add del mod">
          <ac:chgData name="Mike Bloys" userId="1248c4d8-7b2b-4b32-b8bd-163ae845f9bb" providerId="ADAL" clId="{018D5F60-08AD-4FE1-AE17-5FC177098B05}" dt="2020-04-23T09:22:17.910" v="138"/>
          <ac:spMkLst>
            <pc:docMk/>
            <pc:sldMk cId="32029978" sldId="279"/>
            <ac:spMk id="13" creationId="{A34ED646-0842-4DA7-9689-A59E71782AAD}"/>
          </ac:spMkLst>
        </pc:spChg>
        <pc:graphicFrameChg chg="del mod">
          <ac:chgData name="Mike Bloys" userId="1248c4d8-7b2b-4b32-b8bd-163ae845f9bb" providerId="ADAL" clId="{018D5F60-08AD-4FE1-AE17-5FC177098B05}" dt="2020-04-23T09:16:54.166" v="89" actId="478"/>
          <ac:graphicFrameMkLst>
            <pc:docMk/>
            <pc:sldMk cId="32029978" sldId="279"/>
            <ac:graphicFrameMk id="2" creationId="{38E1965C-3CE4-4C7E-9CCB-168B7CFE6644}"/>
          </ac:graphicFrameMkLst>
        </pc:graphicFrameChg>
        <pc:graphicFrameChg chg="add mod">
          <ac:chgData name="Mike Bloys" userId="1248c4d8-7b2b-4b32-b8bd-163ae845f9bb" providerId="ADAL" clId="{018D5F60-08AD-4FE1-AE17-5FC177098B05}" dt="2020-04-23T09:16:49.256" v="88"/>
          <ac:graphicFrameMkLst>
            <pc:docMk/>
            <pc:sldMk cId="32029978" sldId="279"/>
            <ac:graphicFrameMk id="7" creationId="{2C927F56-F392-45B0-B8B3-40CA46AB49C9}"/>
          </ac:graphicFrameMkLst>
        </pc:graphicFrameChg>
        <pc:cxnChg chg="del mod">
          <ac:chgData name="Mike Bloys" userId="1248c4d8-7b2b-4b32-b8bd-163ae845f9bb" providerId="ADAL" clId="{018D5F60-08AD-4FE1-AE17-5FC177098B05}" dt="2020-04-23T09:16:54.166" v="89" actId="478"/>
          <ac:cxnSpMkLst>
            <pc:docMk/>
            <pc:sldMk cId="32029978" sldId="279"/>
            <ac:cxnSpMk id="8" creationId="{080CEA5C-6691-4BF2-8790-DACA766BADD5}"/>
          </ac:cxnSpMkLst>
        </pc:cxnChg>
        <pc:cxnChg chg="add">
          <ac:chgData name="Mike Bloys" userId="1248c4d8-7b2b-4b32-b8bd-163ae845f9bb" providerId="ADAL" clId="{018D5F60-08AD-4FE1-AE17-5FC177098B05}" dt="2020-04-23T09:16:40.719" v="87"/>
          <ac:cxnSpMkLst>
            <pc:docMk/>
            <pc:sldMk cId="32029978" sldId="279"/>
            <ac:cxnSpMk id="10" creationId="{AD6B6758-91A2-4C0B-8857-80240DBC9A1D}"/>
          </ac:cxnSpMkLst>
        </pc:cxnChg>
      </pc:sldChg>
      <pc:sldChg chg="addSp delSp modSp">
        <pc:chgData name="Mike Bloys" userId="1248c4d8-7b2b-4b32-b8bd-163ae845f9bb" providerId="ADAL" clId="{018D5F60-08AD-4FE1-AE17-5FC177098B05}" dt="2020-04-23T09:20:44.707" v="123" actId="478"/>
        <pc:sldMkLst>
          <pc:docMk/>
          <pc:sldMk cId="166779371" sldId="280"/>
        </pc:sldMkLst>
        <pc:spChg chg="mod">
          <ac:chgData name="Mike Bloys" userId="1248c4d8-7b2b-4b32-b8bd-163ae845f9bb" providerId="ADAL" clId="{018D5F60-08AD-4FE1-AE17-5FC177098B05}" dt="2020-04-23T09:19:53.580" v="112" actId="207"/>
          <ac:spMkLst>
            <pc:docMk/>
            <pc:sldMk cId="166779371" sldId="280"/>
            <ac:spMk id="4" creationId="{00000000-0000-0000-0000-000000000000}"/>
          </ac:spMkLst>
        </pc:spChg>
        <pc:spChg chg="add del mod">
          <ac:chgData name="Mike Bloys" userId="1248c4d8-7b2b-4b32-b8bd-163ae845f9bb" providerId="ADAL" clId="{018D5F60-08AD-4FE1-AE17-5FC177098B05}" dt="2020-04-23T09:19:20.787" v="107"/>
          <ac:spMkLst>
            <pc:docMk/>
            <pc:sldMk cId="166779371" sldId="280"/>
            <ac:spMk id="5" creationId="{826E4D11-EF3A-4AA7-A93C-CFCAC71CB325}"/>
          </ac:spMkLst>
        </pc:spChg>
        <pc:spChg chg="del mod">
          <ac:chgData name="Mike Bloys" userId="1248c4d8-7b2b-4b32-b8bd-163ae845f9bb" providerId="ADAL" clId="{018D5F60-08AD-4FE1-AE17-5FC177098B05}" dt="2020-04-23T09:20:44.707" v="123" actId="478"/>
          <ac:spMkLst>
            <pc:docMk/>
            <pc:sldMk cId="166779371" sldId="280"/>
            <ac:spMk id="6" creationId="{67577D8A-ECC6-416D-A3F7-845F02F14D12}"/>
          </ac:spMkLst>
        </pc:spChg>
        <pc:spChg chg="del">
          <ac:chgData name="Mike Bloys" userId="1248c4d8-7b2b-4b32-b8bd-163ae845f9bb" providerId="ADAL" clId="{018D5F60-08AD-4FE1-AE17-5FC177098B05}" dt="2020-04-23T09:19:16.883" v="105" actId="478"/>
          <ac:spMkLst>
            <pc:docMk/>
            <pc:sldMk cId="166779371" sldId="280"/>
            <ac:spMk id="7" creationId="{A903C7F1-F681-4D0F-B8C3-D3153D50B438}"/>
          </ac:spMkLst>
        </pc:spChg>
        <pc:spChg chg="add del mod">
          <ac:chgData name="Mike Bloys" userId="1248c4d8-7b2b-4b32-b8bd-163ae845f9bb" providerId="ADAL" clId="{018D5F60-08AD-4FE1-AE17-5FC177098B05}" dt="2020-04-23T09:19:20.787" v="107"/>
          <ac:spMkLst>
            <pc:docMk/>
            <pc:sldMk cId="166779371" sldId="280"/>
            <ac:spMk id="9" creationId="{96C79361-A3B6-429A-A101-FD028547C245}"/>
          </ac:spMkLst>
        </pc:spChg>
        <pc:spChg chg="add">
          <ac:chgData name="Mike Bloys" userId="1248c4d8-7b2b-4b32-b8bd-163ae845f9bb" providerId="ADAL" clId="{018D5F60-08AD-4FE1-AE17-5FC177098B05}" dt="2020-04-23T09:20:31.026" v="119"/>
          <ac:spMkLst>
            <pc:docMk/>
            <pc:sldMk cId="166779371" sldId="280"/>
            <ac:spMk id="11" creationId="{B0962AE0-DC65-4EA0-9920-806839F23024}"/>
          </ac:spMkLst>
        </pc:spChg>
        <pc:graphicFrameChg chg="del mod">
          <ac:chgData name="Mike Bloys" userId="1248c4d8-7b2b-4b32-b8bd-163ae845f9bb" providerId="ADAL" clId="{018D5F60-08AD-4FE1-AE17-5FC177098B05}" dt="2020-04-23T09:20:43.012" v="122" actId="478"/>
          <ac:graphicFrameMkLst>
            <pc:docMk/>
            <pc:sldMk cId="166779371" sldId="280"/>
            <ac:graphicFrameMk id="2" creationId="{38E1965C-3CE4-4C7E-9CCB-168B7CFE6644}"/>
          </ac:graphicFrameMkLst>
        </pc:graphicFrameChg>
        <pc:graphicFrameChg chg="add mod">
          <ac:chgData name="Mike Bloys" userId="1248c4d8-7b2b-4b32-b8bd-163ae845f9bb" providerId="ADAL" clId="{018D5F60-08AD-4FE1-AE17-5FC177098B05}" dt="2020-04-23T09:20:37.674" v="120"/>
          <ac:graphicFrameMkLst>
            <pc:docMk/>
            <pc:sldMk cId="166779371" sldId="280"/>
            <ac:graphicFrameMk id="10" creationId="{003BBFBD-6CC8-43BD-84ED-B776F66AC0EC}"/>
          </ac:graphicFrameMkLst>
        </pc:graphicFrameChg>
        <pc:cxnChg chg="del mod">
          <ac:chgData name="Mike Bloys" userId="1248c4d8-7b2b-4b32-b8bd-163ae845f9bb" providerId="ADAL" clId="{018D5F60-08AD-4FE1-AE17-5FC177098B05}" dt="2020-04-23T09:20:41.347" v="121" actId="478"/>
          <ac:cxnSpMkLst>
            <pc:docMk/>
            <pc:sldMk cId="166779371" sldId="280"/>
            <ac:cxnSpMk id="8" creationId="{080CEA5C-6691-4BF2-8790-DACA766BADD5}"/>
          </ac:cxnSpMkLst>
        </pc:cxnChg>
        <pc:cxnChg chg="add">
          <ac:chgData name="Mike Bloys" userId="1248c4d8-7b2b-4b32-b8bd-163ae845f9bb" providerId="ADAL" clId="{018D5F60-08AD-4FE1-AE17-5FC177098B05}" dt="2020-04-23T09:20:31.026" v="119"/>
          <ac:cxnSpMkLst>
            <pc:docMk/>
            <pc:sldMk cId="166779371" sldId="280"/>
            <ac:cxnSpMk id="12" creationId="{81A991F4-6C88-4C2E-B131-2CC87EEF6A54}"/>
          </ac:cxnSpMkLst>
        </pc:cxnChg>
      </pc:sldChg>
      <pc:sldChg chg="addSp delSp modSp">
        <pc:chgData name="Mike Bloys" userId="1248c4d8-7b2b-4b32-b8bd-163ae845f9bb" providerId="ADAL" clId="{018D5F60-08AD-4FE1-AE17-5FC177098B05}" dt="2020-04-23T09:22:02.934" v="135"/>
        <pc:sldMkLst>
          <pc:docMk/>
          <pc:sldMk cId="2065878552" sldId="281"/>
        </pc:sldMkLst>
        <pc:spChg chg="del">
          <ac:chgData name="Mike Bloys" userId="1248c4d8-7b2b-4b32-b8bd-163ae845f9bb" providerId="ADAL" clId="{018D5F60-08AD-4FE1-AE17-5FC177098B05}" dt="2020-04-23T09:21:06.132" v="125" actId="478"/>
          <ac:spMkLst>
            <pc:docMk/>
            <pc:sldMk cId="2065878552" sldId="281"/>
            <ac:spMk id="6" creationId="{67577D8A-ECC6-416D-A3F7-845F02F14D12}"/>
          </ac:spMkLst>
        </pc:spChg>
        <pc:spChg chg="add del mod">
          <ac:chgData name="Mike Bloys" userId="1248c4d8-7b2b-4b32-b8bd-163ae845f9bb" providerId="ADAL" clId="{018D5F60-08AD-4FE1-AE17-5FC177098B05}" dt="2020-04-23T09:22:02.934" v="135"/>
          <ac:spMkLst>
            <pc:docMk/>
            <pc:sldMk cId="2065878552" sldId="281"/>
            <ac:spMk id="7" creationId="{2BEB5C9C-AFCB-44C1-94F4-0541152E5BAC}"/>
          </ac:spMkLst>
        </pc:spChg>
        <pc:spChg chg="add">
          <ac:chgData name="Mike Bloys" userId="1248c4d8-7b2b-4b32-b8bd-163ae845f9bb" providerId="ADAL" clId="{018D5F60-08AD-4FE1-AE17-5FC177098B05}" dt="2020-04-23T09:21:13.651" v="128"/>
          <ac:spMkLst>
            <pc:docMk/>
            <pc:sldMk cId="2065878552" sldId="281"/>
            <ac:spMk id="10" creationId="{0979F4F7-EA2D-4B9B-AAEF-3BA4414A6FDB}"/>
          </ac:spMkLst>
        </pc:spChg>
        <pc:spChg chg="add del mod">
          <ac:chgData name="Mike Bloys" userId="1248c4d8-7b2b-4b32-b8bd-163ae845f9bb" providerId="ADAL" clId="{018D5F60-08AD-4FE1-AE17-5FC177098B05}" dt="2020-04-23T09:22:02.934" v="135"/>
          <ac:spMkLst>
            <pc:docMk/>
            <pc:sldMk cId="2065878552" sldId="281"/>
            <ac:spMk id="12" creationId="{DD20DC2E-2DF5-415D-BFE9-BDB462100715}"/>
          </ac:spMkLst>
        </pc:spChg>
        <pc:graphicFrameChg chg="del mod modGraphic">
          <ac:chgData name="Mike Bloys" userId="1248c4d8-7b2b-4b32-b8bd-163ae845f9bb" providerId="ADAL" clId="{018D5F60-08AD-4FE1-AE17-5FC177098B05}" dt="2020-04-23T09:21:21.875" v="130" actId="478"/>
          <ac:graphicFrameMkLst>
            <pc:docMk/>
            <pc:sldMk cId="2065878552" sldId="281"/>
            <ac:graphicFrameMk id="2" creationId="{38E1965C-3CE4-4C7E-9CCB-168B7CFE6644}"/>
          </ac:graphicFrameMkLst>
        </pc:graphicFrameChg>
        <pc:graphicFrameChg chg="add del">
          <ac:chgData name="Mike Bloys" userId="1248c4d8-7b2b-4b32-b8bd-163ae845f9bb" providerId="ADAL" clId="{018D5F60-08AD-4FE1-AE17-5FC177098B05}" dt="2020-04-23T09:21:08.676" v="127"/>
          <ac:graphicFrameMkLst>
            <pc:docMk/>
            <pc:sldMk cId="2065878552" sldId="281"/>
            <ac:graphicFrameMk id="5" creationId="{47C2B279-C15D-417A-89A5-99101B3F5EC3}"/>
          </ac:graphicFrameMkLst>
        </pc:graphicFrameChg>
        <pc:graphicFrameChg chg="add">
          <ac:chgData name="Mike Bloys" userId="1248c4d8-7b2b-4b32-b8bd-163ae845f9bb" providerId="ADAL" clId="{018D5F60-08AD-4FE1-AE17-5FC177098B05}" dt="2020-04-23T09:21:13.651" v="128"/>
          <ac:graphicFrameMkLst>
            <pc:docMk/>
            <pc:sldMk cId="2065878552" sldId="281"/>
            <ac:graphicFrameMk id="9" creationId="{A9E0EDE1-DC41-4E4D-900A-3622C91FA310}"/>
          </ac:graphicFrameMkLst>
        </pc:graphicFrameChg>
        <pc:cxnChg chg="del">
          <ac:chgData name="Mike Bloys" userId="1248c4d8-7b2b-4b32-b8bd-163ae845f9bb" providerId="ADAL" clId="{018D5F60-08AD-4FE1-AE17-5FC177098B05}" dt="2020-04-23T09:21:06.132" v="125" actId="478"/>
          <ac:cxnSpMkLst>
            <pc:docMk/>
            <pc:sldMk cId="2065878552" sldId="281"/>
            <ac:cxnSpMk id="8" creationId="{080CEA5C-6691-4BF2-8790-DACA766BADD5}"/>
          </ac:cxnSpMkLst>
        </pc:cxnChg>
        <pc:cxnChg chg="add">
          <ac:chgData name="Mike Bloys" userId="1248c4d8-7b2b-4b32-b8bd-163ae845f9bb" providerId="ADAL" clId="{018D5F60-08AD-4FE1-AE17-5FC177098B05}" dt="2020-04-23T09:21:13.651" v="128"/>
          <ac:cxnSpMkLst>
            <pc:docMk/>
            <pc:sldMk cId="2065878552" sldId="281"/>
            <ac:cxnSpMk id="11" creationId="{79E1CEC1-11EE-432C-9341-FFEA6B2472D2}"/>
          </ac:cxnSpMkLst>
        </pc:cxnChg>
      </pc:sldChg>
      <pc:sldChg chg="delSp modSp">
        <pc:chgData name="Mike Bloys" userId="1248c4d8-7b2b-4b32-b8bd-163ae845f9bb" providerId="ADAL" clId="{018D5F60-08AD-4FE1-AE17-5FC177098B05}" dt="2020-04-23T09:23:52.104" v="148" actId="20577"/>
        <pc:sldMkLst>
          <pc:docMk/>
          <pc:sldMk cId="3688799548" sldId="282"/>
        </pc:sldMkLst>
        <pc:spChg chg="mod">
          <ac:chgData name="Mike Bloys" userId="1248c4d8-7b2b-4b32-b8bd-163ae845f9bb" providerId="ADAL" clId="{018D5F60-08AD-4FE1-AE17-5FC177098B05}" dt="2020-04-23T09:23:52.104" v="148" actId="20577"/>
          <ac:spMkLst>
            <pc:docMk/>
            <pc:sldMk cId="3688799548" sldId="282"/>
            <ac:spMk id="3" creationId="{90F74121-45EE-4CD8-AF91-304AF003762A}"/>
          </ac:spMkLst>
        </pc:spChg>
        <pc:spChg chg="del">
          <ac:chgData name="Mike Bloys" userId="1248c4d8-7b2b-4b32-b8bd-163ae845f9bb" providerId="ADAL" clId="{018D5F60-08AD-4FE1-AE17-5FC177098B05}" dt="2020-04-23T09:23:45.699" v="147" actId="478"/>
          <ac:spMkLst>
            <pc:docMk/>
            <pc:sldMk cId="3688799548" sldId="282"/>
            <ac:spMk id="4" creationId="{222A97D9-EC71-47B9-8CDC-32310685EF36}"/>
          </ac:spMkLst>
        </pc:spChg>
      </pc:sldChg>
      <pc:sldChg chg="addSp delSp modSp">
        <pc:chgData name="Mike Bloys" userId="1248c4d8-7b2b-4b32-b8bd-163ae845f9bb" providerId="ADAL" clId="{018D5F60-08AD-4FE1-AE17-5FC177098B05}" dt="2020-04-23T09:23:33.572" v="146"/>
        <pc:sldMkLst>
          <pc:docMk/>
          <pc:sldMk cId="1306920338" sldId="283"/>
        </pc:sldMkLst>
        <pc:spChg chg="mod">
          <ac:chgData name="Mike Bloys" userId="1248c4d8-7b2b-4b32-b8bd-163ae845f9bb" providerId="ADAL" clId="{018D5F60-08AD-4FE1-AE17-5FC177098B05}" dt="2020-04-23T09:22:00.242" v="134" actId="2711"/>
          <ac:spMkLst>
            <pc:docMk/>
            <pc:sldMk cId="1306920338" sldId="283"/>
            <ac:spMk id="4" creationId="{00000000-0000-0000-0000-000000000000}"/>
          </ac:spMkLst>
        </pc:spChg>
        <pc:spChg chg="add del mod">
          <ac:chgData name="Mike Bloys" userId="1248c4d8-7b2b-4b32-b8bd-163ae845f9bb" providerId="ADAL" clId="{018D5F60-08AD-4FE1-AE17-5FC177098B05}" dt="2020-04-23T09:21:53.251" v="133"/>
          <ac:spMkLst>
            <pc:docMk/>
            <pc:sldMk cId="1306920338" sldId="283"/>
            <ac:spMk id="5" creationId="{52E931D0-2BB6-4570-A710-DCAE11B1F18C}"/>
          </ac:spMkLst>
        </pc:spChg>
        <pc:spChg chg="del">
          <ac:chgData name="Mike Bloys" userId="1248c4d8-7b2b-4b32-b8bd-163ae845f9bb" providerId="ADAL" clId="{018D5F60-08AD-4FE1-AE17-5FC177098B05}" dt="2020-04-23T09:23:32.485" v="145" actId="478"/>
          <ac:spMkLst>
            <pc:docMk/>
            <pc:sldMk cId="1306920338" sldId="283"/>
            <ac:spMk id="6" creationId="{67577D8A-ECC6-416D-A3F7-845F02F14D12}"/>
          </ac:spMkLst>
        </pc:spChg>
        <pc:spChg chg="del">
          <ac:chgData name="Mike Bloys" userId="1248c4d8-7b2b-4b32-b8bd-163ae845f9bb" providerId="ADAL" clId="{018D5F60-08AD-4FE1-AE17-5FC177098B05}" dt="2020-04-23T09:21:36.147" v="131" actId="478"/>
          <ac:spMkLst>
            <pc:docMk/>
            <pc:sldMk cId="1306920338" sldId="283"/>
            <ac:spMk id="7" creationId="{11688F09-1C95-4924-91A5-E8BA5B54CC00}"/>
          </ac:spMkLst>
        </pc:spChg>
        <pc:spChg chg="add del mod">
          <ac:chgData name="Mike Bloys" userId="1248c4d8-7b2b-4b32-b8bd-163ae845f9bb" providerId="ADAL" clId="{018D5F60-08AD-4FE1-AE17-5FC177098B05}" dt="2020-04-23T09:21:53.251" v="133"/>
          <ac:spMkLst>
            <pc:docMk/>
            <pc:sldMk cId="1306920338" sldId="283"/>
            <ac:spMk id="9" creationId="{B637E0FF-A25D-4419-8569-C441499351A8}"/>
          </ac:spMkLst>
        </pc:spChg>
        <pc:spChg chg="add">
          <ac:chgData name="Mike Bloys" userId="1248c4d8-7b2b-4b32-b8bd-163ae845f9bb" providerId="ADAL" clId="{018D5F60-08AD-4FE1-AE17-5FC177098B05}" dt="2020-04-23T09:23:33.572" v="146"/>
          <ac:spMkLst>
            <pc:docMk/>
            <pc:sldMk cId="1306920338" sldId="283"/>
            <ac:spMk id="11" creationId="{5A953EE7-1CC8-4256-9873-FF7C6FA240D8}"/>
          </ac:spMkLst>
        </pc:spChg>
        <pc:graphicFrameChg chg="del">
          <ac:chgData name="Mike Bloys" userId="1248c4d8-7b2b-4b32-b8bd-163ae845f9bb" providerId="ADAL" clId="{018D5F60-08AD-4FE1-AE17-5FC177098B05}" dt="2020-04-23T09:23:32.485" v="145" actId="478"/>
          <ac:graphicFrameMkLst>
            <pc:docMk/>
            <pc:sldMk cId="1306920338" sldId="283"/>
            <ac:graphicFrameMk id="2" creationId="{38E1965C-3CE4-4C7E-9CCB-168B7CFE6644}"/>
          </ac:graphicFrameMkLst>
        </pc:graphicFrameChg>
        <pc:graphicFrameChg chg="add">
          <ac:chgData name="Mike Bloys" userId="1248c4d8-7b2b-4b32-b8bd-163ae845f9bb" providerId="ADAL" clId="{018D5F60-08AD-4FE1-AE17-5FC177098B05}" dt="2020-04-23T09:23:33.572" v="146"/>
          <ac:graphicFrameMkLst>
            <pc:docMk/>
            <pc:sldMk cId="1306920338" sldId="283"/>
            <ac:graphicFrameMk id="10" creationId="{6474226B-BDE6-4B82-8082-941FF933DE96}"/>
          </ac:graphicFrameMkLst>
        </pc:graphicFrameChg>
        <pc:cxnChg chg="del">
          <ac:chgData name="Mike Bloys" userId="1248c4d8-7b2b-4b32-b8bd-163ae845f9bb" providerId="ADAL" clId="{018D5F60-08AD-4FE1-AE17-5FC177098B05}" dt="2020-04-23T09:23:32.485" v="145" actId="478"/>
          <ac:cxnSpMkLst>
            <pc:docMk/>
            <pc:sldMk cId="1306920338" sldId="283"/>
            <ac:cxnSpMk id="8" creationId="{080CEA5C-6691-4BF2-8790-DACA766BADD5}"/>
          </ac:cxnSpMkLst>
        </pc:cxnChg>
        <pc:cxnChg chg="add">
          <ac:chgData name="Mike Bloys" userId="1248c4d8-7b2b-4b32-b8bd-163ae845f9bb" providerId="ADAL" clId="{018D5F60-08AD-4FE1-AE17-5FC177098B05}" dt="2020-04-23T09:23:33.572" v="146"/>
          <ac:cxnSpMkLst>
            <pc:docMk/>
            <pc:sldMk cId="1306920338" sldId="283"/>
            <ac:cxnSpMk id="12" creationId="{7348B789-6554-4C58-B27F-F557B256F520}"/>
          </ac:cxnSpMkLst>
        </pc:cxnChg>
      </pc:sldChg>
      <pc:sldChg chg="delSp modSp">
        <pc:chgData name="Mike Bloys" userId="1248c4d8-7b2b-4b32-b8bd-163ae845f9bb" providerId="ADAL" clId="{018D5F60-08AD-4FE1-AE17-5FC177098B05}" dt="2020-04-23T09:44:08.990" v="178" actId="207"/>
        <pc:sldMkLst>
          <pc:docMk/>
          <pc:sldMk cId="145652338" sldId="284"/>
        </pc:sldMkLst>
        <pc:spChg chg="mod">
          <ac:chgData name="Mike Bloys" userId="1248c4d8-7b2b-4b32-b8bd-163ae845f9bb" providerId="ADAL" clId="{018D5F60-08AD-4FE1-AE17-5FC177098B05}" dt="2020-04-23T09:44:08.990" v="178" actId="207"/>
          <ac:spMkLst>
            <pc:docMk/>
            <pc:sldMk cId="145652338" sldId="284"/>
            <ac:spMk id="3" creationId="{49AD9FFF-73FC-417A-A6FE-D5CFD77D7CB5}"/>
          </ac:spMkLst>
        </pc:spChg>
        <pc:spChg chg="del">
          <ac:chgData name="Mike Bloys" userId="1248c4d8-7b2b-4b32-b8bd-163ae845f9bb" providerId="ADAL" clId="{018D5F60-08AD-4FE1-AE17-5FC177098B05}" dt="2020-04-23T09:43:49.251" v="175" actId="478"/>
          <ac:spMkLst>
            <pc:docMk/>
            <pc:sldMk cId="145652338" sldId="284"/>
            <ac:spMk id="4" creationId="{72BC8EDA-AA1C-4435-95FC-CE28162677EB}"/>
          </ac:spMkLst>
        </pc:spChg>
      </pc:sldChg>
      <pc:sldChg chg="delSp modSp">
        <pc:chgData name="Mike Bloys" userId="1248c4d8-7b2b-4b32-b8bd-163ae845f9bb" providerId="ADAL" clId="{018D5F60-08AD-4FE1-AE17-5FC177098B05}" dt="2020-04-23T09:54:46.884" v="364" actId="478"/>
        <pc:sldMkLst>
          <pc:docMk/>
          <pc:sldMk cId="1018736198" sldId="285"/>
        </pc:sldMkLst>
        <pc:spChg chg="mod">
          <ac:chgData name="Mike Bloys" userId="1248c4d8-7b2b-4b32-b8bd-163ae845f9bb" providerId="ADAL" clId="{018D5F60-08AD-4FE1-AE17-5FC177098B05}" dt="2020-04-23T09:53:42.917" v="363" actId="179"/>
          <ac:spMkLst>
            <pc:docMk/>
            <pc:sldMk cId="1018736198" sldId="285"/>
            <ac:spMk id="3" creationId="{F77BEDA9-251E-4F03-AA28-AAE9D3D86241}"/>
          </ac:spMkLst>
        </pc:spChg>
        <pc:spChg chg="del">
          <ac:chgData name="Mike Bloys" userId="1248c4d8-7b2b-4b32-b8bd-163ae845f9bb" providerId="ADAL" clId="{018D5F60-08AD-4FE1-AE17-5FC177098B05}" dt="2020-04-23T09:54:46.884" v="364" actId="478"/>
          <ac:spMkLst>
            <pc:docMk/>
            <pc:sldMk cId="1018736198" sldId="285"/>
            <ac:spMk id="4" creationId="{E459695D-C4E8-4DA9-90B1-17B08B925C1C}"/>
          </ac:spMkLst>
        </pc:spChg>
      </pc:sldChg>
      <pc:sldMasterChg chg="modSldLayout">
        <pc:chgData name="Mike Bloys" userId="1248c4d8-7b2b-4b32-b8bd-163ae845f9bb" providerId="ADAL" clId="{018D5F60-08AD-4FE1-AE17-5FC177098B05}" dt="2020-04-23T09:42:56.704" v="169" actId="21"/>
        <pc:sldMasterMkLst>
          <pc:docMk/>
          <pc:sldMasterMk cId="4112846155" sldId="2147483660"/>
        </pc:sldMasterMkLst>
        <pc:sldLayoutChg chg="addSp delSp modSp">
          <pc:chgData name="Mike Bloys" userId="1248c4d8-7b2b-4b32-b8bd-163ae845f9bb" providerId="ADAL" clId="{018D5F60-08AD-4FE1-AE17-5FC177098B05}" dt="2020-04-23T09:00:38.666" v="5" actId="16037"/>
          <pc:sldLayoutMkLst>
            <pc:docMk/>
            <pc:sldMasterMk cId="4112846155" sldId="2147483660"/>
            <pc:sldLayoutMk cId="939894443" sldId="2147483662"/>
          </pc:sldLayoutMkLst>
          <pc:spChg chg="del">
            <ac:chgData name="Mike Bloys" userId="1248c4d8-7b2b-4b32-b8bd-163ae845f9bb" providerId="ADAL" clId="{018D5F60-08AD-4FE1-AE17-5FC177098B05}" dt="2020-04-23T08:59:56.079" v="2" actId="478"/>
            <ac:spMkLst>
              <pc:docMk/>
              <pc:sldMasterMk cId="4112846155" sldId="2147483660"/>
              <pc:sldLayoutMk cId="939894443" sldId="2147483662"/>
              <ac:spMk id="20" creationId="{00000000-0000-0000-0000-000000000000}"/>
            </ac:spMkLst>
          </pc:spChg>
          <pc:spChg chg="del">
            <ac:chgData name="Mike Bloys" userId="1248c4d8-7b2b-4b32-b8bd-163ae845f9bb" providerId="ADAL" clId="{018D5F60-08AD-4FE1-AE17-5FC177098B05}" dt="2020-04-23T08:59:56.079" v="2" actId="478"/>
            <ac:spMkLst>
              <pc:docMk/>
              <pc:sldMasterMk cId="4112846155" sldId="2147483660"/>
              <pc:sldLayoutMk cId="939894443" sldId="2147483662"/>
              <ac:spMk id="21" creationId="{00000000-0000-0000-0000-000000000000}"/>
            </ac:spMkLst>
          </pc:spChg>
          <pc:spChg chg="del">
            <ac:chgData name="Mike Bloys" userId="1248c4d8-7b2b-4b32-b8bd-163ae845f9bb" providerId="ADAL" clId="{018D5F60-08AD-4FE1-AE17-5FC177098B05}" dt="2020-04-23T08:59:56.079" v="2" actId="478"/>
            <ac:spMkLst>
              <pc:docMk/>
              <pc:sldMasterMk cId="4112846155" sldId="2147483660"/>
              <pc:sldLayoutMk cId="939894443" sldId="2147483662"/>
              <ac:spMk id="24" creationId="{00000000-0000-0000-0000-000000000000}"/>
            </ac:spMkLst>
          </pc:spChg>
          <pc:picChg chg="del">
            <ac:chgData name="Mike Bloys" userId="1248c4d8-7b2b-4b32-b8bd-163ae845f9bb" providerId="ADAL" clId="{018D5F60-08AD-4FE1-AE17-5FC177098B05}" dt="2020-04-23T08:59:56.079" v="2" actId="478"/>
            <ac:picMkLst>
              <pc:docMk/>
              <pc:sldMasterMk cId="4112846155" sldId="2147483660"/>
              <pc:sldLayoutMk cId="939894443" sldId="2147483662"/>
              <ac:picMk id="2" creationId="{00000000-0000-0000-0000-000000000000}"/>
            </ac:picMkLst>
          </pc:picChg>
          <pc:picChg chg="add mod">
            <ac:chgData name="Mike Bloys" userId="1248c4d8-7b2b-4b32-b8bd-163ae845f9bb" providerId="ADAL" clId="{018D5F60-08AD-4FE1-AE17-5FC177098B05}" dt="2020-04-23T09:00:38.666" v="5" actId="16037"/>
            <ac:picMkLst>
              <pc:docMk/>
              <pc:sldMasterMk cId="4112846155" sldId="2147483660"/>
              <pc:sldLayoutMk cId="939894443" sldId="2147483662"/>
              <ac:picMk id="4" creationId="{7B875DE7-7613-41E1-BB20-1CC9B47967BA}"/>
            </ac:picMkLst>
          </pc:picChg>
          <pc:cxnChg chg="del">
            <ac:chgData name="Mike Bloys" userId="1248c4d8-7b2b-4b32-b8bd-163ae845f9bb" providerId="ADAL" clId="{018D5F60-08AD-4FE1-AE17-5FC177098B05}" dt="2020-04-23T08:59:56.079" v="2" actId="478"/>
            <ac:cxnSpMkLst>
              <pc:docMk/>
              <pc:sldMasterMk cId="4112846155" sldId="2147483660"/>
              <pc:sldLayoutMk cId="939894443" sldId="2147483662"/>
              <ac:cxnSpMk id="14" creationId="{00000000-0000-0000-0000-000000000000}"/>
            </ac:cxnSpMkLst>
          </pc:cxnChg>
        </pc:sldLayoutChg>
        <pc:sldLayoutChg chg="addSp delSp modSp setBg">
          <pc:chgData name="Mike Bloys" userId="1248c4d8-7b2b-4b32-b8bd-163ae845f9bb" providerId="ADAL" clId="{018D5F60-08AD-4FE1-AE17-5FC177098B05}" dt="2020-04-23T09:08:21.508" v="52" actId="478"/>
          <pc:sldLayoutMkLst>
            <pc:docMk/>
            <pc:sldMasterMk cId="4112846155" sldId="2147483660"/>
            <pc:sldLayoutMk cId="7990883" sldId="2147483663"/>
          </pc:sldLayoutMkLst>
          <pc:spChg chg="add del">
            <ac:chgData name="Mike Bloys" userId="1248c4d8-7b2b-4b32-b8bd-163ae845f9bb" providerId="ADAL" clId="{018D5F60-08AD-4FE1-AE17-5FC177098B05}" dt="2020-04-23T09:08:21.508" v="52" actId="478"/>
            <ac:spMkLst>
              <pc:docMk/>
              <pc:sldMasterMk cId="4112846155" sldId="2147483660"/>
              <pc:sldLayoutMk cId="7990883" sldId="2147483663"/>
              <ac:spMk id="6" creationId="{E00B96B5-D869-4A61-8587-258499DC7F77}"/>
            </ac:spMkLst>
          </pc:spChg>
          <pc:cxnChg chg="mod">
            <ac:chgData name="Mike Bloys" userId="1248c4d8-7b2b-4b32-b8bd-163ae845f9bb" providerId="ADAL" clId="{018D5F60-08AD-4FE1-AE17-5FC177098B05}" dt="2020-04-23T09:08:20.189" v="51" actId="14100"/>
            <ac:cxnSpMkLst>
              <pc:docMk/>
              <pc:sldMasterMk cId="4112846155" sldId="2147483660"/>
              <pc:sldLayoutMk cId="7990883" sldId="2147483663"/>
              <ac:cxnSpMk id="8" creationId="{00000000-0000-0000-0000-000000000000}"/>
            </ac:cxnSpMkLst>
          </pc:cxnChg>
        </pc:sldLayoutChg>
        <pc:sldLayoutChg chg="modSp setBg">
          <pc:chgData name="Mike Bloys" userId="1248c4d8-7b2b-4b32-b8bd-163ae845f9bb" providerId="ADAL" clId="{018D5F60-08AD-4FE1-AE17-5FC177098B05}" dt="2020-04-23T09:01:38.618" v="13" actId="207"/>
          <pc:sldLayoutMkLst>
            <pc:docMk/>
            <pc:sldMasterMk cId="4112846155" sldId="2147483660"/>
            <pc:sldLayoutMk cId="4097881477" sldId="2147483664"/>
          </pc:sldLayoutMkLst>
          <pc:spChg chg="mod">
            <ac:chgData name="Mike Bloys" userId="1248c4d8-7b2b-4b32-b8bd-163ae845f9bb" providerId="ADAL" clId="{018D5F60-08AD-4FE1-AE17-5FC177098B05}" dt="2020-04-23T09:01:38.618" v="13" actId="207"/>
            <ac:spMkLst>
              <pc:docMk/>
              <pc:sldMasterMk cId="4112846155" sldId="2147483660"/>
              <pc:sldLayoutMk cId="4097881477" sldId="2147483664"/>
              <ac:spMk id="6" creationId="{00000000-0000-0000-0000-000000000000}"/>
            </ac:spMkLst>
          </pc:spChg>
          <pc:spChg chg="mod">
            <ac:chgData name="Mike Bloys" userId="1248c4d8-7b2b-4b32-b8bd-163ae845f9bb" providerId="ADAL" clId="{018D5F60-08AD-4FE1-AE17-5FC177098B05}" dt="2020-04-23T09:01:38.618" v="13" actId="207"/>
            <ac:spMkLst>
              <pc:docMk/>
              <pc:sldMasterMk cId="4112846155" sldId="2147483660"/>
              <pc:sldLayoutMk cId="4097881477" sldId="2147483664"/>
              <ac:spMk id="10" creationId="{00000000-0000-0000-0000-000000000000}"/>
            </ac:spMkLst>
          </pc:spChg>
          <pc:cxnChg chg="mod">
            <ac:chgData name="Mike Bloys" userId="1248c4d8-7b2b-4b32-b8bd-163ae845f9bb" providerId="ADAL" clId="{018D5F60-08AD-4FE1-AE17-5FC177098B05}" dt="2020-04-23T09:01:32.838" v="12" actId="692"/>
            <ac:cxnSpMkLst>
              <pc:docMk/>
              <pc:sldMasterMk cId="4112846155" sldId="2147483660"/>
              <pc:sldLayoutMk cId="4097881477" sldId="2147483664"/>
              <ac:cxnSpMk id="9" creationId="{00000000-0000-0000-0000-000000000000}"/>
            </ac:cxnSpMkLst>
          </pc:cxnChg>
        </pc:sldLayoutChg>
        <pc:sldLayoutChg chg="addSp delSp modSp">
          <pc:chgData name="Mike Bloys" userId="1248c4d8-7b2b-4b32-b8bd-163ae845f9bb" providerId="ADAL" clId="{018D5F60-08AD-4FE1-AE17-5FC177098B05}" dt="2020-04-23T09:42:56.704" v="169" actId="21"/>
          <pc:sldLayoutMkLst>
            <pc:docMk/>
            <pc:sldMasterMk cId="4112846155" sldId="2147483660"/>
            <pc:sldLayoutMk cId="1415037018" sldId="2147483665"/>
          </pc:sldLayoutMkLst>
          <pc:spChg chg="mod">
            <ac:chgData name="Mike Bloys" userId="1248c4d8-7b2b-4b32-b8bd-163ae845f9bb" providerId="ADAL" clId="{018D5F60-08AD-4FE1-AE17-5FC177098B05}" dt="2020-04-23T09:02:09.017" v="25" actId="207"/>
            <ac:spMkLst>
              <pc:docMk/>
              <pc:sldMasterMk cId="4112846155" sldId="2147483660"/>
              <pc:sldLayoutMk cId="1415037018" sldId="2147483665"/>
              <ac:spMk id="9" creationId="{00000000-0000-0000-0000-000000000000}"/>
            </ac:spMkLst>
          </pc:spChg>
          <pc:spChg chg="del mod">
            <ac:chgData name="Mike Bloys" userId="1248c4d8-7b2b-4b32-b8bd-163ae845f9bb" providerId="ADAL" clId="{018D5F60-08AD-4FE1-AE17-5FC177098B05}" dt="2020-04-23T09:02:00.562" v="23" actId="478"/>
            <ac:spMkLst>
              <pc:docMk/>
              <pc:sldMasterMk cId="4112846155" sldId="2147483660"/>
              <pc:sldLayoutMk cId="1415037018" sldId="2147483665"/>
              <ac:spMk id="12" creationId="{00000000-0000-0000-0000-000000000000}"/>
            </ac:spMkLst>
          </pc:spChg>
          <pc:spChg chg="add mod">
            <ac:chgData name="Mike Bloys" userId="1248c4d8-7b2b-4b32-b8bd-163ae845f9bb" providerId="ADAL" clId="{018D5F60-08AD-4FE1-AE17-5FC177098B05}" dt="2020-04-23T09:01:57.667" v="22" actId="20577"/>
            <ac:spMkLst>
              <pc:docMk/>
              <pc:sldMasterMk cId="4112846155" sldId="2147483660"/>
              <pc:sldLayoutMk cId="1415037018" sldId="2147483665"/>
              <ac:spMk id="13" creationId="{CEF429B8-7289-4F0D-B7CE-915D4AA91105}"/>
            </ac:spMkLst>
          </pc:spChg>
          <pc:picChg chg="del mod">
            <ac:chgData name="Mike Bloys" userId="1248c4d8-7b2b-4b32-b8bd-163ae845f9bb" providerId="ADAL" clId="{018D5F60-08AD-4FE1-AE17-5FC177098B05}" dt="2020-04-23T09:02:00.562" v="23" actId="478"/>
            <ac:picMkLst>
              <pc:docMk/>
              <pc:sldMasterMk cId="4112846155" sldId="2147483660"/>
              <pc:sldLayoutMk cId="1415037018" sldId="2147483665"/>
              <ac:picMk id="2" creationId="{00000000-0000-0000-0000-000000000000}"/>
            </ac:picMkLst>
          </pc:picChg>
          <pc:picChg chg="add">
            <ac:chgData name="Mike Bloys" userId="1248c4d8-7b2b-4b32-b8bd-163ae845f9bb" providerId="ADAL" clId="{018D5F60-08AD-4FE1-AE17-5FC177098B05}" dt="2020-04-23T09:01:51.265" v="16"/>
            <ac:picMkLst>
              <pc:docMk/>
              <pc:sldMasterMk cId="4112846155" sldId="2147483660"/>
              <pc:sldLayoutMk cId="1415037018" sldId="2147483665"/>
              <ac:picMk id="7" creationId="{E0A89887-2F5E-4374-AFB0-0F11A52F6DD7}"/>
            </ac:picMkLst>
          </pc:picChg>
          <pc:picChg chg="del">
            <ac:chgData name="Mike Bloys" userId="1248c4d8-7b2b-4b32-b8bd-163ae845f9bb" providerId="ADAL" clId="{018D5F60-08AD-4FE1-AE17-5FC177098B05}" dt="2020-04-23T09:01:44.803" v="15" actId="478"/>
            <ac:picMkLst>
              <pc:docMk/>
              <pc:sldMasterMk cId="4112846155" sldId="2147483660"/>
              <pc:sldLayoutMk cId="1415037018" sldId="2147483665"/>
              <ac:picMk id="10" creationId="{00000000-0000-0000-0000-000000000000}"/>
            </ac:picMkLst>
          </pc:picChg>
          <pc:picChg chg="add">
            <ac:chgData name="Mike Bloys" userId="1248c4d8-7b2b-4b32-b8bd-163ae845f9bb" providerId="ADAL" clId="{018D5F60-08AD-4FE1-AE17-5FC177098B05}" dt="2020-04-23T09:01:51.265" v="16"/>
            <ac:picMkLst>
              <pc:docMk/>
              <pc:sldMasterMk cId="4112846155" sldId="2147483660"/>
              <pc:sldLayoutMk cId="1415037018" sldId="2147483665"/>
              <ac:picMk id="11" creationId="{34DC8F6A-5B71-4032-9D12-0E76FABE6056}"/>
            </ac:picMkLst>
          </pc:picChg>
          <pc:picChg chg="add del mod modCrop">
            <ac:chgData name="Mike Bloys" userId="1248c4d8-7b2b-4b32-b8bd-163ae845f9bb" providerId="ADAL" clId="{018D5F60-08AD-4FE1-AE17-5FC177098B05}" dt="2020-04-23T09:42:56.704" v="169" actId="21"/>
            <ac:picMkLst>
              <pc:docMk/>
              <pc:sldMasterMk cId="4112846155" sldId="2147483660"/>
              <pc:sldLayoutMk cId="1415037018" sldId="2147483665"/>
              <ac:picMk id="14" creationId="{7A7521EC-498F-4060-9534-81C4DEB71104}"/>
            </ac:picMkLst>
          </pc:picChg>
        </pc:sldLayoutChg>
        <pc:sldLayoutChg chg="addSp delSp modSp">
          <pc:chgData name="Mike Bloys" userId="1248c4d8-7b2b-4b32-b8bd-163ae845f9bb" providerId="ADAL" clId="{018D5F60-08AD-4FE1-AE17-5FC177098B05}" dt="2020-04-23T09:02:53.384" v="31" actId="207"/>
          <pc:sldLayoutMkLst>
            <pc:docMk/>
            <pc:sldMasterMk cId="4112846155" sldId="2147483660"/>
            <pc:sldLayoutMk cId="2159895046" sldId="2147483666"/>
          </pc:sldLayoutMkLst>
          <pc:spChg chg="del">
            <ac:chgData name="Mike Bloys" userId="1248c4d8-7b2b-4b32-b8bd-163ae845f9bb" providerId="ADAL" clId="{018D5F60-08AD-4FE1-AE17-5FC177098B05}" dt="2020-04-23T09:02:38.291" v="27" actId="478"/>
            <ac:spMkLst>
              <pc:docMk/>
              <pc:sldMasterMk cId="4112846155" sldId="2147483660"/>
              <pc:sldLayoutMk cId="2159895046" sldId="2147483666"/>
              <ac:spMk id="9" creationId="{00000000-0000-0000-0000-000000000000}"/>
            </ac:spMkLst>
          </pc:spChg>
          <pc:spChg chg="add ord">
            <ac:chgData name="Mike Bloys" userId="1248c4d8-7b2b-4b32-b8bd-163ae845f9bb" providerId="ADAL" clId="{018D5F60-08AD-4FE1-AE17-5FC177098B05}" dt="2020-04-23T09:02:41.426" v="29" actId="167"/>
            <ac:spMkLst>
              <pc:docMk/>
              <pc:sldMasterMk cId="4112846155" sldId="2147483660"/>
              <pc:sldLayoutMk cId="2159895046" sldId="2147483666"/>
              <ac:spMk id="13" creationId="{5B2BB749-181B-4683-A490-92D35A8D52D6}"/>
            </ac:spMkLst>
          </pc:spChg>
          <pc:spChg chg="mod">
            <ac:chgData name="Mike Bloys" userId="1248c4d8-7b2b-4b32-b8bd-163ae845f9bb" providerId="ADAL" clId="{018D5F60-08AD-4FE1-AE17-5FC177098B05}" dt="2020-04-23T09:02:53.384" v="31" actId="207"/>
            <ac:spMkLst>
              <pc:docMk/>
              <pc:sldMasterMk cId="4112846155" sldId="2147483660"/>
              <pc:sldLayoutMk cId="2159895046" sldId="2147483666"/>
              <ac:spMk id="42" creationId="{00000000-0000-0000-0000-000000000000}"/>
            </ac:spMkLst>
          </pc:spChg>
          <pc:picChg chg="del">
            <ac:chgData name="Mike Bloys" userId="1248c4d8-7b2b-4b32-b8bd-163ae845f9bb" providerId="ADAL" clId="{018D5F60-08AD-4FE1-AE17-5FC177098B05}" dt="2020-04-23T09:02:38.291" v="27" actId="478"/>
            <ac:picMkLst>
              <pc:docMk/>
              <pc:sldMasterMk cId="4112846155" sldId="2147483660"/>
              <pc:sldLayoutMk cId="2159895046" sldId="2147483666"/>
              <ac:picMk id="8" creationId="{00000000-0000-0000-0000-000000000000}"/>
            </ac:picMkLst>
          </pc:picChg>
          <pc:picChg chg="del">
            <ac:chgData name="Mike Bloys" userId="1248c4d8-7b2b-4b32-b8bd-163ae845f9bb" providerId="ADAL" clId="{018D5F60-08AD-4FE1-AE17-5FC177098B05}" dt="2020-04-23T09:02:38.291" v="27" actId="478"/>
            <ac:picMkLst>
              <pc:docMk/>
              <pc:sldMasterMk cId="4112846155" sldId="2147483660"/>
              <pc:sldLayoutMk cId="2159895046" sldId="2147483666"/>
              <ac:picMk id="10" creationId="{00000000-0000-0000-0000-000000000000}"/>
            </ac:picMkLst>
          </pc:picChg>
          <pc:picChg chg="add ord">
            <ac:chgData name="Mike Bloys" userId="1248c4d8-7b2b-4b32-b8bd-163ae845f9bb" providerId="ADAL" clId="{018D5F60-08AD-4FE1-AE17-5FC177098B05}" dt="2020-04-23T09:02:41.426" v="29" actId="167"/>
            <ac:picMkLst>
              <pc:docMk/>
              <pc:sldMasterMk cId="4112846155" sldId="2147483660"/>
              <pc:sldLayoutMk cId="2159895046" sldId="2147483666"/>
              <ac:picMk id="11" creationId="{324C3797-B6C0-4790-B867-68D98D5DA4D3}"/>
            </ac:picMkLst>
          </pc:picChg>
          <pc:picChg chg="add ord">
            <ac:chgData name="Mike Bloys" userId="1248c4d8-7b2b-4b32-b8bd-163ae845f9bb" providerId="ADAL" clId="{018D5F60-08AD-4FE1-AE17-5FC177098B05}" dt="2020-04-23T09:02:41.426" v="29" actId="167"/>
            <ac:picMkLst>
              <pc:docMk/>
              <pc:sldMasterMk cId="4112846155" sldId="2147483660"/>
              <pc:sldLayoutMk cId="2159895046" sldId="2147483666"/>
              <ac:picMk id="12" creationId="{EB789117-CAC2-4FD4-9612-813466BF34F1}"/>
            </ac:picMkLst>
          </pc:picChg>
        </pc:sldLayoutChg>
        <pc:sldLayoutChg chg="addSp delSp modSp">
          <pc:chgData name="Mike Bloys" userId="1248c4d8-7b2b-4b32-b8bd-163ae845f9bb" providerId="ADAL" clId="{018D5F60-08AD-4FE1-AE17-5FC177098B05}" dt="2020-04-23T09:03:07.785" v="36" actId="207"/>
          <pc:sldLayoutMkLst>
            <pc:docMk/>
            <pc:sldMasterMk cId="4112846155" sldId="2147483660"/>
            <pc:sldLayoutMk cId="2484285243" sldId="2147483667"/>
          </pc:sldLayoutMkLst>
          <pc:spChg chg="del">
            <ac:chgData name="Mike Bloys" userId="1248c4d8-7b2b-4b32-b8bd-163ae845f9bb" providerId="ADAL" clId="{018D5F60-08AD-4FE1-AE17-5FC177098B05}" dt="2020-04-23T09:02:58.003" v="32" actId="478"/>
            <ac:spMkLst>
              <pc:docMk/>
              <pc:sldMasterMk cId="4112846155" sldId="2147483660"/>
              <pc:sldLayoutMk cId="2484285243" sldId="2147483667"/>
              <ac:spMk id="7" creationId="{00000000-0000-0000-0000-000000000000}"/>
            </ac:spMkLst>
          </pc:spChg>
          <pc:spChg chg="add">
            <ac:chgData name="Mike Bloys" userId="1248c4d8-7b2b-4b32-b8bd-163ae845f9bb" providerId="ADAL" clId="{018D5F60-08AD-4FE1-AE17-5FC177098B05}" dt="2020-04-23T09:02:58.463" v="33"/>
            <ac:spMkLst>
              <pc:docMk/>
              <pc:sldMasterMk cId="4112846155" sldId="2147483660"/>
              <pc:sldLayoutMk cId="2484285243" sldId="2147483667"/>
              <ac:spMk id="10" creationId="{A4DFA374-DA82-4D7E-AA2D-C7C87D7B7096}"/>
            </ac:spMkLst>
          </pc:spChg>
          <pc:spChg chg="mod">
            <ac:chgData name="Mike Bloys" userId="1248c4d8-7b2b-4b32-b8bd-163ae845f9bb" providerId="ADAL" clId="{018D5F60-08AD-4FE1-AE17-5FC177098B05}" dt="2020-04-23T09:03:07.785" v="36" actId="207"/>
            <ac:spMkLst>
              <pc:docMk/>
              <pc:sldMasterMk cId="4112846155" sldId="2147483660"/>
              <pc:sldLayoutMk cId="2484285243" sldId="2147483667"/>
              <ac:spMk id="43" creationId="{00000000-0000-0000-0000-000000000000}"/>
            </ac:spMkLst>
          </pc:spChg>
          <pc:picChg chg="del">
            <ac:chgData name="Mike Bloys" userId="1248c4d8-7b2b-4b32-b8bd-163ae845f9bb" providerId="ADAL" clId="{018D5F60-08AD-4FE1-AE17-5FC177098B05}" dt="2020-04-23T09:02:58.003" v="32" actId="478"/>
            <ac:picMkLst>
              <pc:docMk/>
              <pc:sldMasterMk cId="4112846155" sldId="2147483660"/>
              <pc:sldLayoutMk cId="2484285243" sldId="2147483667"/>
              <ac:picMk id="6" creationId="{00000000-0000-0000-0000-000000000000}"/>
            </ac:picMkLst>
          </pc:picChg>
          <pc:picChg chg="add">
            <ac:chgData name="Mike Bloys" userId="1248c4d8-7b2b-4b32-b8bd-163ae845f9bb" providerId="ADAL" clId="{018D5F60-08AD-4FE1-AE17-5FC177098B05}" dt="2020-04-23T09:02:58.463" v="33"/>
            <ac:picMkLst>
              <pc:docMk/>
              <pc:sldMasterMk cId="4112846155" sldId="2147483660"/>
              <pc:sldLayoutMk cId="2484285243" sldId="2147483667"/>
              <ac:picMk id="8" creationId="{092D8E15-3AE0-4E64-9E89-C43B6406DDA2}"/>
            </ac:picMkLst>
          </pc:picChg>
          <pc:picChg chg="add del">
            <ac:chgData name="Mike Bloys" userId="1248c4d8-7b2b-4b32-b8bd-163ae845f9bb" providerId="ADAL" clId="{018D5F60-08AD-4FE1-AE17-5FC177098B05}" dt="2020-04-23T09:03:01.095" v="34" actId="478"/>
            <ac:picMkLst>
              <pc:docMk/>
              <pc:sldMasterMk cId="4112846155" sldId="2147483660"/>
              <pc:sldLayoutMk cId="2484285243" sldId="2147483667"/>
              <ac:picMk id="9" creationId="{3324D46E-6726-40B3-862F-DB56788D5FF1}"/>
            </ac:picMkLst>
          </pc:picChg>
        </pc:sldLayoutChg>
        <pc:sldLayoutChg chg="addSp delSp modSp">
          <pc:chgData name="Mike Bloys" userId="1248c4d8-7b2b-4b32-b8bd-163ae845f9bb" providerId="ADAL" clId="{018D5F60-08AD-4FE1-AE17-5FC177098B05}" dt="2020-04-23T09:05:26.668" v="41" actId="207"/>
          <pc:sldLayoutMkLst>
            <pc:docMk/>
            <pc:sldMasterMk cId="4112846155" sldId="2147483660"/>
            <pc:sldLayoutMk cId="88482964" sldId="2147483668"/>
          </pc:sldLayoutMkLst>
          <pc:spChg chg="del">
            <ac:chgData name="Mike Bloys" userId="1248c4d8-7b2b-4b32-b8bd-163ae845f9bb" providerId="ADAL" clId="{018D5F60-08AD-4FE1-AE17-5FC177098B05}" dt="2020-04-23T09:05:10.436" v="37" actId="478"/>
            <ac:spMkLst>
              <pc:docMk/>
              <pc:sldMasterMk cId="4112846155" sldId="2147483660"/>
              <pc:sldLayoutMk cId="88482964" sldId="2147483668"/>
              <ac:spMk id="8" creationId="{00000000-0000-0000-0000-000000000000}"/>
            </ac:spMkLst>
          </pc:spChg>
          <pc:spChg chg="add">
            <ac:chgData name="Mike Bloys" userId="1248c4d8-7b2b-4b32-b8bd-163ae845f9bb" providerId="ADAL" clId="{018D5F60-08AD-4FE1-AE17-5FC177098B05}" dt="2020-04-23T09:05:11.175" v="38"/>
            <ac:spMkLst>
              <pc:docMk/>
              <pc:sldMasterMk cId="4112846155" sldId="2147483660"/>
              <pc:sldLayoutMk cId="88482964" sldId="2147483668"/>
              <ac:spMk id="11" creationId="{ACF22FA1-769E-4BE0-A7BF-23CAE4CCDC7B}"/>
            </ac:spMkLst>
          </pc:spChg>
          <pc:spChg chg="mod">
            <ac:chgData name="Mike Bloys" userId="1248c4d8-7b2b-4b32-b8bd-163ae845f9bb" providerId="ADAL" clId="{018D5F60-08AD-4FE1-AE17-5FC177098B05}" dt="2020-04-23T09:05:26.668" v="41" actId="207"/>
            <ac:spMkLst>
              <pc:docMk/>
              <pc:sldMasterMk cId="4112846155" sldId="2147483660"/>
              <pc:sldLayoutMk cId="88482964" sldId="2147483668"/>
              <ac:spMk id="46" creationId="{00000000-0000-0000-0000-000000000000}"/>
            </ac:spMkLst>
          </pc:spChg>
          <pc:picChg chg="del">
            <ac:chgData name="Mike Bloys" userId="1248c4d8-7b2b-4b32-b8bd-163ae845f9bb" providerId="ADAL" clId="{018D5F60-08AD-4FE1-AE17-5FC177098B05}" dt="2020-04-23T09:05:10.436" v="37" actId="478"/>
            <ac:picMkLst>
              <pc:docMk/>
              <pc:sldMasterMk cId="4112846155" sldId="2147483660"/>
              <pc:sldLayoutMk cId="88482964" sldId="2147483668"/>
              <ac:picMk id="7" creationId="{00000000-0000-0000-0000-000000000000}"/>
            </ac:picMkLst>
          </pc:picChg>
          <pc:picChg chg="add">
            <ac:chgData name="Mike Bloys" userId="1248c4d8-7b2b-4b32-b8bd-163ae845f9bb" providerId="ADAL" clId="{018D5F60-08AD-4FE1-AE17-5FC177098B05}" dt="2020-04-23T09:05:11.175" v="38"/>
            <ac:picMkLst>
              <pc:docMk/>
              <pc:sldMasterMk cId="4112846155" sldId="2147483660"/>
              <pc:sldLayoutMk cId="88482964" sldId="2147483668"/>
              <ac:picMk id="9" creationId="{10E7FCCE-62B9-4BA7-935B-C0B6FEBDF13A}"/>
            </ac:picMkLst>
          </pc:picChg>
          <pc:picChg chg="add del">
            <ac:chgData name="Mike Bloys" userId="1248c4d8-7b2b-4b32-b8bd-163ae845f9bb" providerId="ADAL" clId="{018D5F60-08AD-4FE1-AE17-5FC177098B05}" dt="2020-04-23T09:05:13.139" v="39" actId="478"/>
            <ac:picMkLst>
              <pc:docMk/>
              <pc:sldMasterMk cId="4112846155" sldId="2147483660"/>
              <pc:sldLayoutMk cId="88482964" sldId="2147483668"/>
              <ac:picMk id="10" creationId="{BE73FD6B-2BF0-4705-910F-7D165980D200}"/>
            </ac:picMkLst>
          </pc:picChg>
        </pc:sldLayoutChg>
        <pc:sldLayoutChg chg="addSp delSp modSp">
          <pc:chgData name="Mike Bloys" userId="1248c4d8-7b2b-4b32-b8bd-163ae845f9bb" providerId="ADAL" clId="{018D5F60-08AD-4FE1-AE17-5FC177098B05}" dt="2020-04-23T09:05:40.594" v="45" actId="20577"/>
          <pc:sldLayoutMkLst>
            <pc:docMk/>
            <pc:sldMasterMk cId="4112846155" sldId="2147483660"/>
            <pc:sldLayoutMk cId="2302417356" sldId="2147483669"/>
          </pc:sldLayoutMkLst>
          <pc:spChg chg="mod">
            <ac:chgData name="Mike Bloys" userId="1248c4d8-7b2b-4b32-b8bd-163ae845f9bb" providerId="ADAL" clId="{018D5F60-08AD-4FE1-AE17-5FC177098B05}" dt="2020-04-23T09:05:40.594" v="45" actId="20577"/>
            <ac:spMkLst>
              <pc:docMk/>
              <pc:sldMasterMk cId="4112846155" sldId="2147483660"/>
              <pc:sldLayoutMk cId="2302417356" sldId="2147483669"/>
              <ac:spMk id="2" creationId="{00000000-0000-0000-0000-000000000000}"/>
            </ac:spMkLst>
          </pc:spChg>
          <pc:spChg chg="add">
            <ac:chgData name="Mike Bloys" userId="1248c4d8-7b2b-4b32-b8bd-163ae845f9bb" providerId="ADAL" clId="{018D5F60-08AD-4FE1-AE17-5FC177098B05}" dt="2020-04-23T09:05:32.350" v="43"/>
            <ac:spMkLst>
              <pc:docMk/>
              <pc:sldMasterMk cId="4112846155" sldId="2147483660"/>
              <pc:sldLayoutMk cId="2302417356" sldId="2147483669"/>
              <ac:spMk id="9" creationId="{726B215A-CB22-4598-AE85-E31E24F09E8E}"/>
            </ac:spMkLst>
          </pc:spChg>
          <pc:spChg chg="del">
            <ac:chgData name="Mike Bloys" userId="1248c4d8-7b2b-4b32-b8bd-163ae845f9bb" providerId="ADAL" clId="{018D5F60-08AD-4FE1-AE17-5FC177098B05}" dt="2020-04-23T09:05:31.586" v="42" actId="478"/>
            <ac:spMkLst>
              <pc:docMk/>
              <pc:sldMasterMk cId="4112846155" sldId="2147483660"/>
              <pc:sldLayoutMk cId="2302417356" sldId="2147483669"/>
              <ac:spMk id="10" creationId="{00000000-0000-0000-0000-000000000000}"/>
            </ac:spMkLst>
          </pc:spChg>
          <pc:picChg chg="del">
            <ac:chgData name="Mike Bloys" userId="1248c4d8-7b2b-4b32-b8bd-163ae845f9bb" providerId="ADAL" clId="{018D5F60-08AD-4FE1-AE17-5FC177098B05}" dt="2020-04-23T09:05:31.586" v="42" actId="478"/>
            <ac:picMkLst>
              <pc:docMk/>
              <pc:sldMasterMk cId="4112846155" sldId="2147483660"/>
              <pc:sldLayoutMk cId="2302417356" sldId="2147483669"/>
              <ac:picMk id="6" creationId="{00000000-0000-0000-0000-000000000000}"/>
            </ac:picMkLst>
          </pc:picChg>
          <pc:picChg chg="add">
            <ac:chgData name="Mike Bloys" userId="1248c4d8-7b2b-4b32-b8bd-163ae845f9bb" providerId="ADAL" clId="{018D5F60-08AD-4FE1-AE17-5FC177098B05}" dt="2020-04-23T09:05:32.350" v="43"/>
            <ac:picMkLst>
              <pc:docMk/>
              <pc:sldMasterMk cId="4112846155" sldId="2147483660"/>
              <pc:sldLayoutMk cId="2302417356" sldId="2147483669"/>
              <ac:picMk id="7" creationId="{1EC272F3-D6A9-40BC-9875-65038C961E01}"/>
            </ac:picMkLst>
          </pc:picChg>
          <pc:picChg chg="add">
            <ac:chgData name="Mike Bloys" userId="1248c4d8-7b2b-4b32-b8bd-163ae845f9bb" providerId="ADAL" clId="{018D5F60-08AD-4FE1-AE17-5FC177098B05}" dt="2020-04-23T09:05:32.350" v="43"/>
            <ac:picMkLst>
              <pc:docMk/>
              <pc:sldMasterMk cId="4112846155" sldId="2147483660"/>
              <pc:sldLayoutMk cId="2302417356" sldId="2147483669"/>
              <ac:picMk id="8" creationId="{AB84DAE9-DB03-495F-BE3B-569F8F37FB2F}"/>
            </ac:picMkLst>
          </pc:picChg>
          <pc:picChg chg="del">
            <ac:chgData name="Mike Bloys" userId="1248c4d8-7b2b-4b32-b8bd-163ae845f9bb" providerId="ADAL" clId="{018D5F60-08AD-4FE1-AE17-5FC177098B05}" dt="2020-04-23T09:05:31.586" v="42" actId="478"/>
            <ac:picMkLst>
              <pc:docMk/>
              <pc:sldMasterMk cId="4112846155" sldId="2147483660"/>
              <pc:sldLayoutMk cId="2302417356" sldId="2147483669"/>
              <ac:picMk id="11" creationId="{00000000-0000-0000-0000-000000000000}"/>
            </ac:picMkLst>
          </pc:picChg>
        </pc:sldLayoutChg>
        <pc:sldLayoutChg chg="addSp mod">
          <pc:chgData name="Mike Bloys" userId="1248c4d8-7b2b-4b32-b8bd-163ae845f9bb" providerId="ADAL" clId="{018D5F60-08AD-4FE1-AE17-5FC177098B05}" dt="2020-04-23T09:06:04.569" v="46"/>
          <pc:sldLayoutMkLst>
            <pc:docMk/>
            <pc:sldMasterMk cId="4112846155" sldId="2147483660"/>
            <pc:sldLayoutMk cId="2231906008" sldId="2147483670"/>
          </pc:sldLayoutMkLst>
          <pc:picChg chg="add">
            <ac:chgData name="Mike Bloys" userId="1248c4d8-7b2b-4b32-b8bd-163ae845f9bb" providerId="ADAL" clId="{018D5F60-08AD-4FE1-AE17-5FC177098B05}" dt="2020-04-23T09:06:04.569" v="46"/>
            <ac:picMkLst>
              <pc:docMk/>
              <pc:sldMasterMk cId="4112846155" sldId="2147483660"/>
              <pc:sldLayoutMk cId="2231906008" sldId="2147483670"/>
              <ac:picMk id="10" creationId="{3EF1956F-DF44-49DE-8E2E-98D05D04A55B}"/>
            </ac:picMkLst>
          </pc:picChg>
        </pc:sldLayoutChg>
      </pc:sldMasterChg>
    </pc:docChg>
  </pc:docChgLst>
  <pc:docChgLst>
    <pc:chgData name="Mike Bloys" userId="1248c4d8-7b2b-4b32-b8bd-163ae845f9bb" providerId="ADAL" clId="{D09F69A5-33BD-4DED-8B07-3F87281E1207}"/>
    <pc:docChg chg="undo custSel modSld modMainMaster">
      <pc:chgData name="Mike Bloys" userId="1248c4d8-7b2b-4b32-b8bd-163ae845f9bb" providerId="ADAL" clId="{D09F69A5-33BD-4DED-8B07-3F87281E1207}" dt="2020-06-03T10:24:45.590" v="125" actId="572"/>
      <pc:docMkLst>
        <pc:docMk/>
      </pc:docMkLst>
      <pc:sldChg chg="delSp mod">
        <pc:chgData name="Mike Bloys" userId="1248c4d8-7b2b-4b32-b8bd-163ae845f9bb" providerId="ADAL" clId="{D09F69A5-33BD-4DED-8B07-3F87281E1207}" dt="2020-06-03T07:51:19.837" v="1" actId="478"/>
        <pc:sldMkLst>
          <pc:docMk/>
          <pc:sldMk cId="3148882095" sldId="256"/>
        </pc:sldMkLst>
        <pc:spChg chg="del">
          <ac:chgData name="Mike Bloys" userId="1248c4d8-7b2b-4b32-b8bd-163ae845f9bb" providerId="ADAL" clId="{D09F69A5-33BD-4DED-8B07-3F87281E1207}" dt="2020-06-03T07:51:19.837" v="1" actId="478"/>
          <ac:spMkLst>
            <pc:docMk/>
            <pc:sldMk cId="3148882095" sldId="256"/>
            <ac:spMk id="2" creationId="{3681767F-9EC0-4291-B7FC-5FEE8519C045}"/>
          </ac:spMkLst>
        </pc:spChg>
      </pc:sldChg>
      <pc:sldChg chg="addSp delSp modSp mod">
        <pc:chgData name="Mike Bloys" userId="1248c4d8-7b2b-4b32-b8bd-163ae845f9bb" providerId="ADAL" clId="{D09F69A5-33BD-4DED-8B07-3F87281E1207}" dt="2020-06-03T07:51:50.047" v="4" actId="21"/>
        <pc:sldMkLst>
          <pc:docMk/>
          <pc:sldMk cId="1868181489" sldId="260"/>
        </pc:sldMkLst>
        <pc:spChg chg="add del mod">
          <ac:chgData name="Mike Bloys" userId="1248c4d8-7b2b-4b32-b8bd-163ae845f9bb" providerId="ADAL" clId="{D09F69A5-33BD-4DED-8B07-3F87281E1207}" dt="2020-06-03T07:51:50.047" v="4" actId="21"/>
          <ac:spMkLst>
            <pc:docMk/>
            <pc:sldMk cId="1868181489" sldId="260"/>
            <ac:spMk id="6" creationId="{9F4B3DD4-E2AF-4E72-8223-669B94506C18}"/>
          </ac:spMkLst>
        </pc:spChg>
      </pc:sldChg>
      <pc:sldChg chg="modSp mod">
        <pc:chgData name="Mike Bloys" userId="1248c4d8-7b2b-4b32-b8bd-163ae845f9bb" providerId="ADAL" clId="{D09F69A5-33BD-4DED-8B07-3F87281E1207}" dt="2020-06-03T10:24:45.590" v="125" actId="572"/>
        <pc:sldMkLst>
          <pc:docMk/>
          <pc:sldMk cId="358128972" sldId="261"/>
        </pc:sldMkLst>
        <pc:spChg chg="mod">
          <ac:chgData name="Mike Bloys" userId="1248c4d8-7b2b-4b32-b8bd-163ae845f9bb" providerId="ADAL" clId="{D09F69A5-33BD-4DED-8B07-3F87281E1207}" dt="2020-06-03T08:32:23.966" v="76" actId="12"/>
          <ac:spMkLst>
            <pc:docMk/>
            <pc:sldMk cId="358128972" sldId="261"/>
            <ac:spMk id="4" creationId="{00000000-0000-0000-0000-000000000000}"/>
          </ac:spMkLst>
        </pc:spChg>
        <pc:graphicFrameChg chg="mod">
          <ac:chgData name="Mike Bloys" userId="1248c4d8-7b2b-4b32-b8bd-163ae845f9bb" providerId="ADAL" clId="{D09F69A5-33BD-4DED-8B07-3F87281E1207}" dt="2020-06-03T10:24:45.590" v="125" actId="572"/>
          <ac:graphicFrameMkLst>
            <pc:docMk/>
            <pc:sldMk cId="358128972" sldId="261"/>
            <ac:graphicFrameMk id="2" creationId="{38E1965C-3CE4-4C7E-9CCB-168B7CFE6644}"/>
          </ac:graphicFrameMkLst>
        </pc:graphicFrameChg>
        <pc:cxnChg chg="mod">
          <ac:chgData name="Mike Bloys" userId="1248c4d8-7b2b-4b32-b8bd-163ae845f9bb" providerId="ADAL" clId="{D09F69A5-33BD-4DED-8B07-3F87281E1207}" dt="2020-06-03T10:24:32.223" v="122" actId="208"/>
          <ac:cxnSpMkLst>
            <pc:docMk/>
            <pc:sldMk cId="358128972" sldId="261"/>
            <ac:cxnSpMk id="8" creationId="{080CEA5C-6691-4BF2-8790-DACA766BADD5}"/>
          </ac:cxnSpMkLst>
        </pc:cxnChg>
      </pc:sldChg>
      <pc:sldChg chg="modSp">
        <pc:chgData name="Mike Bloys" userId="1248c4d8-7b2b-4b32-b8bd-163ae845f9bb" providerId="ADAL" clId="{D09F69A5-33BD-4DED-8B07-3F87281E1207}" dt="2020-06-03T10:23:47.044" v="120" actId="207"/>
        <pc:sldMkLst>
          <pc:docMk/>
          <pc:sldMk cId="4036742732" sldId="262"/>
        </pc:sldMkLst>
        <pc:spChg chg="mod">
          <ac:chgData name="Mike Bloys" userId="1248c4d8-7b2b-4b32-b8bd-163ae845f9bb" providerId="ADAL" clId="{D09F69A5-33BD-4DED-8B07-3F87281E1207}" dt="2020-06-03T10:23:47.044" v="120" actId="207"/>
          <ac:spMkLst>
            <pc:docMk/>
            <pc:sldMk cId="4036742732" sldId="262"/>
            <ac:spMk id="3" creationId="{00000000-0000-0000-0000-000000000000}"/>
          </ac:spMkLst>
        </pc:spChg>
      </pc:sldChg>
      <pc:sldChg chg="modSp">
        <pc:chgData name="Mike Bloys" userId="1248c4d8-7b2b-4b32-b8bd-163ae845f9bb" providerId="ADAL" clId="{D09F69A5-33BD-4DED-8B07-3F87281E1207}" dt="2020-06-03T08:49:47.121" v="90" actId="207"/>
        <pc:sldMkLst>
          <pc:docMk/>
          <pc:sldMk cId="2216672591" sldId="263"/>
        </pc:sldMkLst>
        <pc:spChg chg="mod">
          <ac:chgData name="Mike Bloys" userId="1248c4d8-7b2b-4b32-b8bd-163ae845f9bb" providerId="ADAL" clId="{D09F69A5-33BD-4DED-8B07-3F87281E1207}" dt="2020-06-03T08:49:47.121" v="90" actId="207"/>
          <ac:spMkLst>
            <pc:docMk/>
            <pc:sldMk cId="2216672591" sldId="263"/>
            <ac:spMk id="3" creationId="{00000000-0000-0000-0000-000000000000}"/>
          </ac:spMkLst>
        </pc:spChg>
      </pc:sldChg>
      <pc:sldChg chg="modSp">
        <pc:chgData name="Mike Bloys" userId="1248c4d8-7b2b-4b32-b8bd-163ae845f9bb" providerId="ADAL" clId="{D09F69A5-33BD-4DED-8B07-3F87281E1207}" dt="2020-06-03T08:49:40.402" v="89" actId="207"/>
        <pc:sldMkLst>
          <pc:docMk/>
          <pc:sldMk cId="854542281" sldId="266"/>
        </pc:sldMkLst>
        <pc:spChg chg="mod">
          <ac:chgData name="Mike Bloys" userId="1248c4d8-7b2b-4b32-b8bd-163ae845f9bb" providerId="ADAL" clId="{D09F69A5-33BD-4DED-8B07-3F87281E1207}" dt="2020-06-03T08:49:40.402" v="89" actId="207"/>
          <ac:spMkLst>
            <pc:docMk/>
            <pc:sldMk cId="854542281" sldId="266"/>
            <ac:spMk id="4" creationId="{00000000-0000-0000-0000-000000000000}"/>
          </ac:spMkLst>
        </pc:spChg>
      </pc:sldChg>
      <pc:sldChg chg="modSp mod">
        <pc:chgData name="Mike Bloys" userId="1248c4d8-7b2b-4b32-b8bd-163ae845f9bb" providerId="ADAL" clId="{D09F69A5-33BD-4DED-8B07-3F87281E1207}" dt="2020-06-03T08:49:59.552" v="92"/>
        <pc:sldMkLst>
          <pc:docMk/>
          <pc:sldMk cId="44844589" sldId="267"/>
        </pc:sldMkLst>
        <pc:graphicFrameChg chg="mod modGraphic">
          <ac:chgData name="Mike Bloys" userId="1248c4d8-7b2b-4b32-b8bd-163ae845f9bb" providerId="ADAL" clId="{D09F69A5-33BD-4DED-8B07-3F87281E1207}" dt="2020-06-03T08:49:59.552" v="92"/>
          <ac:graphicFrameMkLst>
            <pc:docMk/>
            <pc:sldMk cId="44844589" sldId="267"/>
            <ac:graphicFrameMk id="5" creationId="{00000000-0000-0000-0000-000000000000}"/>
          </ac:graphicFrameMkLst>
        </pc:graphicFrameChg>
      </pc:sldChg>
      <pc:sldChg chg="addSp delSp modSp mod">
        <pc:chgData name="Mike Bloys" userId="1248c4d8-7b2b-4b32-b8bd-163ae845f9bb" providerId="ADAL" clId="{D09F69A5-33BD-4DED-8B07-3F87281E1207}" dt="2020-06-03T10:22:54.838" v="112" actId="478"/>
        <pc:sldMkLst>
          <pc:docMk/>
          <pc:sldMk cId="2369523543" sldId="268"/>
        </pc:sldMkLst>
        <pc:spChg chg="mod">
          <ac:chgData name="Mike Bloys" userId="1248c4d8-7b2b-4b32-b8bd-163ae845f9bb" providerId="ADAL" clId="{D09F69A5-33BD-4DED-8B07-3F87281E1207}" dt="2020-06-03T08:50:05.314" v="93" actId="207"/>
          <ac:spMkLst>
            <pc:docMk/>
            <pc:sldMk cId="2369523543" sldId="268"/>
            <ac:spMk id="3" creationId="{00000000-0000-0000-0000-000000000000}"/>
          </ac:spMkLst>
        </pc:spChg>
        <pc:picChg chg="add del mod">
          <ac:chgData name="Mike Bloys" userId="1248c4d8-7b2b-4b32-b8bd-163ae845f9bb" providerId="ADAL" clId="{D09F69A5-33BD-4DED-8B07-3F87281E1207}" dt="2020-06-03T10:21:14.287" v="97" actId="21"/>
          <ac:picMkLst>
            <pc:docMk/>
            <pc:sldMk cId="2369523543" sldId="268"/>
            <ac:picMk id="5" creationId="{83655BC9-B31C-42A3-847A-7E307EF3E936}"/>
          </ac:picMkLst>
        </pc:picChg>
        <pc:picChg chg="add mod ord modCrop">
          <ac:chgData name="Mike Bloys" userId="1248c4d8-7b2b-4b32-b8bd-163ae845f9bb" providerId="ADAL" clId="{D09F69A5-33BD-4DED-8B07-3F87281E1207}" dt="2020-06-03T10:22:53.478" v="111" actId="167"/>
          <ac:picMkLst>
            <pc:docMk/>
            <pc:sldMk cId="2369523543" sldId="268"/>
            <ac:picMk id="7" creationId="{091D2EE0-44C2-46BE-8F1C-C84241C56431}"/>
          </ac:picMkLst>
        </pc:picChg>
        <pc:picChg chg="add del mod ord">
          <ac:chgData name="Mike Bloys" userId="1248c4d8-7b2b-4b32-b8bd-163ae845f9bb" providerId="ADAL" clId="{D09F69A5-33BD-4DED-8B07-3F87281E1207}" dt="2020-06-03T10:21:41.528" v="104" actId="478"/>
          <ac:picMkLst>
            <pc:docMk/>
            <pc:sldMk cId="2369523543" sldId="268"/>
            <ac:picMk id="8" creationId="{05513912-0184-42CE-A100-2ACE4A2E2A82}"/>
          </ac:picMkLst>
        </pc:picChg>
        <pc:picChg chg="add del mod ord">
          <ac:chgData name="Mike Bloys" userId="1248c4d8-7b2b-4b32-b8bd-163ae845f9bb" providerId="ADAL" clId="{D09F69A5-33BD-4DED-8B07-3F87281E1207}" dt="2020-06-03T10:22:54.838" v="112" actId="478"/>
          <ac:picMkLst>
            <pc:docMk/>
            <pc:sldMk cId="2369523543" sldId="268"/>
            <ac:picMk id="9" creationId="{6FA13CF4-EE02-496C-B9C2-7A6EABC5482E}"/>
          </ac:picMkLst>
        </pc:picChg>
        <pc:picChg chg="del">
          <ac:chgData name="Mike Bloys" userId="1248c4d8-7b2b-4b32-b8bd-163ae845f9bb" providerId="ADAL" clId="{D09F69A5-33BD-4DED-8B07-3F87281E1207}" dt="2020-06-03T10:21:42.520" v="105" actId="478"/>
          <ac:picMkLst>
            <pc:docMk/>
            <pc:sldMk cId="2369523543" sldId="268"/>
            <ac:picMk id="10" creationId="{EBA83E51-CEBF-42AF-BC95-FAAC35DCE8E3}"/>
          </ac:picMkLst>
        </pc:picChg>
        <pc:picChg chg="mod">
          <ac:chgData name="Mike Bloys" userId="1248c4d8-7b2b-4b32-b8bd-163ae845f9bb" providerId="ADAL" clId="{D09F69A5-33BD-4DED-8B07-3F87281E1207}" dt="2020-06-03T10:21:45.459" v="106" actId="207"/>
          <ac:picMkLst>
            <pc:docMk/>
            <pc:sldMk cId="2369523543" sldId="268"/>
            <ac:picMk id="11" creationId="{9A95AB0B-FDFD-4D21-B604-5782ABC6BEBD}"/>
          </ac:picMkLst>
        </pc:picChg>
      </pc:sldChg>
      <pc:sldChg chg="modSp mod">
        <pc:chgData name="Mike Bloys" userId="1248c4d8-7b2b-4b32-b8bd-163ae845f9bb" providerId="ADAL" clId="{D09F69A5-33BD-4DED-8B07-3F87281E1207}" dt="2020-06-03T10:23:13.994" v="115" actId="207"/>
        <pc:sldMkLst>
          <pc:docMk/>
          <pc:sldMk cId="2154036885" sldId="270"/>
        </pc:sldMkLst>
        <pc:graphicFrameChg chg="modGraphic">
          <ac:chgData name="Mike Bloys" userId="1248c4d8-7b2b-4b32-b8bd-163ae845f9bb" providerId="ADAL" clId="{D09F69A5-33BD-4DED-8B07-3F87281E1207}" dt="2020-06-03T10:23:13.994" v="115" actId="207"/>
          <ac:graphicFrameMkLst>
            <pc:docMk/>
            <pc:sldMk cId="2154036885" sldId="270"/>
            <ac:graphicFrameMk id="6" creationId="{C04664EC-B5FC-48ED-B22C-90910BE8D013}"/>
          </ac:graphicFrameMkLst>
        </pc:graphicFrameChg>
      </pc:sldChg>
      <pc:sldChg chg="modSp">
        <pc:chgData name="Mike Bloys" userId="1248c4d8-7b2b-4b32-b8bd-163ae845f9bb" providerId="ADAL" clId="{D09F69A5-33BD-4DED-8B07-3F87281E1207}" dt="2020-06-03T10:23:21.989" v="116" actId="207"/>
        <pc:sldMkLst>
          <pc:docMk/>
          <pc:sldMk cId="345748857" sldId="271"/>
        </pc:sldMkLst>
        <pc:spChg chg="mod">
          <ac:chgData name="Mike Bloys" userId="1248c4d8-7b2b-4b32-b8bd-163ae845f9bb" providerId="ADAL" clId="{D09F69A5-33BD-4DED-8B07-3F87281E1207}" dt="2020-06-03T10:23:21.989" v="116" actId="207"/>
          <ac:spMkLst>
            <pc:docMk/>
            <pc:sldMk cId="345748857" sldId="271"/>
            <ac:spMk id="3" creationId="{00000000-0000-0000-0000-000000000000}"/>
          </ac:spMkLst>
        </pc:spChg>
      </pc:sldChg>
      <pc:sldChg chg="addSp delSp modSp mod">
        <pc:chgData name="Mike Bloys" userId="1248c4d8-7b2b-4b32-b8bd-163ae845f9bb" providerId="ADAL" clId="{D09F69A5-33BD-4DED-8B07-3F87281E1207}" dt="2020-06-03T08:31:44.200" v="73" actId="207"/>
        <pc:sldMkLst>
          <pc:docMk/>
          <pc:sldMk cId="1676653193" sldId="274"/>
        </pc:sldMkLst>
        <pc:spChg chg="mod">
          <ac:chgData name="Mike Bloys" userId="1248c4d8-7b2b-4b32-b8bd-163ae845f9bb" providerId="ADAL" clId="{D09F69A5-33BD-4DED-8B07-3F87281E1207}" dt="2020-06-03T08:31:44.200" v="73" actId="207"/>
          <ac:spMkLst>
            <pc:docMk/>
            <pc:sldMk cId="1676653193" sldId="274"/>
            <ac:spMk id="3" creationId="{A9E230B3-0AD0-4403-B850-7DF10007D41B}"/>
          </ac:spMkLst>
        </pc:spChg>
        <pc:picChg chg="add del mod">
          <ac:chgData name="Mike Bloys" userId="1248c4d8-7b2b-4b32-b8bd-163ae845f9bb" providerId="ADAL" clId="{D09F69A5-33BD-4DED-8B07-3F87281E1207}" dt="2020-06-03T08:30:08.897" v="55" actId="21"/>
          <ac:picMkLst>
            <pc:docMk/>
            <pc:sldMk cId="1676653193" sldId="274"/>
            <ac:picMk id="5" creationId="{D9F94697-D3B0-49D8-AA3E-9DE340E3414D}"/>
          </ac:picMkLst>
        </pc:picChg>
        <pc:picChg chg="del">
          <ac:chgData name="Mike Bloys" userId="1248c4d8-7b2b-4b32-b8bd-163ae845f9bb" providerId="ADAL" clId="{D09F69A5-33BD-4DED-8B07-3F87281E1207}" dt="2020-06-03T08:30:30.918" v="61" actId="478"/>
          <ac:picMkLst>
            <pc:docMk/>
            <pc:sldMk cId="1676653193" sldId="274"/>
            <ac:picMk id="6" creationId="{A9EC31DF-87E7-4A18-AB35-B0780260DDB7}"/>
          </ac:picMkLst>
        </pc:picChg>
        <pc:picChg chg="add mod ord">
          <ac:chgData name="Mike Bloys" userId="1248c4d8-7b2b-4b32-b8bd-163ae845f9bb" providerId="ADAL" clId="{D09F69A5-33BD-4DED-8B07-3F87281E1207}" dt="2020-06-03T08:30:28.396" v="60" actId="167"/>
          <ac:picMkLst>
            <pc:docMk/>
            <pc:sldMk cId="1676653193" sldId="274"/>
            <ac:picMk id="9" creationId="{0C4EF302-AAD6-49BF-A1D7-C6B763A5B7BD}"/>
          </ac:picMkLst>
        </pc:picChg>
      </pc:sldChg>
      <pc:sldChg chg="modSp">
        <pc:chgData name="Mike Bloys" userId="1248c4d8-7b2b-4b32-b8bd-163ae845f9bb" providerId="ADAL" clId="{D09F69A5-33BD-4DED-8B07-3F87281E1207}" dt="2020-06-03T08:31:27.817" v="71" actId="207"/>
        <pc:sldMkLst>
          <pc:docMk/>
          <pc:sldMk cId="3276597718" sldId="275"/>
        </pc:sldMkLst>
        <pc:spChg chg="mod">
          <ac:chgData name="Mike Bloys" userId="1248c4d8-7b2b-4b32-b8bd-163ae845f9bb" providerId="ADAL" clId="{D09F69A5-33BD-4DED-8B07-3F87281E1207}" dt="2020-06-03T08:31:27.817" v="71" actId="207"/>
          <ac:spMkLst>
            <pc:docMk/>
            <pc:sldMk cId="3276597718" sldId="275"/>
            <ac:spMk id="3" creationId="{5C73AF70-8937-4463-A864-AC88BD273E3F}"/>
          </ac:spMkLst>
        </pc:spChg>
      </pc:sldChg>
      <pc:sldChg chg="modSp mod">
        <pc:chgData name="Mike Bloys" userId="1248c4d8-7b2b-4b32-b8bd-163ae845f9bb" providerId="ADAL" clId="{D09F69A5-33BD-4DED-8B07-3F87281E1207}" dt="2020-06-03T08:45:57.972" v="81" actId="208"/>
        <pc:sldMkLst>
          <pc:docMk/>
          <pc:sldMk cId="32029978" sldId="279"/>
        </pc:sldMkLst>
        <pc:spChg chg="mod">
          <ac:chgData name="Mike Bloys" userId="1248c4d8-7b2b-4b32-b8bd-163ae845f9bb" providerId="ADAL" clId="{D09F69A5-33BD-4DED-8B07-3F87281E1207}" dt="2020-06-03T08:32:30.034" v="77" actId="207"/>
          <ac:spMkLst>
            <pc:docMk/>
            <pc:sldMk cId="32029978" sldId="279"/>
            <ac:spMk id="4" creationId="{00000000-0000-0000-0000-000000000000}"/>
          </ac:spMkLst>
        </pc:spChg>
        <pc:graphicFrameChg chg="mod">
          <ac:chgData name="Mike Bloys" userId="1248c4d8-7b2b-4b32-b8bd-163ae845f9bb" providerId="ADAL" clId="{D09F69A5-33BD-4DED-8B07-3F87281E1207}" dt="2020-06-03T08:33:05.756" v="80" actId="572"/>
          <ac:graphicFrameMkLst>
            <pc:docMk/>
            <pc:sldMk cId="32029978" sldId="279"/>
            <ac:graphicFrameMk id="7" creationId="{2C927F56-F392-45B0-B8B3-40CA46AB49C9}"/>
          </ac:graphicFrameMkLst>
        </pc:graphicFrameChg>
        <pc:cxnChg chg="mod">
          <ac:chgData name="Mike Bloys" userId="1248c4d8-7b2b-4b32-b8bd-163ae845f9bb" providerId="ADAL" clId="{D09F69A5-33BD-4DED-8B07-3F87281E1207}" dt="2020-06-03T08:45:57.972" v="81" actId="208"/>
          <ac:cxnSpMkLst>
            <pc:docMk/>
            <pc:sldMk cId="32029978" sldId="279"/>
            <ac:cxnSpMk id="10" creationId="{AD6B6758-91A2-4C0B-8857-80240DBC9A1D}"/>
          </ac:cxnSpMkLst>
        </pc:cxnChg>
      </pc:sldChg>
      <pc:sldChg chg="modSp mod">
        <pc:chgData name="Mike Bloys" userId="1248c4d8-7b2b-4b32-b8bd-163ae845f9bb" providerId="ADAL" clId="{D09F69A5-33BD-4DED-8B07-3F87281E1207}" dt="2020-06-03T08:49:03.732" v="84" actId="207"/>
        <pc:sldMkLst>
          <pc:docMk/>
          <pc:sldMk cId="166779371" sldId="280"/>
        </pc:sldMkLst>
        <pc:spChg chg="mod">
          <ac:chgData name="Mike Bloys" userId="1248c4d8-7b2b-4b32-b8bd-163ae845f9bb" providerId="ADAL" clId="{D09F69A5-33BD-4DED-8B07-3F87281E1207}" dt="2020-06-03T08:49:03.732" v="84" actId="207"/>
          <ac:spMkLst>
            <pc:docMk/>
            <pc:sldMk cId="166779371" sldId="280"/>
            <ac:spMk id="4" creationId="{00000000-0000-0000-0000-000000000000}"/>
          </ac:spMkLst>
        </pc:spChg>
        <pc:graphicFrameChg chg="mod">
          <ac:chgData name="Mike Bloys" userId="1248c4d8-7b2b-4b32-b8bd-163ae845f9bb" providerId="ADAL" clId="{D09F69A5-33BD-4DED-8B07-3F87281E1207}" dt="2020-06-03T08:48:55.226" v="83"/>
          <ac:graphicFrameMkLst>
            <pc:docMk/>
            <pc:sldMk cId="166779371" sldId="280"/>
            <ac:graphicFrameMk id="10" creationId="{003BBFBD-6CC8-43BD-84ED-B776F66AC0EC}"/>
          </ac:graphicFrameMkLst>
        </pc:graphicFrameChg>
        <pc:cxnChg chg="mod">
          <ac:chgData name="Mike Bloys" userId="1248c4d8-7b2b-4b32-b8bd-163ae845f9bb" providerId="ADAL" clId="{D09F69A5-33BD-4DED-8B07-3F87281E1207}" dt="2020-06-03T08:46:11.085" v="82" actId="208"/>
          <ac:cxnSpMkLst>
            <pc:docMk/>
            <pc:sldMk cId="166779371" sldId="280"/>
            <ac:cxnSpMk id="12" creationId="{81A991F4-6C88-4C2E-B131-2CC87EEF6A54}"/>
          </ac:cxnSpMkLst>
        </pc:cxnChg>
      </pc:sldChg>
      <pc:sldChg chg="modSp mod">
        <pc:chgData name="Mike Bloys" userId="1248c4d8-7b2b-4b32-b8bd-163ae845f9bb" providerId="ADAL" clId="{D09F69A5-33BD-4DED-8B07-3F87281E1207}" dt="2020-06-03T08:49:18.341" v="86" actId="208"/>
        <pc:sldMkLst>
          <pc:docMk/>
          <pc:sldMk cId="2065878552" sldId="281"/>
        </pc:sldMkLst>
        <pc:graphicFrameChg chg="mod">
          <ac:chgData name="Mike Bloys" userId="1248c4d8-7b2b-4b32-b8bd-163ae845f9bb" providerId="ADAL" clId="{D09F69A5-33BD-4DED-8B07-3F87281E1207}" dt="2020-06-03T08:49:13.609" v="85"/>
          <ac:graphicFrameMkLst>
            <pc:docMk/>
            <pc:sldMk cId="2065878552" sldId="281"/>
            <ac:graphicFrameMk id="9" creationId="{A9E0EDE1-DC41-4E4D-900A-3622C91FA310}"/>
          </ac:graphicFrameMkLst>
        </pc:graphicFrameChg>
        <pc:cxnChg chg="mod">
          <ac:chgData name="Mike Bloys" userId="1248c4d8-7b2b-4b32-b8bd-163ae845f9bb" providerId="ADAL" clId="{D09F69A5-33BD-4DED-8B07-3F87281E1207}" dt="2020-06-03T08:49:18.341" v="86" actId="208"/>
          <ac:cxnSpMkLst>
            <pc:docMk/>
            <pc:sldMk cId="2065878552" sldId="281"/>
            <ac:cxnSpMk id="11" creationId="{79E1CEC1-11EE-432C-9341-FFEA6B2472D2}"/>
          </ac:cxnSpMkLst>
        </pc:cxnChg>
      </pc:sldChg>
      <pc:sldChg chg="modSp mod">
        <pc:chgData name="Mike Bloys" userId="1248c4d8-7b2b-4b32-b8bd-163ae845f9bb" providerId="ADAL" clId="{D09F69A5-33BD-4DED-8B07-3F87281E1207}" dt="2020-06-03T08:49:29.219" v="88"/>
        <pc:sldMkLst>
          <pc:docMk/>
          <pc:sldMk cId="1306920338" sldId="283"/>
        </pc:sldMkLst>
        <pc:graphicFrameChg chg="mod">
          <ac:chgData name="Mike Bloys" userId="1248c4d8-7b2b-4b32-b8bd-163ae845f9bb" providerId="ADAL" clId="{D09F69A5-33BD-4DED-8B07-3F87281E1207}" dt="2020-06-03T08:49:29.219" v="88"/>
          <ac:graphicFrameMkLst>
            <pc:docMk/>
            <pc:sldMk cId="1306920338" sldId="283"/>
            <ac:graphicFrameMk id="10" creationId="{6474226B-BDE6-4B82-8082-941FF933DE96}"/>
          </ac:graphicFrameMkLst>
        </pc:graphicFrameChg>
        <pc:cxnChg chg="mod">
          <ac:chgData name="Mike Bloys" userId="1248c4d8-7b2b-4b32-b8bd-163ae845f9bb" providerId="ADAL" clId="{D09F69A5-33BD-4DED-8B07-3F87281E1207}" dt="2020-06-03T08:49:23.917" v="87" actId="208"/>
          <ac:cxnSpMkLst>
            <pc:docMk/>
            <pc:sldMk cId="1306920338" sldId="283"/>
            <ac:cxnSpMk id="12" creationId="{7348B789-6554-4C58-B27F-F557B256F520}"/>
          </ac:cxnSpMkLst>
        </pc:cxnChg>
      </pc:sldChg>
      <pc:sldChg chg="modSp">
        <pc:chgData name="Mike Bloys" userId="1248c4d8-7b2b-4b32-b8bd-163ae845f9bb" providerId="ADAL" clId="{D09F69A5-33BD-4DED-8B07-3F87281E1207}" dt="2020-06-03T09:12:29.314" v="95" actId="207"/>
        <pc:sldMkLst>
          <pc:docMk/>
          <pc:sldMk cId="145652338" sldId="284"/>
        </pc:sldMkLst>
        <pc:spChg chg="mod">
          <ac:chgData name="Mike Bloys" userId="1248c4d8-7b2b-4b32-b8bd-163ae845f9bb" providerId="ADAL" clId="{D09F69A5-33BD-4DED-8B07-3F87281E1207}" dt="2020-06-03T09:12:29.314" v="95" actId="207"/>
          <ac:spMkLst>
            <pc:docMk/>
            <pc:sldMk cId="145652338" sldId="284"/>
            <ac:spMk id="3" creationId="{49AD9FFF-73FC-417A-A6FE-D5CFD77D7CB5}"/>
          </ac:spMkLst>
        </pc:spChg>
      </pc:sldChg>
      <pc:sldChg chg="modSp">
        <pc:chgData name="Mike Bloys" userId="1248c4d8-7b2b-4b32-b8bd-163ae845f9bb" providerId="ADAL" clId="{D09F69A5-33BD-4DED-8B07-3F87281E1207}" dt="2020-06-03T10:23:42.986" v="119" actId="207"/>
        <pc:sldMkLst>
          <pc:docMk/>
          <pc:sldMk cId="3033151502" sldId="286"/>
        </pc:sldMkLst>
        <pc:spChg chg="mod">
          <ac:chgData name="Mike Bloys" userId="1248c4d8-7b2b-4b32-b8bd-163ae845f9bb" providerId="ADAL" clId="{D09F69A5-33BD-4DED-8B07-3F87281E1207}" dt="2020-06-03T10:23:42.986" v="119" actId="207"/>
          <ac:spMkLst>
            <pc:docMk/>
            <pc:sldMk cId="3033151502" sldId="286"/>
            <ac:spMk id="5" creationId="{00000000-0000-0000-0000-000000000000}"/>
          </ac:spMkLst>
        </pc:spChg>
      </pc:sldChg>
      <pc:sldChg chg="modSp">
        <pc:chgData name="Mike Bloys" userId="1248c4d8-7b2b-4b32-b8bd-163ae845f9bb" providerId="ADAL" clId="{D09F69A5-33BD-4DED-8B07-3F87281E1207}" dt="2020-06-03T10:23:55.068" v="121" actId="207"/>
        <pc:sldMkLst>
          <pc:docMk/>
          <pc:sldMk cId="1313911063" sldId="287"/>
        </pc:sldMkLst>
        <pc:spChg chg="mod">
          <ac:chgData name="Mike Bloys" userId="1248c4d8-7b2b-4b32-b8bd-163ae845f9bb" providerId="ADAL" clId="{D09F69A5-33BD-4DED-8B07-3F87281E1207}" dt="2020-06-03T10:23:55.068" v="121" actId="207"/>
          <ac:spMkLst>
            <pc:docMk/>
            <pc:sldMk cId="1313911063" sldId="287"/>
            <ac:spMk id="3" creationId="{00000000-0000-0000-0000-000000000000}"/>
          </ac:spMkLst>
        </pc:spChg>
      </pc:sldChg>
      <pc:sldMasterChg chg="modSldLayout">
        <pc:chgData name="Mike Bloys" userId="1248c4d8-7b2b-4b32-b8bd-163ae845f9bb" providerId="ADAL" clId="{D09F69A5-33BD-4DED-8B07-3F87281E1207}" dt="2020-06-03T10:21:28.219" v="100" actId="21"/>
        <pc:sldMasterMkLst>
          <pc:docMk/>
          <pc:sldMasterMk cId="4112846155" sldId="2147483660"/>
        </pc:sldMasterMkLst>
        <pc:sldLayoutChg chg="modSp">
          <pc:chgData name="Mike Bloys" userId="1248c4d8-7b2b-4b32-b8bd-163ae845f9bb" providerId="ADAL" clId="{D09F69A5-33BD-4DED-8B07-3F87281E1207}" dt="2020-06-03T07:51:02.170" v="0" actId="14826"/>
          <pc:sldLayoutMkLst>
            <pc:docMk/>
            <pc:sldMasterMk cId="4112846155" sldId="2147483660"/>
            <pc:sldLayoutMk cId="939894443" sldId="2147483662"/>
          </pc:sldLayoutMkLst>
          <pc:picChg chg="mod">
            <ac:chgData name="Mike Bloys" userId="1248c4d8-7b2b-4b32-b8bd-163ae845f9bb" providerId="ADAL" clId="{D09F69A5-33BD-4DED-8B07-3F87281E1207}" dt="2020-06-03T07:51:02.170" v="0" actId="14826"/>
            <ac:picMkLst>
              <pc:docMk/>
              <pc:sldMasterMk cId="4112846155" sldId="2147483660"/>
              <pc:sldLayoutMk cId="939894443" sldId="2147483662"/>
              <ac:picMk id="4" creationId="{7B875DE7-7613-41E1-BB20-1CC9B47967BA}"/>
            </ac:picMkLst>
          </pc:picChg>
        </pc:sldLayoutChg>
        <pc:sldLayoutChg chg="addSp delSp modSp mod">
          <pc:chgData name="Mike Bloys" userId="1248c4d8-7b2b-4b32-b8bd-163ae845f9bb" providerId="ADAL" clId="{D09F69A5-33BD-4DED-8B07-3F87281E1207}" dt="2020-06-03T07:51:58.556" v="7" actId="478"/>
          <pc:sldLayoutMkLst>
            <pc:docMk/>
            <pc:sldMasterMk cId="4112846155" sldId="2147483660"/>
            <pc:sldLayoutMk cId="7990883" sldId="2147483663"/>
          </pc:sldLayoutMkLst>
          <pc:spChg chg="add del mod">
            <ac:chgData name="Mike Bloys" userId="1248c4d8-7b2b-4b32-b8bd-163ae845f9bb" providerId="ADAL" clId="{D09F69A5-33BD-4DED-8B07-3F87281E1207}" dt="2020-06-03T07:51:58.556" v="7" actId="478"/>
            <ac:spMkLst>
              <pc:docMk/>
              <pc:sldMasterMk cId="4112846155" sldId="2147483660"/>
              <pc:sldLayoutMk cId="7990883" sldId="2147483663"/>
              <ac:spMk id="6" creationId="{A5525FD8-19A2-4B3B-AB11-A12B557F1D0F}"/>
            </ac:spMkLst>
          </pc:spChg>
          <pc:cxnChg chg="mod">
            <ac:chgData name="Mike Bloys" userId="1248c4d8-7b2b-4b32-b8bd-163ae845f9bb" providerId="ADAL" clId="{D09F69A5-33BD-4DED-8B07-3F87281E1207}" dt="2020-06-03T07:51:57.349" v="6" actId="14100"/>
            <ac:cxnSpMkLst>
              <pc:docMk/>
              <pc:sldMasterMk cId="4112846155" sldId="2147483660"/>
              <pc:sldLayoutMk cId="7990883" sldId="2147483663"/>
              <ac:cxnSpMk id="8" creationId="{00000000-0000-0000-0000-000000000000}"/>
            </ac:cxnSpMkLst>
          </pc:cxnChg>
        </pc:sldLayoutChg>
        <pc:sldLayoutChg chg="addSp delSp modSp mod">
          <pc:chgData name="Mike Bloys" userId="1248c4d8-7b2b-4b32-b8bd-163ae845f9bb" providerId="ADAL" clId="{D09F69A5-33BD-4DED-8B07-3F87281E1207}" dt="2020-06-03T10:21:28.219" v="100" actId="21"/>
          <pc:sldLayoutMkLst>
            <pc:docMk/>
            <pc:sldMasterMk cId="4112846155" sldId="2147483660"/>
            <pc:sldLayoutMk cId="1415037018" sldId="2147483665"/>
          </pc:sldLayoutMkLst>
          <pc:spChg chg="mod">
            <ac:chgData name="Mike Bloys" userId="1248c4d8-7b2b-4b32-b8bd-163ae845f9bb" providerId="ADAL" clId="{D09F69A5-33BD-4DED-8B07-3F87281E1207}" dt="2020-06-03T08:18:21.339" v="33" actId="207"/>
            <ac:spMkLst>
              <pc:docMk/>
              <pc:sldMasterMk cId="4112846155" sldId="2147483660"/>
              <pc:sldLayoutMk cId="1415037018" sldId="2147483665"/>
              <ac:spMk id="9" creationId="{00000000-0000-0000-0000-000000000000}"/>
            </ac:spMkLst>
          </pc:spChg>
          <pc:spChg chg="mod">
            <ac:chgData name="Mike Bloys" userId="1248c4d8-7b2b-4b32-b8bd-163ae845f9bb" providerId="ADAL" clId="{D09F69A5-33BD-4DED-8B07-3F87281E1207}" dt="2020-06-03T08:15:11.177" v="32" actId="20577"/>
            <ac:spMkLst>
              <pc:docMk/>
              <pc:sldMasterMk cId="4112846155" sldId="2147483660"/>
              <pc:sldLayoutMk cId="1415037018" sldId="2147483665"/>
              <ac:spMk id="13" creationId="{CEF429B8-7289-4F0D-B7CE-915D4AA91105}"/>
            </ac:spMkLst>
          </pc:spChg>
          <pc:picChg chg="add del mod modCrop">
            <ac:chgData name="Mike Bloys" userId="1248c4d8-7b2b-4b32-b8bd-163ae845f9bb" providerId="ADAL" clId="{D09F69A5-33BD-4DED-8B07-3F87281E1207}" dt="2020-06-03T10:21:28.219" v="100" actId="21"/>
            <ac:picMkLst>
              <pc:docMk/>
              <pc:sldMasterMk cId="4112846155" sldId="2147483660"/>
              <pc:sldLayoutMk cId="1415037018" sldId="2147483665"/>
              <ac:picMk id="7" creationId="{7A1706B4-B1B2-4C7A-9B9D-3DA1EB1DE606}"/>
            </ac:picMkLst>
          </pc:picChg>
          <pc:picChg chg="del">
            <ac:chgData name="Mike Bloys" userId="1248c4d8-7b2b-4b32-b8bd-163ae845f9bb" providerId="ADAL" clId="{D09F69A5-33BD-4DED-8B07-3F87281E1207}" dt="2020-06-03T08:14:55.310" v="17" actId="478"/>
            <ac:picMkLst>
              <pc:docMk/>
              <pc:sldMasterMk cId="4112846155" sldId="2147483660"/>
              <pc:sldLayoutMk cId="1415037018" sldId="2147483665"/>
              <ac:picMk id="7" creationId="{E0A89887-2F5E-4374-AFB0-0F11A52F6DD7}"/>
            </ac:picMkLst>
          </pc:picChg>
          <pc:picChg chg="add mod ord">
            <ac:chgData name="Mike Bloys" userId="1248c4d8-7b2b-4b32-b8bd-163ae845f9bb" providerId="ADAL" clId="{D09F69A5-33BD-4DED-8B07-3F87281E1207}" dt="2020-06-03T08:14:58.738" v="19" actId="167"/>
            <ac:picMkLst>
              <pc:docMk/>
              <pc:sldMasterMk cId="4112846155" sldId="2147483660"/>
              <pc:sldLayoutMk cId="1415037018" sldId="2147483665"/>
              <ac:picMk id="10" creationId="{2E18E2D9-BB25-42BE-BF4E-D3CE0402F01B}"/>
            </ac:picMkLst>
          </pc:picChg>
          <pc:picChg chg="mod">
            <ac:chgData name="Mike Bloys" userId="1248c4d8-7b2b-4b32-b8bd-163ae845f9bb" providerId="ADAL" clId="{D09F69A5-33BD-4DED-8B07-3F87281E1207}" dt="2020-06-03T08:15:04.534" v="20" actId="207"/>
            <ac:picMkLst>
              <pc:docMk/>
              <pc:sldMasterMk cId="4112846155" sldId="2147483660"/>
              <pc:sldLayoutMk cId="1415037018" sldId="2147483665"/>
              <ac:picMk id="11" creationId="{34DC8F6A-5B71-4032-9D12-0E76FABE6056}"/>
            </ac:picMkLst>
          </pc:picChg>
          <pc:picChg chg="add del mod modCrop">
            <ac:chgData name="Mike Bloys" userId="1248c4d8-7b2b-4b32-b8bd-163ae845f9bb" providerId="ADAL" clId="{D09F69A5-33BD-4DED-8B07-3F87281E1207}" dt="2020-06-03T08:30:23.741" v="58" actId="21"/>
            <ac:picMkLst>
              <pc:docMk/>
              <pc:sldMasterMk cId="4112846155" sldId="2147483660"/>
              <pc:sldLayoutMk cId="1415037018" sldId="2147483665"/>
              <ac:picMk id="12" creationId="{BD9B6FEC-BEAF-48FC-AE39-4BC2345368BA}"/>
            </ac:picMkLst>
          </pc:picChg>
        </pc:sldLayoutChg>
        <pc:sldLayoutChg chg="addSp delSp modSp mod">
          <pc:chgData name="Mike Bloys" userId="1248c4d8-7b2b-4b32-b8bd-163ae845f9bb" providerId="ADAL" clId="{D09F69A5-33BD-4DED-8B07-3F87281E1207}" dt="2020-06-03T08:19:01.940" v="41" actId="207"/>
          <pc:sldLayoutMkLst>
            <pc:docMk/>
            <pc:sldMasterMk cId="4112846155" sldId="2147483660"/>
            <pc:sldLayoutMk cId="2159895046" sldId="2147483666"/>
          </pc:sldLayoutMkLst>
          <pc:spChg chg="add mod">
            <ac:chgData name="Mike Bloys" userId="1248c4d8-7b2b-4b32-b8bd-163ae845f9bb" providerId="ADAL" clId="{D09F69A5-33BD-4DED-8B07-3F87281E1207}" dt="2020-06-03T08:18:50.020" v="39"/>
            <ac:spMkLst>
              <pc:docMk/>
              <pc:sldMasterMk cId="4112846155" sldId="2147483660"/>
              <pc:sldLayoutMk cId="2159895046" sldId="2147483666"/>
              <ac:spMk id="10" creationId="{D5D7D487-8DA1-43DB-9C1D-98413607553F}"/>
            </ac:spMkLst>
          </pc:spChg>
          <pc:spChg chg="del">
            <ac:chgData name="Mike Bloys" userId="1248c4d8-7b2b-4b32-b8bd-163ae845f9bb" providerId="ADAL" clId="{D09F69A5-33BD-4DED-8B07-3F87281E1207}" dt="2020-06-03T08:18:49.400" v="38" actId="478"/>
            <ac:spMkLst>
              <pc:docMk/>
              <pc:sldMasterMk cId="4112846155" sldId="2147483660"/>
              <pc:sldLayoutMk cId="2159895046" sldId="2147483666"/>
              <ac:spMk id="13" creationId="{5B2BB749-181B-4683-A490-92D35A8D52D6}"/>
            </ac:spMkLst>
          </pc:spChg>
          <pc:spChg chg="mod">
            <ac:chgData name="Mike Bloys" userId="1248c4d8-7b2b-4b32-b8bd-163ae845f9bb" providerId="ADAL" clId="{D09F69A5-33BD-4DED-8B07-3F87281E1207}" dt="2020-06-03T08:19:01.940" v="41" actId="207"/>
            <ac:spMkLst>
              <pc:docMk/>
              <pc:sldMasterMk cId="4112846155" sldId="2147483660"/>
              <pc:sldLayoutMk cId="2159895046" sldId="2147483666"/>
              <ac:spMk id="42" creationId="{00000000-0000-0000-0000-000000000000}"/>
            </ac:spMkLst>
          </pc:spChg>
          <pc:picChg chg="add mod">
            <ac:chgData name="Mike Bloys" userId="1248c4d8-7b2b-4b32-b8bd-163ae845f9bb" providerId="ADAL" clId="{D09F69A5-33BD-4DED-8B07-3F87281E1207}" dt="2020-06-03T08:18:50.020" v="39"/>
            <ac:picMkLst>
              <pc:docMk/>
              <pc:sldMasterMk cId="4112846155" sldId="2147483660"/>
              <pc:sldLayoutMk cId="2159895046" sldId="2147483666"/>
              <ac:picMk id="8" creationId="{56B37D03-A786-44D6-BB62-0EEA1E6CEC3A}"/>
            </ac:picMkLst>
          </pc:picChg>
          <pc:picChg chg="add mod">
            <ac:chgData name="Mike Bloys" userId="1248c4d8-7b2b-4b32-b8bd-163ae845f9bb" providerId="ADAL" clId="{D09F69A5-33BD-4DED-8B07-3F87281E1207}" dt="2020-06-03T08:18:50.020" v="39"/>
            <ac:picMkLst>
              <pc:docMk/>
              <pc:sldMasterMk cId="4112846155" sldId="2147483660"/>
              <pc:sldLayoutMk cId="2159895046" sldId="2147483666"/>
              <ac:picMk id="9" creationId="{D97936CB-6CCA-4627-9D96-CE14C6DE45A4}"/>
            </ac:picMkLst>
          </pc:picChg>
          <pc:picChg chg="del">
            <ac:chgData name="Mike Bloys" userId="1248c4d8-7b2b-4b32-b8bd-163ae845f9bb" providerId="ADAL" clId="{D09F69A5-33BD-4DED-8B07-3F87281E1207}" dt="2020-06-03T08:18:49.400" v="38" actId="478"/>
            <ac:picMkLst>
              <pc:docMk/>
              <pc:sldMasterMk cId="4112846155" sldId="2147483660"/>
              <pc:sldLayoutMk cId="2159895046" sldId="2147483666"/>
              <ac:picMk id="11" creationId="{324C3797-B6C0-4790-B867-68D98D5DA4D3}"/>
            </ac:picMkLst>
          </pc:picChg>
          <pc:picChg chg="del">
            <ac:chgData name="Mike Bloys" userId="1248c4d8-7b2b-4b32-b8bd-163ae845f9bb" providerId="ADAL" clId="{D09F69A5-33BD-4DED-8B07-3F87281E1207}" dt="2020-06-03T08:18:49.400" v="38" actId="478"/>
            <ac:picMkLst>
              <pc:docMk/>
              <pc:sldMasterMk cId="4112846155" sldId="2147483660"/>
              <pc:sldLayoutMk cId="2159895046" sldId="2147483666"/>
              <ac:picMk id="12" creationId="{EB789117-CAC2-4FD4-9612-813466BF34F1}"/>
            </ac:picMkLst>
          </pc:picChg>
        </pc:sldLayoutChg>
        <pc:sldLayoutChg chg="addSp delSp modSp mod">
          <pc:chgData name="Mike Bloys" userId="1248c4d8-7b2b-4b32-b8bd-163ae845f9bb" providerId="ADAL" clId="{D09F69A5-33BD-4DED-8B07-3F87281E1207}" dt="2020-06-03T08:19:17.957" v="46" actId="207"/>
          <pc:sldLayoutMkLst>
            <pc:docMk/>
            <pc:sldMasterMk cId="4112846155" sldId="2147483660"/>
            <pc:sldLayoutMk cId="2484285243" sldId="2147483667"/>
          </pc:sldLayoutMkLst>
          <pc:spChg chg="add mod">
            <ac:chgData name="Mike Bloys" userId="1248c4d8-7b2b-4b32-b8bd-163ae845f9bb" providerId="ADAL" clId="{D09F69A5-33BD-4DED-8B07-3F87281E1207}" dt="2020-06-03T08:19:08.712" v="43"/>
            <ac:spMkLst>
              <pc:docMk/>
              <pc:sldMasterMk cId="4112846155" sldId="2147483660"/>
              <pc:sldLayoutMk cId="2484285243" sldId="2147483667"/>
              <ac:spMk id="9" creationId="{C36C3778-85A6-49E3-9A81-09414FF823DE}"/>
            </ac:spMkLst>
          </pc:spChg>
          <pc:spChg chg="del">
            <ac:chgData name="Mike Bloys" userId="1248c4d8-7b2b-4b32-b8bd-163ae845f9bb" providerId="ADAL" clId="{D09F69A5-33BD-4DED-8B07-3F87281E1207}" dt="2020-06-03T08:19:08.025" v="42" actId="478"/>
            <ac:spMkLst>
              <pc:docMk/>
              <pc:sldMasterMk cId="4112846155" sldId="2147483660"/>
              <pc:sldLayoutMk cId="2484285243" sldId="2147483667"/>
              <ac:spMk id="10" creationId="{A4DFA374-DA82-4D7E-AA2D-C7C87D7B7096}"/>
            </ac:spMkLst>
          </pc:spChg>
          <pc:spChg chg="mod">
            <ac:chgData name="Mike Bloys" userId="1248c4d8-7b2b-4b32-b8bd-163ae845f9bb" providerId="ADAL" clId="{D09F69A5-33BD-4DED-8B07-3F87281E1207}" dt="2020-06-03T08:19:17.957" v="46" actId="207"/>
            <ac:spMkLst>
              <pc:docMk/>
              <pc:sldMasterMk cId="4112846155" sldId="2147483660"/>
              <pc:sldLayoutMk cId="2484285243" sldId="2147483667"/>
              <ac:spMk id="43" creationId="{00000000-0000-0000-0000-000000000000}"/>
            </ac:spMkLst>
          </pc:spChg>
          <pc:picChg chg="add mod">
            <ac:chgData name="Mike Bloys" userId="1248c4d8-7b2b-4b32-b8bd-163ae845f9bb" providerId="ADAL" clId="{D09F69A5-33BD-4DED-8B07-3F87281E1207}" dt="2020-06-03T08:19:08.712" v="43"/>
            <ac:picMkLst>
              <pc:docMk/>
              <pc:sldMasterMk cId="4112846155" sldId="2147483660"/>
              <pc:sldLayoutMk cId="2484285243" sldId="2147483667"/>
              <ac:picMk id="6" creationId="{393DDBCE-CEAD-4130-A0F0-0AA70DBEFBAF}"/>
            </ac:picMkLst>
          </pc:picChg>
          <pc:picChg chg="add del mod">
            <ac:chgData name="Mike Bloys" userId="1248c4d8-7b2b-4b32-b8bd-163ae845f9bb" providerId="ADAL" clId="{D09F69A5-33BD-4DED-8B07-3F87281E1207}" dt="2020-06-03T08:19:11.134" v="44" actId="478"/>
            <ac:picMkLst>
              <pc:docMk/>
              <pc:sldMasterMk cId="4112846155" sldId="2147483660"/>
              <pc:sldLayoutMk cId="2484285243" sldId="2147483667"/>
              <ac:picMk id="7" creationId="{246B55C1-C076-4666-A10E-6E5BF7CBD141}"/>
            </ac:picMkLst>
          </pc:picChg>
          <pc:picChg chg="del">
            <ac:chgData name="Mike Bloys" userId="1248c4d8-7b2b-4b32-b8bd-163ae845f9bb" providerId="ADAL" clId="{D09F69A5-33BD-4DED-8B07-3F87281E1207}" dt="2020-06-03T08:19:08.025" v="42" actId="478"/>
            <ac:picMkLst>
              <pc:docMk/>
              <pc:sldMasterMk cId="4112846155" sldId="2147483660"/>
              <pc:sldLayoutMk cId="2484285243" sldId="2147483667"/>
              <ac:picMk id="8" creationId="{092D8E15-3AE0-4E64-9E89-C43B6406DDA2}"/>
            </ac:picMkLst>
          </pc:picChg>
        </pc:sldLayoutChg>
        <pc:sldLayoutChg chg="addSp delSp modSp mod">
          <pc:chgData name="Mike Bloys" userId="1248c4d8-7b2b-4b32-b8bd-163ae845f9bb" providerId="ADAL" clId="{D09F69A5-33BD-4DED-8B07-3F87281E1207}" dt="2020-06-03T08:19:30.884" v="51" actId="207"/>
          <pc:sldLayoutMkLst>
            <pc:docMk/>
            <pc:sldMasterMk cId="4112846155" sldId="2147483660"/>
            <pc:sldLayoutMk cId="88482964" sldId="2147483668"/>
          </pc:sldLayoutMkLst>
          <pc:spChg chg="add mod">
            <ac:chgData name="Mike Bloys" userId="1248c4d8-7b2b-4b32-b8bd-163ae845f9bb" providerId="ADAL" clId="{D09F69A5-33BD-4DED-8B07-3F87281E1207}" dt="2020-06-03T08:19:22.987" v="48"/>
            <ac:spMkLst>
              <pc:docMk/>
              <pc:sldMasterMk cId="4112846155" sldId="2147483660"/>
              <pc:sldLayoutMk cId="88482964" sldId="2147483668"/>
              <ac:spMk id="10" creationId="{FAC98495-AEA7-43FB-809D-B9CEF896030A}"/>
            </ac:spMkLst>
          </pc:spChg>
          <pc:spChg chg="del">
            <ac:chgData name="Mike Bloys" userId="1248c4d8-7b2b-4b32-b8bd-163ae845f9bb" providerId="ADAL" clId="{D09F69A5-33BD-4DED-8B07-3F87281E1207}" dt="2020-06-03T08:19:22.345" v="47" actId="478"/>
            <ac:spMkLst>
              <pc:docMk/>
              <pc:sldMasterMk cId="4112846155" sldId="2147483660"/>
              <pc:sldLayoutMk cId="88482964" sldId="2147483668"/>
              <ac:spMk id="11" creationId="{ACF22FA1-769E-4BE0-A7BF-23CAE4CCDC7B}"/>
            </ac:spMkLst>
          </pc:spChg>
          <pc:spChg chg="mod">
            <ac:chgData name="Mike Bloys" userId="1248c4d8-7b2b-4b32-b8bd-163ae845f9bb" providerId="ADAL" clId="{D09F69A5-33BD-4DED-8B07-3F87281E1207}" dt="2020-06-03T08:19:30.884" v="51" actId="207"/>
            <ac:spMkLst>
              <pc:docMk/>
              <pc:sldMasterMk cId="4112846155" sldId="2147483660"/>
              <pc:sldLayoutMk cId="88482964" sldId="2147483668"/>
              <ac:spMk id="46" creationId="{00000000-0000-0000-0000-000000000000}"/>
            </ac:spMkLst>
          </pc:spChg>
          <pc:picChg chg="add mod">
            <ac:chgData name="Mike Bloys" userId="1248c4d8-7b2b-4b32-b8bd-163ae845f9bb" providerId="ADAL" clId="{D09F69A5-33BD-4DED-8B07-3F87281E1207}" dt="2020-06-03T08:19:22.987" v="48"/>
            <ac:picMkLst>
              <pc:docMk/>
              <pc:sldMasterMk cId="4112846155" sldId="2147483660"/>
              <pc:sldLayoutMk cId="88482964" sldId="2147483668"/>
              <ac:picMk id="7" creationId="{9C29ACAF-9F8C-48B7-AEDC-21EB4A4AB8E1}"/>
            </ac:picMkLst>
          </pc:picChg>
          <pc:picChg chg="add del mod">
            <ac:chgData name="Mike Bloys" userId="1248c4d8-7b2b-4b32-b8bd-163ae845f9bb" providerId="ADAL" clId="{D09F69A5-33BD-4DED-8B07-3F87281E1207}" dt="2020-06-03T08:19:25.510" v="49" actId="478"/>
            <ac:picMkLst>
              <pc:docMk/>
              <pc:sldMasterMk cId="4112846155" sldId="2147483660"/>
              <pc:sldLayoutMk cId="88482964" sldId="2147483668"/>
              <ac:picMk id="8" creationId="{DBB71A44-F6C1-4E7C-951E-BEC6BDF1E9DA}"/>
            </ac:picMkLst>
          </pc:picChg>
          <pc:picChg chg="del">
            <ac:chgData name="Mike Bloys" userId="1248c4d8-7b2b-4b32-b8bd-163ae845f9bb" providerId="ADAL" clId="{D09F69A5-33BD-4DED-8B07-3F87281E1207}" dt="2020-06-03T08:19:22.345" v="47" actId="478"/>
            <ac:picMkLst>
              <pc:docMk/>
              <pc:sldMasterMk cId="4112846155" sldId="2147483660"/>
              <pc:sldLayoutMk cId="88482964" sldId="2147483668"/>
              <ac:picMk id="9" creationId="{10E7FCCE-62B9-4BA7-935B-C0B6FEBDF13A}"/>
            </ac:picMkLst>
          </pc:picChg>
        </pc:sldLayoutChg>
        <pc:sldLayoutChg chg="addSp delSp modSp mod">
          <pc:chgData name="Mike Bloys" userId="1248c4d8-7b2b-4b32-b8bd-163ae845f9bb" providerId="ADAL" clId="{D09F69A5-33BD-4DED-8B07-3F87281E1207}" dt="2020-06-03T08:19:35.860" v="53"/>
          <pc:sldLayoutMkLst>
            <pc:docMk/>
            <pc:sldMasterMk cId="4112846155" sldId="2147483660"/>
            <pc:sldLayoutMk cId="2302417356" sldId="2147483669"/>
          </pc:sldLayoutMkLst>
          <pc:spChg chg="del">
            <ac:chgData name="Mike Bloys" userId="1248c4d8-7b2b-4b32-b8bd-163ae845f9bb" providerId="ADAL" clId="{D09F69A5-33BD-4DED-8B07-3F87281E1207}" dt="2020-06-03T08:19:35.241" v="52" actId="478"/>
            <ac:spMkLst>
              <pc:docMk/>
              <pc:sldMasterMk cId="4112846155" sldId="2147483660"/>
              <pc:sldLayoutMk cId="2302417356" sldId="2147483669"/>
              <ac:spMk id="9" creationId="{726B215A-CB22-4598-AE85-E31E24F09E8E}"/>
            </ac:spMkLst>
          </pc:spChg>
          <pc:spChg chg="add mod">
            <ac:chgData name="Mike Bloys" userId="1248c4d8-7b2b-4b32-b8bd-163ae845f9bb" providerId="ADAL" clId="{D09F69A5-33BD-4DED-8B07-3F87281E1207}" dt="2020-06-03T08:19:35.860" v="53"/>
            <ac:spMkLst>
              <pc:docMk/>
              <pc:sldMasterMk cId="4112846155" sldId="2147483660"/>
              <pc:sldLayoutMk cId="2302417356" sldId="2147483669"/>
              <ac:spMk id="11" creationId="{C4CBF306-3A15-4F78-A516-AA1C550B39E5}"/>
            </ac:spMkLst>
          </pc:spChg>
          <pc:picChg chg="add mod">
            <ac:chgData name="Mike Bloys" userId="1248c4d8-7b2b-4b32-b8bd-163ae845f9bb" providerId="ADAL" clId="{D09F69A5-33BD-4DED-8B07-3F87281E1207}" dt="2020-06-03T08:19:35.860" v="53"/>
            <ac:picMkLst>
              <pc:docMk/>
              <pc:sldMasterMk cId="4112846155" sldId="2147483660"/>
              <pc:sldLayoutMk cId="2302417356" sldId="2147483669"/>
              <ac:picMk id="6" creationId="{6BF939CC-B555-4D20-902F-FFEEE321524B}"/>
            </ac:picMkLst>
          </pc:picChg>
          <pc:picChg chg="del">
            <ac:chgData name="Mike Bloys" userId="1248c4d8-7b2b-4b32-b8bd-163ae845f9bb" providerId="ADAL" clId="{D09F69A5-33BD-4DED-8B07-3F87281E1207}" dt="2020-06-03T08:19:35.241" v="52" actId="478"/>
            <ac:picMkLst>
              <pc:docMk/>
              <pc:sldMasterMk cId="4112846155" sldId="2147483660"/>
              <pc:sldLayoutMk cId="2302417356" sldId="2147483669"/>
              <ac:picMk id="7" creationId="{1EC272F3-D6A9-40BC-9875-65038C961E01}"/>
            </ac:picMkLst>
          </pc:picChg>
          <pc:picChg chg="del">
            <ac:chgData name="Mike Bloys" userId="1248c4d8-7b2b-4b32-b8bd-163ae845f9bb" providerId="ADAL" clId="{D09F69A5-33BD-4DED-8B07-3F87281E1207}" dt="2020-06-03T08:19:35.241" v="52" actId="478"/>
            <ac:picMkLst>
              <pc:docMk/>
              <pc:sldMasterMk cId="4112846155" sldId="2147483660"/>
              <pc:sldLayoutMk cId="2302417356" sldId="2147483669"/>
              <ac:picMk id="8" creationId="{AB84DAE9-DB03-495F-BE3B-569F8F37FB2F}"/>
            </ac:picMkLst>
          </pc:picChg>
          <pc:picChg chg="add mod">
            <ac:chgData name="Mike Bloys" userId="1248c4d8-7b2b-4b32-b8bd-163ae845f9bb" providerId="ADAL" clId="{D09F69A5-33BD-4DED-8B07-3F87281E1207}" dt="2020-06-03T08:19:35.860" v="53"/>
            <ac:picMkLst>
              <pc:docMk/>
              <pc:sldMasterMk cId="4112846155" sldId="2147483660"/>
              <pc:sldLayoutMk cId="2302417356" sldId="2147483669"/>
              <ac:picMk id="10" creationId="{A7FDBB10-83DB-4C34-8C1D-BEEE46F36675}"/>
            </ac:picMkLst>
          </pc:picChg>
        </pc:sldLayoutChg>
        <pc:sldLayoutChg chg="addSp delSp modSp mod">
          <pc:chgData name="Mike Bloys" userId="1248c4d8-7b2b-4b32-b8bd-163ae845f9bb" providerId="ADAL" clId="{D09F69A5-33BD-4DED-8B07-3F87281E1207}" dt="2020-06-03T08:18:43.564" v="37" actId="207"/>
          <pc:sldLayoutMkLst>
            <pc:docMk/>
            <pc:sldMasterMk cId="4112846155" sldId="2147483660"/>
            <pc:sldLayoutMk cId="2231906008" sldId="2147483670"/>
          </pc:sldLayoutMkLst>
          <pc:spChg chg="mod">
            <ac:chgData name="Mike Bloys" userId="1248c4d8-7b2b-4b32-b8bd-163ae845f9bb" providerId="ADAL" clId="{D09F69A5-33BD-4DED-8B07-3F87281E1207}" dt="2020-06-03T08:18:43.564" v="37" actId="207"/>
            <ac:spMkLst>
              <pc:docMk/>
              <pc:sldMasterMk cId="4112846155" sldId="2147483660"/>
              <pc:sldLayoutMk cId="2231906008" sldId="2147483670"/>
              <ac:spMk id="9" creationId="{00000000-0000-0000-0000-000000000000}"/>
            </ac:spMkLst>
          </pc:spChg>
          <pc:spChg chg="del">
            <ac:chgData name="Mike Bloys" userId="1248c4d8-7b2b-4b32-b8bd-163ae845f9bb" providerId="ADAL" clId="{D09F69A5-33BD-4DED-8B07-3F87281E1207}" dt="2020-06-03T08:18:32.232" v="34" actId="478"/>
            <ac:spMkLst>
              <pc:docMk/>
              <pc:sldMasterMk cId="4112846155" sldId="2147483660"/>
              <pc:sldLayoutMk cId="2231906008" sldId="2147483670"/>
              <ac:spMk id="13" creationId="{CEF429B8-7289-4F0D-B7CE-915D4AA91105}"/>
            </ac:spMkLst>
          </pc:spChg>
          <pc:spChg chg="add mod">
            <ac:chgData name="Mike Bloys" userId="1248c4d8-7b2b-4b32-b8bd-163ae845f9bb" providerId="ADAL" clId="{D09F69A5-33BD-4DED-8B07-3F87281E1207}" dt="2020-06-03T08:18:32.793" v="35"/>
            <ac:spMkLst>
              <pc:docMk/>
              <pc:sldMasterMk cId="4112846155" sldId="2147483660"/>
              <pc:sldLayoutMk cId="2231906008" sldId="2147483670"/>
              <ac:spMk id="15" creationId="{1D91B244-06B6-47D4-891E-1017039984F4}"/>
            </ac:spMkLst>
          </pc:spChg>
          <pc:picChg chg="del">
            <ac:chgData name="Mike Bloys" userId="1248c4d8-7b2b-4b32-b8bd-163ae845f9bb" providerId="ADAL" clId="{D09F69A5-33BD-4DED-8B07-3F87281E1207}" dt="2020-06-03T08:18:32.232" v="34" actId="478"/>
            <ac:picMkLst>
              <pc:docMk/>
              <pc:sldMasterMk cId="4112846155" sldId="2147483660"/>
              <pc:sldLayoutMk cId="2231906008" sldId="2147483670"/>
              <ac:picMk id="7" creationId="{E0A89887-2F5E-4374-AFB0-0F11A52F6DD7}"/>
            </ac:picMkLst>
          </pc:picChg>
          <pc:picChg chg="del">
            <ac:chgData name="Mike Bloys" userId="1248c4d8-7b2b-4b32-b8bd-163ae845f9bb" providerId="ADAL" clId="{D09F69A5-33BD-4DED-8B07-3F87281E1207}" dt="2020-06-03T08:18:32.232" v="34" actId="478"/>
            <ac:picMkLst>
              <pc:docMk/>
              <pc:sldMasterMk cId="4112846155" sldId="2147483660"/>
              <pc:sldLayoutMk cId="2231906008" sldId="2147483670"/>
              <ac:picMk id="11" creationId="{34DC8F6A-5B71-4032-9D12-0E76FABE6056}"/>
            </ac:picMkLst>
          </pc:picChg>
          <pc:picChg chg="add mod">
            <ac:chgData name="Mike Bloys" userId="1248c4d8-7b2b-4b32-b8bd-163ae845f9bb" providerId="ADAL" clId="{D09F69A5-33BD-4DED-8B07-3F87281E1207}" dt="2020-06-03T08:18:32.793" v="35"/>
            <ac:picMkLst>
              <pc:docMk/>
              <pc:sldMasterMk cId="4112846155" sldId="2147483660"/>
              <pc:sldLayoutMk cId="2231906008" sldId="2147483670"/>
              <ac:picMk id="12" creationId="{F46CFFDA-E690-4367-902E-83362FA45AAF}"/>
            </ac:picMkLst>
          </pc:picChg>
          <pc:picChg chg="add mod">
            <ac:chgData name="Mike Bloys" userId="1248c4d8-7b2b-4b32-b8bd-163ae845f9bb" providerId="ADAL" clId="{D09F69A5-33BD-4DED-8B07-3F87281E1207}" dt="2020-06-03T08:18:32.793" v="35"/>
            <ac:picMkLst>
              <pc:docMk/>
              <pc:sldMasterMk cId="4112846155" sldId="2147483660"/>
              <pc:sldLayoutMk cId="2231906008" sldId="2147483670"/>
              <ac:picMk id="14" creationId="{4B49CA11-EB08-4294-BBC5-49806FD7D7F3}"/>
            </ac:picMkLst>
          </pc:picChg>
        </pc:sldLayoutChg>
      </pc:sldMasterChg>
    </pc:docChg>
  </pc:docChgLst>
  <pc:docChgLst>
    <pc:chgData name="Mike Bloys" userId="1248c4d8-7b2b-4b32-b8bd-163ae845f9bb" providerId="ADAL" clId="{4DD371C3-0D57-478C-A9DA-2C1EC88014A8}"/>
    <pc:docChg chg="custSel">
      <pc:chgData name="Mike Bloys" userId="1248c4d8-7b2b-4b32-b8bd-163ae845f9bb" providerId="ADAL" clId="{4DD371C3-0D57-478C-A9DA-2C1EC88014A8}" dt="2021-10-27T14:55:24.589" v="0" actId="1592"/>
      <pc:docMkLst>
        <pc:docMk/>
      </pc:docMkLst>
      <pc:sldChg chg="delCm">
        <pc:chgData name="Mike Bloys" userId="1248c4d8-7b2b-4b32-b8bd-163ae845f9bb" providerId="ADAL" clId="{4DD371C3-0D57-478C-A9DA-2C1EC88014A8}" dt="2021-10-27T14:55:24.589" v="0" actId="1592"/>
        <pc:sldMkLst>
          <pc:docMk/>
          <pc:sldMk cId="3148882095" sldId="256"/>
        </pc:sldMkLst>
      </pc:sldChg>
    </pc:docChg>
  </pc:docChgLst>
  <pc:docChgLst>
    <pc:chgData name="James Franklin" userId="cf915d05-507f-491f-b4a6-b2aa085ee4b1" providerId="ADAL" clId="{8094CF43-82A8-4ACF-A327-A4631808570E}"/>
    <pc:docChg chg="modSld">
      <pc:chgData name="James Franklin" userId="cf915d05-507f-491f-b4a6-b2aa085ee4b1" providerId="ADAL" clId="{8094CF43-82A8-4ACF-A327-A4631808570E}" dt="2020-06-01T11:48:46.335" v="2" actId="20577"/>
      <pc:docMkLst>
        <pc:docMk/>
      </pc:docMkLst>
      <pc:sldChg chg="modSp mod">
        <pc:chgData name="James Franklin" userId="cf915d05-507f-491f-b4a6-b2aa085ee4b1" providerId="ADAL" clId="{8094CF43-82A8-4ACF-A327-A4631808570E}" dt="2020-06-01T11:48:46.335" v="2" actId="20577"/>
        <pc:sldMkLst>
          <pc:docMk/>
          <pc:sldMk cId="1676653193" sldId="274"/>
        </pc:sldMkLst>
        <pc:spChg chg="mod">
          <ac:chgData name="James Franklin" userId="cf915d05-507f-491f-b4a6-b2aa085ee4b1" providerId="ADAL" clId="{8094CF43-82A8-4ACF-A327-A4631808570E}" dt="2020-06-01T11:48:46.335" v="2" actId="20577"/>
          <ac:spMkLst>
            <pc:docMk/>
            <pc:sldMk cId="1676653193" sldId="274"/>
            <ac:spMk id="3" creationId="{A9E230B3-0AD0-4403-B850-7DF10007D41B}"/>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4A21582B-3102-40E3-BF7E-D800EB21820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a:extLst>
              <a:ext uri="{FF2B5EF4-FFF2-40B4-BE49-F238E27FC236}">
                <a16:creationId xmlns:a16="http://schemas.microsoft.com/office/drawing/2014/main" id="{22FFC8E4-B565-426A-AB0F-89DFF1853BAA}"/>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A6BFC51-A54B-44F4-9AFC-A2B19F2EB66D}" type="datetimeFigureOut">
              <a:rPr lang="en-GB" smtClean="0"/>
              <a:t>27/10/2021</a:t>
            </a:fld>
            <a:endParaRPr lang="en-GB"/>
          </a:p>
        </p:txBody>
      </p:sp>
      <p:sp>
        <p:nvSpPr>
          <p:cNvPr id="4" name="Footer Placeholder 3">
            <a:extLst>
              <a:ext uri="{FF2B5EF4-FFF2-40B4-BE49-F238E27FC236}">
                <a16:creationId xmlns:a16="http://schemas.microsoft.com/office/drawing/2014/main" id="{62C3D776-6CC2-4088-8D4B-C1FB14B0DE7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a:extLst>
              <a:ext uri="{FF2B5EF4-FFF2-40B4-BE49-F238E27FC236}">
                <a16:creationId xmlns:a16="http://schemas.microsoft.com/office/drawing/2014/main" id="{E3CB3A3E-4DDA-4C35-B6F0-91A55372DCD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FEEBBC4-6A8D-436F-9893-779A4669465F}" type="slidenum">
              <a:rPr lang="en-GB" smtClean="0"/>
              <a:t>‹#›</a:t>
            </a:fld>
            <a:endParaRPr lang="en-GB"/>
          </a:p>
        </p:txBody>
      </p:sp>
    </p:spTree>
    <p:extLst>
      <p:ext uri="{BB962C8B-B14F-4D97-AF65-F5344CB8AC3E}">
        <p14:creationId xmlns:p14="http://schemas.microsoft.com/office/powerpoint/2010/main" val="17487911"/>
      </p:ext>
    </p:extLst>
  </p:cSld>
  <p:clrMap bg1="lt1" tx1="dk1" bg2="lt2" tx2="dk2" accent1="accent1" accent2="accent2" accent3="accent3" accent4="accent4" accent5="accent5" accent6="accent6" hlink="hlink" folHlink="folHlink"/>
</p:handout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jpe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4.jpeg"/><Relationship Id="rId5" Type="http://schemas.openxmlformats.org/officeDocument/2006/relationships/image" Target="../media/image3.svg"/><Relationship Id="rId4"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Master" Target="../slideMasters/slideMaster1.xml"/><Relationship Id="rId5" Type="http://schemas.openxmlformats.org/officeDocument/2006/relationships/image" Target="../media/image4.jpeg"/><Relationship Id="rId4" Type="http://schemas.openxmlformats.org/officeDocument/2006/relationships/image" Target="../media/image3.svg"/></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1.xml"/><Relationship Id="rId4" Type="http://schemas.openxmlformats.org/officeDocument/2006/relationships/image" Target="../media/image4.jpe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B875DE7-7613-41E1-BB20-1CC9B47967BA}"/>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0" y="0"/>
            <a:ext cx="9144000" cy="6858000"/>
          </a:xfrm>
          <a:prstGeom prst="rect">
            <a:avLst/>
          </a:prstGeom>
        </p:spPr>
      </p:pic>
    </p:spTree>
    <p:extLst>
      <p:ext uri="{BB962C8B-B14F-4D97-AF65-F5344CB8AC3E}">
        <p14:creationId xmlns:p14="http://schemas.microsoft.com/office/powerpoint/2010/main" val="9398944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4_Custom Layout">
    <p:bg>
      <p:bgPr>
        <a:solidFill>
          <a:srgbClr val="065598"/>
        </a:solidFill>
        <a:effectLst/>
      </p:bgPr>
    </p:bg>
    <p:spTree>
      <p:nvGrpSpPr>
        <p:cNvPr id="1" name=""/>
        <p:cNvGrpSpPr/>
        <p:nvPr/>
      </p:nvGrpSpPr>
      <p:grpSpPr>
        <a:xfrm>
          <a:off x="0" y="0"/>
          <a:ext cx="0" cy="0"/>
          <a:chOff x="0" y="0"/>
          <a:chExt cx="0" cy="0"/>
        </a:xfrm>
      </p:grpSpPr>
      <p:cxnSp>
        <p:nvCxnSpPr>
          <p:cNvPr id="8" name="Straight Connector 7"/>
          <p:cNvCxnSpPr>
            <a:cxnSpLocks/>
          </p:cNvCxnSpPr>
          <p:nvPr userDrawn="1"/>
        </p:nvCxnSpPr>
        <p:spPr>
          <a:xfrm>
            <a:off x="584200" y="1702800"/>
            <a:ext cx="0" cy="4666486"/>
          </a:xfrm>
          <a:prstGeom prst="line">
            <a:avLst/>
          </a:prstGeom>
          <a:ln w="28575">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5" name="Text Placeholder 7"/>
          <p:cNvSpPr>
            <a:spLocks noGrp="1"/>
          </p:cNvSpPr>
          <p:nvPr>
            <p:ph type="body" sz="quarter" idx="13"/>
          </p:nvPr>
        </p:nvSpPr>
        <p:spPr>
          <a:xfrm>
            <a:off x="724280" y="906233"/>
            <a:ext cx="7816470" cy="670772"/>
          </a:xfrm>
          <a:prstGeom prst="rect">
            <a:avLst/>
          </a:prstGeom>
        </p:spPr>
        <p:txBody>
          <a:bodyPr lIns="0">
            <a:noAutofit/>
          </a:bodyPr>
          <a:lstStyle>
            <a:lvl1pPr marL="0" indent="0">
              <a:lnSpc>
                <a:spcPts val="3900"/>
              </a:lnSpc>
              <a:spcBef>
                <a:spcPts val="0"/>
              </a:spcBef>
              <a:spcAft>
                <a:spcPts val="1500"/>
              </a:spcAft>
              <a:buNone/>
              <a:defRPr sz="4000" b="1" i="0">
                <a:solidFill>
                  <a:schemeClr val="bg1"/>
                </a:solidFill>
                <a:latin typeface="Arial"/>
                <a:cs typeface="Arial"/>
              </a:defRPr>
            </a:lvl1pPr>
            <a:lvl2pPr marL="457200" indent="-457200">
              <a:lnSpc>
                <a:spcPts val="2500"/>
              </a:lnSpc>
              <a:spcBef>
                <a:spcPts val="0"/>
              </a:spcBef>
              <a:spcAft>
                <a:spcPts val="1000"/>
              </a:spcAft>
              <a:buNone/>
              <a:defRPr sz="4000" b="0">
                <a:solidFill>
                  <a:schemeClr val="tx1">
                    <a:lumMod val="50000"/>
                    <a:lumOff val="50000"/>
                  </a:schemeClr>
                </a:solidFill>
                <a:latin typeface="Arial"/>
                <a:cs typeface="Arial"/>
              </a:defRPr>
            </a:lvl2pPr>
            <a:lvl3pPr marL="0" indent="0">
              <a:lnSpc>
                <a:spcPts val="3600"/>
              </a:lnSpc>
              <a:spcBef>
                <a:spcPts val="0"/>
              </a:spcBef>
              <a:buNone/>
              <a:defRPr sz="3000">
                <a:solidFill>
                  <a:schemeClr val="tx1">
                    <a:lumMod val="50000"/>
                    <a:lumOff val="50000"/>
                  </a:schemeClr>
                </a:solidFill>
                <a:latin typeface="Arial"/>
                <a:cs typeface="Arial"/>
              </a:defRPr>
            </a:lvl3pPr>
          </a:lstStyle>
          <a:p>
            <a:pPr lvl="0"/>
            <a:r>
              <a:rPr lang="en-US"/>
              <a:t>Click to edit Master text styles</a:t>
            </a:r>
          </a:p>
        </p:txBody>
      </p:sp>
      <p:sp>
        <p:nvSpPr>
          <p:cNvPr id="6" name="Text Placeholder 11">
            <a:extLst>
              <a:ext uri="{FF2B5EF4-FFF2-40B4-BE49-F238E27FC236}">
                <a16:creationId xmlns:a16="http://schemas.microsoft.com/office/drawing/2014/main" id="{886436FB-093E-490A-BBB2-9ED3E1909F96}"/>
              </a:ext>
            </a:extLst>
          </p:cNvPr>
          <p:cNvSpPr>
            <a:spLocks noGrp="1"/>
          </p:cNvSpPr>
          <p:nvPr>
            <p:ph type="body" sz="quarter" idx="15"/>
          </p:nvPr>
        </p:nvSpPr>
        <p:spPr>
          <a:xfrm>
            <a:off x="724280" y="1704179"/>
            <a:ext cx="7797230" cy="3453607"/>
          </a:xfrm>
          <a:prstGeom prst="rect">
            <a:avLst/>
          </a:prstGeom>
        </p:spPr>
        <p:txBody>
          <a:bodyPr vert="horz" lIns="0" tIns="0"/>
          <a:lstStyle>
            <a:lvl1pPr marL="271463" indent="-271463">
              <a:lnSpc>
                <a:spcPct val="100000"/>
              </a:lnSpc>
              <a:spcBef>
                <a:spcPts val="0"/>
              </a:spcBef>
              <a:spcAft>
                <a:spcPts val="1400"/>
              </a:spcAft>
              <a:buFont typeface="Arial"/>
              <a:buChar char="•"/>
              <a:defRPr sz="2500">
                <a:solidFill>
                  <a:schemeClr val="bg1"/>
                </a:solidFill>
                <a:latin typeface="Arial"/>
                <a:cs typeface="Arial"/>
              </a:defRPr>
            </a:lvl1pPr>
            <a:lvl2pPr marL="723900" indent="-279400">
              <a:lnSpc>
                <a:spcPct val="100000"/>
              </a:lnSpc>
              <a:spcBef>
                <a:spcPts val="0"/>
              </a:spcBef>
              <a:spcAft>
                <a:spcPts val="1200"/>
              </a:spcAft>
              <a:buFont typeface="Arial"/>
              <a:buChar char="•"/>
              <a:defRPr sz="2000">
                <a:solidFill>
                  <a:schemeClr val="bg1"/>
                </a:solidFill>
                <a:latin typeface="Arial"/>
                <a:cs typeface="Arial"/>
              </a:defRPr>
            </a:lvl2pPr>
            <a:lvl3pPr marL="723900" indent="-279400">
              <a:lnSpc>
                <a:spcPct val="100000"/>
              </a:lnSpc>
              <a:spcBef>
                <a:spcPts val="0"/>
              </a:spcBef>
              <a:spcAft>
                <a:spcPts val="1200"/>
              </a:spcAft>
              <a:buFont typeface="Arial"/>
              <a:buChar char="•"/>
              <a:defRPr lang="en-US" sz="2000" kern="1200" dirty="0" smtClean="0">
                <a:solidFill>
                  <a:schemeClr val="bg1"/>
                </a:solidFill>
                <a:latin typeface="Arial"/>
                <a:ea typeface="+mn-ea"/>
                <a:cs typeface="Arial"/>
              </a:defRPr>
            </a:lvl3pPr>
          </a:lstStyle>
          <a:p>
            <a:pPr lvl="0"/>
            <a:r>
              <a:rPr lang="en-US" dirty="0"/>
              <a:t>Click to edit Master text styles</a:t>
            </a:r>
          </a:p>
          <a:p>
            <a:pPr lvl="1"/>
            <a:r>
              <a:rPr lang="en-US" dirty="0"/>
              <a:t>Second level</a:t>
            </a:r>
          </a:p>
          <a:p>
            <a:pPr lvl="2"/>
            <a:r>
              <a:rPr lang="en-US" dirty="0"/>
              <a:t>Third level</a:t>
            </a:r>
          </a:p>
        </p:txBody>
      </p:sp>
    </p:spTree>
    <p:extLst>
      <p:ext uri="{BB962C8B-B14F-4D97-AF65-F5344CB8AC3E}">
        <p14:creationId xmlns:p14="http://schemas.microsoft.com/office/powerpoint/2010/main" val="79908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7_Custom Layout">
    <p:bg>
      <p:bgPr>
        <a:solidFill>
          <a:srgbClr val="2C87DA"/>
        </a:solidFill>
        <a:effectLst/>
      </p:bgPr>
    </p:bg>
    <p:spTree>
      <p:nvGrpSpPr>
        <p:cNvPr id="1" name=""/>
        <p:cNvGrpSpPr/>
        <p:nvPr/>
      </p:nvGrpSpPr>
      <p:grpSpPr>
        <a:xfrm>
          <a:off x="0" y="0"/>
          <a:ext cx="0" cy="0"/>
          <a:chOff x="0" y="0"/>
          <a:chExt cx="0" cy="0"/>
        </a:xfrm>
      </p:grpSpPr>
      <p:cxnSp>
        <p:nvCxnSpPr>
          <p:cNvPr id="9" name="Straight Connector 8"/>
          <p:cNvCxnSpPr/>
          <p:nvPr userDrawn="1"/>
        </p:nvCxnSpPr>
        <p:spPr>
          <a:xfrm>
            <a:off x="584200" y="1702800"/>
            <a:ext cx="0" cy="1714500"/>
          </a:xfrm>
          <a:prstGeom prst="line">
            <a:avLst/>
          </a:prstGeom>
          <a:ln w="28575">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6" name="Text Placeholder 7"/>
          <p:cNvSpPr>
            <a:spLocks noGrp="1"/>
          </p:cNvSpPr>
          <p:nvPr>
            <p:ph type="body" sz="quarter" idx="13"/>
          </p:nvPr>
        </p:nvSpPr>
        <p:spPr>
          <a:xfrm>
            <a:off x="724280" y="906233"/>
            <a:ext cx="7816470" cy="670772"/>
          </a:xfrm>
          <a:prstGeom prst="rect">
            <a:avLst/>
          </a:prstGeom>
        </p:spPr>
        <p:txBody>
          <a:bodyPr lIns="0">
            <a:noAutofit/>
          </a:bodyPr>
          <a:lstStyle>
            <a:lvl1pPr marL="0" indent="0">
              <a:lnSpc>
                <a:spcPts val="3900"/>
              </a:lnSpc>
              <a:spcBef>
                <a:spcPts val="0"/>
              </a:spcBef>
              <a:spcAft>
                <a:spcPts val="1500"/>
              </a:spcAft>
              <a:buNone/>
              <a:defRPr sz="4000" b="1" i="0">
                <a:solidFill>
                  <a:schemeClr val="bg1"/>
                </a:solidFill>
                <a:latin typeface="Arial"/>
                <a:cs typeface="Arial"/>
              </a:defRPr>
            </a:lvl1pPr>
            <a:lvl2pPr marL="457200" indent="-457200">
              <a:lnSpc>
                <a:spcPts val="2500"/>
              </a:lnSpc>
              <a:spcBef>
                <a:spcPts val="0"/>
              </a:spcBef>
              <a:spcAft>
                <a:spcPts val="1000"/>
              </a:spcAft>
              <a:buNone/>
              <a:defRPr sz="4000" b="0">
                <a:solidFill>
                  <a:schemeClr val="tx1">
                    <a:lumMod val="50000"/>
                    <a:lumOff val="50000"/>
                  </a:schemeClr>
                </a:solidFill>
                <a:latin typeface="Arial"/>
                <a:cs typeface="Arial"/>
              </a:defRPr>
            </a:lvl2pPr>
            <a:lvl3pPr marL="0" indent="0">
              <a:lnSpc>
                <a:spcPts val="3600"/>
              </a:lnSpc>
              <a:spcBef>
                <a:spcPts val="0"/>
              </a:spcBef>
              <a:buNone/>
              <a:defRPr sz="3000">
                <a:solidFill>
                  <a:schemeClr val="tx1">
                    <a:lumMod val="50000"/>
                    <a:lumOff val="50000"/>
                  </a:schemeClr>
                </a:solidFill>
                <a:latin typeface="Arial"/>
                <a:cs typeface="Arial"/>
              </a:defRPr>
            </a:lvl3pPr>
          </a:lstStyle>
          <a:p>
            <a:pPr lvl="0"/>
            <a:r>
              <a:rPr lang="en-US" dirty="0"/>
              <a:t>Click to edit Master text styles</a:t>
            </a:r>
          </a:p>
        </p:txBody>
      </p:sp>
      <p:sp>
        <p:nvSpPr>
          <p:cNvPr id="10" name="Text Placeholder 11"/>
          <p:cNvSpPr>
            <a:spLocks noGrp="1"/>
          </p:cNvSpPr>
          <p:nvPr>
            <p:ph type="body" sz="quarter" idx="14"/>
          </p:nvPr>
        </p:nvSpPr>
        <p:spPr>
          <a:xfrm>
            <a:off x="723600" y="1702799"/>
            <a:ext cx="7861300" cy="4918133"/>
          </a:xfrm>
          <a:prstGeom prst="rect">
            <a:avLst/>
          </a:prstGeom>
        </p:spPr>
        <p:txBody>
          <a:bodyPr vert="horz" lIns="0" tIns="0" rIns="0" bIns="0"/>
          <a:lstStyle>
            <a:lvl1pPr marL="271463" indent="-271463">
              <a:lnSpc>
                <a:spcPct val="100000"/>
              </a:lnSpc>
              <a:spcBef>
                <a:spcPts val="0"/>
              </a:spcBef>
              <a:spcAft>
                <a:spcPts val="1400"/>
              </a:spcAft>
              <a:buFont typeface="Arial"/>
              <a:buChar char="•"/>
              <a:defRPr sz="2500">
                <a:solidFill>
                  <a:schemeClr val="bg1"/>
                </a:solidFill>
                <a:latin typeface="Arial"/>
                <a:cs typeface="Arial"/>
              </a:defRPr>
            </a:lvl1pPr>
            <a:lvl2pPr marL="0" indent="0">
              <a:lnSpc>
                <a:spcPts val="2000"/>
              </a:lnSpc>
              <a:buNone/>
              <a:defRPr sz="2000">
                <a:solidFill>
                  <a:srgbClr val="9D9FA2"/>
                </a:solidFill>
                <a:latin typeface="Arial"/>
                <a:cs typeface="Arial"/>
              </a:defRPr>
            </a:lvl2pPr>
          </a:lstStyle>
          <a:p>
            <a:pPr lvl="0"/>
            <a:r>
              <a:rPr lang="en-US"/>
              <a:t>Click to edit Master text styles</a:t>
            </a:r>
          </a:p>
        </p:txBody>
      </p:sp>
    </p:spTree>
    <p:extLst>
      <p:ext uri="{BB962C8B-B14F-4D97-AF65-F5344CB8AC3E}">
        <p14:creationId xmlns:p14="http://schemas.microsoft.com/office/powerpoint/2010/main" val="40978814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sp>
        <p:nvSpPr>
          <p:cNvPr id="8" name="Text Placeholder 7"/>
          <p:cNvSpPr>
            <a:spLocks noGrp="1"/>
          </p:cNvSpPr>
          <p:nvPr>
            <p:ph type="body" sz="quarter" idx="13"/>
          </p:nvPr>
        </p:nvSpPr>
        <p:spPr>
          <a:xfrm>
            <a:off x="724280" y="906233"/>
            <a:ext cx="7816470" cy="670772"/>
          </a:xfrm>
          <a:prstGeom prst="rect">
            <a:avLst/>
          </a:prstGeom>
        </p:spPr>
        <p:txBody>
          <a:bodyPr lIns="0">
            <a:noAutofit/>
          </a:bodyPr>
          <a:lstStyle>
            <a:lvl1pPr marL="0" indent="0">
              <a:lnSpc>
                <a:spcPts val="3900"/>
              </a:lnSpc>
              <a:spcBef>
                <a:spcPts val="0"/>
              </a:spcBef>
              <a:spcAft>
                <a:spcPts val="1500"/>
              </a:spcAft>
              <a:buNone/>
              <a:defRPr sz="4000" b="1" i="0">
                <a:solidFill>
                  <a:schemeClr val="tx1"/>
                </a:solidFill>
                <a:latin typeface="Arial"/>
                <a:cs typeface="Arial"/>
              </a:defRPr>
            </a:lvl1pPr>
            <a:lvl2pPr marL="457200" indent="-457200">
              <a:lnSpc>
                <a:spcPts val="2500"/>
              </a:lnSpc>
              <a:spcBef>
                <a:spcPts val="0"/>
              </a:spcBef>
              <a:spcAft>
                <a:spcPts val="1000"/>
              </a:spcAft>
              <a:buNone/>
              <a:defRPr sz="4000" b="0">
                <a:solidFill>
                  <a:schemeClr val="tx1">
                    <a:lumMod val="50000"/>
                    <a:lumOff val="50000"/>
                  </a:schemeClr>
                </a:solidFill>
                <a:latin typeface="Arial"/>
                <a:cs typeface="Arial"/>
              </a:defRPr>
            </a:lvl2pPr>
            <a:lvl3pPr marL="0" indent="0">
              <a:lnSpc>
                <a:spcPts val="3600"/>
              </a:lnSpc>
              <a:spcBef>
                <a:spcPts val="0"/>
              </a:spcBef>
              <a:buNone/>
              <a:defRPr sz="3000">
                <a:solidFill>
                  <a:schemeClr val="tx1">
                    <a:lumMod val="50000"/>
                    <a:lumOff val="50000"/>
                  </a:schemeClr>
                </a:solidFill>
                <a:latin typeface="Arial"/>
                <a:cs typeface="Arial"/>
              </a:defRPr>
            </a:lvl3pPr>
          </a:lstStyle>
          <a:p>
            <a:pPr lvl="0"/>
            <a:r>
              <a:rPr lang="en-US"/>
              <a:t>Click to edit Master text styles</a:t>
            </a:r>
          </a:p>
        </p:txBody>
      </p:sp>
      <p:sp>
        <p:nvSpPr>
          <p:cNvPr id="9" name="Text Placeholder 11"/>
          <p:cNvSpPr>
            <a:spLocks noGrp="1"/>
          </p:cNvSpPr>
          <p:nvPr>
            <p:ph type="body" sz="quarter" idx="14"/>
          </p:nvPr>
        </p:nvSpPr>
        <p:spPr>
          <a:xfrm>
            <a:off x="724280" y="1704179"/>
            <a:ext cx="7797230" cy="3453607"/>
          </a:xfrm>
          <a:prstGeom prst="rect">
            <a:avLst/>
          </a:prstGeom>
        </p:spPr>
        <p:txBody>
          <a:bodyPr vert="horz" lIns="0" tIns="0"/>
          <a:lstStyle>
            <a:lvl1pPr marL="271463" indent="-271463">
              <a:lnSpc>
                <a:spcPct val="100000"/>
              </a:lnSpc>
              <a:spcBef>
                <a:spcPts val="0"/>
              </a:spcBef>
              <a:spcAft>
                <a:spcPts val="1400"/>
              </a:spcAft>
              <a:buFont typeface="Arial"/>
              <a:buChar char="•"/>
              <a:defRPr sz="2500">
                <a:solidFill>
                  <a:schemeClr val="tx1"/>
                </a:solidFill>
                <a:latin typeface="Arial"/>
                <a:cs typeface="Arial"/>
              </a:defRPr>
            </a:lvl1pPr>
            <a:lvl2pPr marL="723900" indent="-279400">
              <a:lnSpc>
                <a:spcPct val="100000"/>
              </a:lnSpc>
              <a:spcBef>
                <a:spcPts val="0"/>
              </a:spcBef>
              <a:spcAft>
                <a:spcPts val="1200"/>
              </a:spcAft>
              <a:buFont typeface="Arial"/>
              <a:buChar char="•"/>
              <a:defRPr sz="2000">
                <a:solidFill>
                  <a:srgbClr val="3F6C27"/>
                </a:solidFill>
                <a:latin typeface="Arial"/>
                <a:cs typeface="Arial"/>
              </a:defRPr>
            </a:lvl2pPr>
            <a:lvl3pPr marL="723900" indent="-279400">
              <a:lnSpc>
                <a:spcPct val="100000"/>
              </a:lnSpc>
              <a:spcBef>
                <a:spcPts val="0"/>
              </a:spcBef>
              <a:spcAft>
                <a:spcPts val="1200"/>
              </a:spcAft>
              <a:buFont typeface="Arial"/>
              <a:buChar char="•"/>
              <a:defRPr lang="en-US" sz="2000" kern="1200" dirty="0" smtClean="0">
                <a:solidFill>
                  <a:srgbClr val="065598"/>
                </a:solidFill>
                <a:latin typeface="Arial"/>
                <a:ea typeface="+mn-ea"/>
                <a:cs typeface="Arial"/>
              </a:defRPr>
            </a:lvl3pPr>
          </a:lstStyle>
          <a:p>
            <a:pPr lvl="0"/>
            <a:r>
              <a:rPr lang="en-US" dirty="0"/>
              <a:t>Click to edit Master text styles</a:t>
            </a:r>
          </a:p>
          <a:p>
            <a:pPr lvl="1"/>
            <a:r>
              <a:rPr lang="en-US" dirty="0"/>
              <a:t>Second level</a:t>
            </a:r>
          </a:p>
          <a:p>
            <a:pPr lvl="2"/>
            <a:r>
              <a:rPr lang="en-US" dirty="0"/>
              <a:t>Third level</a:t>
            </a:r>
          </a:p>
        </p:txBody>
      </p:sp>
      <p:pic>
        <p:nvPicPr>
          <p:cNvPr id="11" name="Graphic 10">
            <a:extLst>
              <a:ext uri="{FF2B5EF4-FFF2-40B4-BE49-F238E27FC236}">
                <a16:creationId xmlns:a16="http://schemas.microsoft.com/office/drawing/2014/main" id="{34DC8F6A-5B71-4032-9D12-0E76FABE6056}"/>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7267074" y="6313572"/>
            <a:ext cx="1428387" cy="337136"/>
          </a:xfrm>
          <a:prstGeom prst="rect">
            <a:avLst/>
          </a:prstGeom>
        </p:spPr>
      </p:pic>
      <p:pic>
        <p:nvPicPr>
          <p:cNvPr id="10" name="Picture 9">
            <a:extLst>
              <a:ext uri="{FF2B5EF4-FFF2-40B4-BE49-F238E27FC236}">
                <a16:creationId xmlns:a16="http://schemas.microsoft.com/office/drawing/2014/main" id="{07C37ED2-7BB8-4B7D-97FB-2697F49BFAE7}"/>
              </a:ext>
            </a:extLst>
          </p:cNvPr>
          <p:cNvPicPr>
            <a:picLocks noChangeAspect="1"/>
          </p:cNvPicPr>
          <p:nvPr userDrawn="1"/>
        </p:nvPicPr>
        <p:blipFill rotWithShape="1">
          <a:blip r:embed="rId4" cstate="print">
            <a:extLst>
              <a:ext uri="{28A0092B-C50C-407E-A947-70E740481C1C}">
                <a14:useLocalDpi xmlns:a14="http://schemas.microsoft.com/office/drawing/2010/main"/>
              </a:ext>
            </a:extLst>
          </a:blip>
          <a:srcRect/>
          <a:stretch/>
        </p:blipFill>
        <p:spPr>
          <a:xfrm>
            <a:off x="0" y="0"/>
            <a:ext cx="9144000" cy="649224"/>
          </a:xfrm>
          <a:prstGeom prst="rect">
            <a:avLst/>
          </a:prstGeom>
        </p:spPr>
      </p:pic>
      <p:sp>
        <p:nvSpPr>
          <p:cNvPr id="14" name="TextBox 13">
            <a:extLst>
              <a:ext uri="{FF2B5EF4-FFF2-40B4-BE49-F238E27FC236}">
                <a16:creationId xmlns:a16="http://schemas.microsoft.com/office/drawing/2014/main" id="{D3968DCA-D49B-404F-B39D-D9DF8B37A9E1}"/>
              </a:ext>
            </a:extLst>
          </p:cNvPr>
          <p:cNvSpPr txBox="1"/>
          <p:nvPr userDrawn="1"/>
        </p:nvSpPr>
        <p:spPr>
          <a:xfrm>
            <a:off x="566642" y="142500"/>
            <a:ext cx="8067635" cy="452432"/>
          </a:xfrm>
          <a:prstGeom prst="rect">
            <a:avLst/>
          </a:prstGeom>
          <a:noFill/>
        </p:spPr>
        <p:txBody>
          <a:bodyPr wrap="square" lIns="0" tIns="0" rIns="0" rtlCol="0">
            <a:noAutofit/>
          </a:bodyPr>
          <a:lstStyle/>
          <a:p>
            <a:pPr marL="0" algn="l" defTabSz="914400" rtl="0" eaLnBrk="1" latinLnBrk="0" hangingPunct="1">
              <a:spcBef>
                <a:spcPts val="288"/>
              </a:spcBef>
            </a:pPr>
            <a:r>
              <a:rPr lang="en-US" sz="1200" b="1" kern="1200" dirty="0">
                <a:solidFill>
                  <a:srgbClr val="FFFFFF"/>
                </a:solidFill>
                <a:effectLst>
                  <a:glow rad="228600">
                    <a:schemeClr val="tx1">
                      <a:alpha val="32000"/>
                    </a:schemeClr>
                  </a:glow>
                  <a:outerShdw blurRad="50800" dist="38100" dir="2700000" algn="tl" rotWithShape="0">
                    <a:prstClr val="black">
                      <a:alpha val="40000"/>
                    </a:prstClr>
                  </a:outerShdw>
                </a:effectLst>
                <a:latin typeface="Arial" panose="020B0604020202020204" pitchFamily="34" charset="0"/>
                <a:ea typeface="+mn-ea"/>
                <a:cs typeface="Arial" panose="020B0604020202020204" pitchFamily="34" charset="0"/>
              </a:rPr>
              <a:t>Maintainable programs</a:t>
            </a:r>
          </a:p>
          <a:p>
            <a:pPr marL="0" marR="0" indent="0" algn="l" defTabSz="914400" rtl="0" eaLnBrk="1" fontAlgn="auto" latinLnBrk="0" hangingPunct="1">
              <a:lnSpc>
                <a:spcPct val="100000"/>
              </a:lnSpc>
              <a:spcBef>
                <a:spcPts val="288"/>
              </a:spcBef>
              <a:spcAft>
                <a:spcPts val="0"/>
              </a:spcAft>
              <a:buClrTx/>
              <a:buSzTx/>
              <a:buFontTx/>
              <a:buNone/>
              <a:tabLst/>
              <a:defRPr/>
            </a:pPr>
            <a:r>
              <a:rPr lang="en-US" sz="1200" b="0" kern="1200" dirty="0">
                <a:solidFill>
                  <a:srgbClr val="FFFFFF"/>
                </a:solidFill>
                <a:effectLst>
                  <a:glow rad="228600">
                    <a:schemeClr val="tx1">
                      <a:alpha val="32000"/>
                    </a:schemeClr>
                  </a:glow>
                  <a:outerShdw blurRad="50800" dist="38100" dir="2700000" algn="tl" rotWithShape="0">
                    <a:prstClr val="black">
                      <a:alpha val="40000"/>
                    </a:prstClr>
                  </a:outerShdw>
                </a:effectLst>
                <a:latin typeface="Arial" panose="020B0604020202020204" pitchFamily="34" charset="0"/>
                <a:ea typeface="+mn-ea"/>
                <a:cs typeface="Arial" panose="020B0604020202020204" pitchFamily="34" charset="0"/>
              </a:rPr>
              <a:t>Unit 10 Advanced programming and databases</a:t>
            </a:r>
          </a:p>
          <a:p>
            <a:pPr>
              <a:spcBef>
                <a:spcPts val="288"/>
              </a:spcBef>
            </a:pPr>
            <a:endParaRPr lang="en-US" sz="1200" b="0" dirty="0">
              <a:solidFill>
                <a:srgbClr val="FFFFFF"/>
              </a:solidFill>
              <a:latin typeface="Arial"/>
              <a:cs typeface="Arial"/>
            </a:endParaRPr>
          </a:p>
        </p:txBody>
      </p:sp>
    </p:spTree>
    <p:extLst>
      <p:ext uri="{BB962C8B-B14F-4D97-AF65-F5344CB8AC3E}">
        <p14:creationId xmlns:p14="http://schemas.microsoft.com/office/powerpoint/2010/main" val="14150370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Answers">
    <p:spTree>
      <p:nvGrpSpPr>
        <p:cNvPr id="1" name=""/>
        <p:cNvGrpSpPr/>
        <p:nvPr/>
      </p:nvGrpSpPr>
      <p:grpSpPr>
        <a:xfrm>
          <a:off x="0" y="0"/>
          <a:ext cx="0" cy="0"/>
          <a:chOff x="0" y="0"/>
          <a:chExt cx="0" cy="0"/>
        </a:xfrm>
      </p:grpSpPr>
      <p:sp>
        <p:nvSpPr>
          <p:cNvPr id="8" name="Text Placeholder 7"/>
          <p:cNvSpPr>
            <a:spLocks noGrp="1"/>
          </p:cNvSpPr>
          <p:nvPr>
            <p:ph type="body" sz="quarter" idx="13"/>
          </p:nvPr>
        </p:nvSpPr>
        <p:spPr>
          <a:xfrm>
            <a:off x="724280" y="906233"/>
            <a:ext cx="7816470" cy="670772"/>
          </a:xfrm>
          <a:prstGeom prst="rect">
            <a:avLst/>
          </a:prstGeom>
        </p:spPr>
        <p:txBody>
          <a:bodyPr lIns="0">
            <a:noAutofit/>
          </a:bodyPr>
          <a:lstStyle>
            <a:lvl1pPr marL="0" indent="0">
              <a:lnSpc>
                <a:spcPts val="3900"/>
              </a:lnSpc>
              <a:spcBef>
                <a:spcPts val="0"/>
              </a:spcBef>
              <a:spcAft>
                <a:spcPts val="1500"/>
              </a:spcAft>
              <a:buNone/>
              <a:defRPr sz="4000" b="1" i="0">
                <a:solidFill>
                  <a:schemeClr val="tx1"/>
                </a:solidFill>
                <a:latin typeface="Arial"/>
                <a:cs typeface="Arial"/>
              </a:defRPr>
            </a:lvl1pPr>
            <a:lvl2pPr marL="457200" indent="-457200">
              <a:lnSpc>
                <a:spcPts val="2500"/>
              </a:lnSpc>
              <a:spcBef>
                <a:spcPts val="0"/>
              </a:spcBef>
              <a:spcAft>
                <a:spcPts val="1000"/>
              </a:spcAft>
              <a:buNone/>
              <a:defRPr sz="4000" b="0">
                <a:solidFill>
                  <a:schemeClr val="tx1">
                    <a:lumMod val="50000"/>
                    <a:lumOff val="50000"/>
                  </a:schemeClr>
                </a:solidFill>
                <a:latin typeface="Arial"/>
                <a:cs typeface="Arial"/>
              </a:defRPr>
            </a:lvl2pPr>
            <a:lvl3pPr marL="0" indent="0">
              <a:lnSpc>
                <a:spcPts val="3600"/>
              </a:lnSpc>
              <a:spcBef>
                <a:spcPts val="0"/>
              </a:spcBef>
              <a:buNone/>
              <a:defRPr sz="3000">
                <a:solidFill>
                  <a:schemeClr val="tx1">
                    <a:lumMod val="50000"/>
                    <a:lumOff val="50000"/>
                  </a:schemeClr>
                </a:solidFill>
                <a:latin typeface="Arial"/>
                <a:cs typeface="Arial"/>
              </a:defRPr>
            </a:lvl3pPr>
          </a:lstStyle>
          <a:p>
            <a:pPr lvl="0"/>
            <a:r>
              <a:rPr lang="en-US"/>
              <a:t>Click to edit Master text styles</a:t>
            </a:r>
          </a:p>
        </p:txBody>
      </p:sp>
      <p:sp>
        <p:nvSpPr>
          <p:cNvPr id="9" name="Text Placeholder 11"/>
          <p:cNvSpPr>
            <a:spLocks noGrp="1"/>
          </p:cNvSpPr>
          <p:nvPr>
            <p:ph type="body" sz="quarter" idx="14"/>
          </p:nvPr>
        </p:nvSpPr>
        <p:spPr>
          <a:xfrm>
            <a:off x="724280" y="1704179"/>
            <a:ext cx="7797230" cy="3453607"/>
          </a:xfrm>
          <a:prstGeom prst="rect">
            <a:avLst/>
          </a:prstGeom>
        </p:spPr>
        <p:txBody>
          <a:bodyPr vert="horz" lIns="0" tIns="0"/>
          <a:lstStyle>
            <a:lvl1pPr marL="271463" indent="-271463">
              <a:lnSpc>
                <a:spcPct val="100000"/>
              </a:lnSpc>
              <a:spcBef>
                <a:spcPts val="0"/>
              </a:spcBef>
              <a:spcAft>
                <a:spcPts val="1400"/>
              </a:spcAft>
              <a:buFont typeface="Arial"/>
              <a:buChar char="•"/>
              <a:defRPr sz="2500">
                <a:solidFill>
                  <a:schemeClr val="tx1"/>
                </a:solidFill>
                <a:latin typeface="Arial"/>
                <a:cs typeface="Arial"/>
              </a:defRPr>
            </a:lvl1pPr>
            <a:lvl2pPr marL="723900" indent="-279400">
              <a:lnSpc>
                <a:spcPct val="100000"/>
              </a:lnSpc>
              <a:spcBef>
                <a:spcPts val="0"/>
              </a:spcBef>
              <a:spcAft>
                <a:spcPts val="1200"/>
              </a:spcAft>
              <a:buFont typeface="Arial"/>
              <a:buChar char="•"/>
              <a:defRPr sz="2000">
                <a:solidFill>
                  <a:srgbClr val="3F6C27"/>
                </a:solidFill>
                <a:latin typeface="Arial"/>
                <a:cs typeface="Arial"/>
              </a:defRPr>
            </a:lvl2pPr>
            <a:lvl3pPr marL="723900" indent="-279400">
              <a:lnSpc>
                <a:spcPct val="100000"/>
              </a:lnSpc>
              <a:spcBef>
                <a:spcPts val="0"/>
              </a:spcBef>
              <a:spcAft>
                <a:spcPts val="1200"/>
              </a:spcAft>
              <a:buFont typeface="Arial"/>
              <a:buChar char="•"/>
              <a:defRPr lang="en-US" sz="2000" kern="1200" dirty="0" smtClean="0">
                <a:solidFill>
                  <a:srgbClr val="065598"/>
                </a:solidFill>
                <a:latin typeface="Arial"/>
                <a:ea typeface="+mn-ea"/>
                <a:cs typeface="Arial"/>
              </a:defRPr>
            </a:lvl3pPr>
          </a:lstStyle>
          <a:p>
            <a:pPr lvl="0"/>
            <a:r>
              <a:rPr lang="en-US" dirty="0"/>
              <a:t>Click to edit Master text styles</a:t>
            </a:r>
          </a:p>
          <a:p>
            <a:pPr lvl="1"/>
            <a:r>
              <a:rPr lang="en-US" dirty="0"/>
              <a:t>Second level</a:t>
            </a:r>
          </a:p>
          <a:p>
            <a:pPr lvl="2"/>
            <a:r>
              <a:rPr lang="en-US" dirty="0"/>
              <a:t>Third level</a:t>
            </a:r>
          </a:p>
        </p:txBody>
      </p:sp>
      <p:pic>
        <p:nvPicPr>
          <p:cNvPr id="10" name="Graphic 9">
            <a:extLst>
              <a:ext uri="{FF2B5EF4-FFF2-40B4-BE49-F238E27FC236}">
                <a16:creationId xmlns:a16="http://schemas.microsoft.com/office/drawing/2014/main" id="{3EF1956F-DF44-49DE-8E2E-98D05D04A55B}"/>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7684433" y="900257"/>
            <a:ext cx="1474704" cy="554400"/>
          </a:xfrm>
          <a:prstGeom prst="rect">
            <a:avLst/>
          </a:prstGeom>
        </p:spPr>
      </p:pic>
      <p:pic>
        <p:nvPicPr>
          <p:cNvPr id="14" name="Graphic 13">
            <a:extLst>
              <a:ext uri="{FF2B5EF4-FFF2-40B4-BE49-F238E27FC236}">
                <a16:creationId xmlns:a16="http://schemas.microsoft.com/office/drawing/2014/main" id="{4B49CA11-EB08-4294-BBC5-49806FD7D7F3}"/>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7267074" y="6313572"/>
            <a:ext cx="1428387" cy="337136"/>
          </a:xfrm>
          <a:prstGeom prst="rect">
            <a:avLst/>
          </a:prstGeom>
        </p:spPr>
      </p:pic>
      <p:pic>
        <p:nvPicPr>
          <p:cNvPr id="12" name="Picture 11">
            <a:extLst>
              <a:ext uri="{FF2B5EF4-FFF2-40B4-BE49-F238E27FC236}">
                <a16:creationId xmlns:a16="http://schemas.microsoft.com/office/drawing/2014/main" id="{6BE59C0C-5852-4097-B0E6-B64B908C4C8D}"/>
              </a:ext>
            </a:extLst>
          </p:cNvPr>
          <p:cNvPicPr>
            <a:picLocks noChangeAspect="1"/>
          </p:cNvPicPr>
          <p:nvPr userDrawn="1"/>
        </p:nvPicPr>
        <p:blipFill rotWithShape="1">
          <a:blip r:embed="rId6" cstate="print">
            <a:extLst>
              <a:ext uri="{28A0092B-C50C-407E-A947-70E740481C1C}">
                <a14:useLocalDpi xmlns:a14="http://schemas.microsoft.com/office/drawing/2010/main"/>
              </a:ext>
            </a:extLst>
          </a:blip>
          <a:srcRect/>
          <a:stretch/>
        </p:blipFill>
        <p:spPr>
          <a:xfrm>
            <a:off x="0" y="0"/>
            <a:ext cx="9144000" cy="649224"/>
          </a:xfrm>
          <a:prstGeom prst="rect">
            <a:avLst/>
          </a:prstGeom>
        </p:spPr>
      </p:pic>
      <p:sp>
        <p:nvSpPr>
          <p:cNvPr id="15" name="TextBox 14">
            <a:extLst>
              <a:ext uri="{FF2B5EF4-FFF2-40B4-BE49-F238E27FC236}">
                <a16:creationId xmlns:a16="http://schemas.microsoft.com/office/drawing/2014/main" id="{B8DC2440-8FFA-432B-B8F9-D8EF79CD1348}"/>
              </a:ext>
            </a:extLst>
          </p:cNvPr>
          <p:cNvSpPr txBox="1"/>
          <p:nvPr userDrawn="1"/>
        </p:nvSpPr>
        <p:spPr>
          <a:xfrm>
            <a:off x="566642" y="142500"/>
            <a:ext cx="8067635" cy="452432"/>
          </a:xfrm>
          <a:prstGeom prst="rect">
            <a:avLst/>
          </a:prstGeom>
          <a:noFill/>
        </p:spPr>
        <p:txBody>
          <a:bodyPr wrap="square" lIns="0" tIns="0" rIns="0" rtlCol="0">
            <a:noAutofit/>
          </a:bodyPr>
          <a:lstStyle/>
          <a:p>
            <a:pPr marL="0" algn="l" defTabSz="914400" rtl="0" eaLnBrk="1" latinLnBrk="0" hangingPunct="1">
              <a:spcBef>
                <a:spcPts val="288"/>
              </a:spcBef>
            </a:pPr>
            <a:r>
              <a:rPr lang="en-US" sz="1200" b="1" kern="1200" dirty="0">
                <a:solidFill>
                  <a:srgbClr val="FFFFFF"/>
                </a:solidFill>
                <a:effectLst>
                  <a:glow rad="228600">
                    <a:schemeClr val="tx1">
                      <a:alpha val="32000"/>
                    </a:schemeClr>
                  </a:glow>
                  <a:outerShdw blurRad="50800" dist="38100" dir="2700000" algn="tl" rotWithShape="0">
                    <a:prstClr val="black">
                      <a:alpha val="40000"/>
                    </a:prstClr>
                  </a:outerShdw>
                </a:effectLst>
                <a:latin typeface="Arial" panose="020B0604020202020204" pitchFamily="34" charset="0"/>
                <a:ea typeface="+mn-ea"/>
                <a:cs typeface="Arial" panose="020B0604020202020204" pitchFamily="34" charset="0"/>
              </a:rPr>
              <a:t>Maintainable programs</a:t>
            </a:r>
          </a:p>
          <a:p>
            <a:pPr marL="0" marR="0" indent="0" algn="l" defTabSz="914400" rtl="0" eaLnBrk="1" fontAlgn="auto" latinLnBrk="0" hangingPunct="1">
              <a:lnSpc>
                <a:spcPct val="100000"/>
              </a:lnSpc>
              <a:spcBef>
                <a:spcPts val="288"/>
              </a:spcBef>
              <a:spcAft>
                <a:spcPts val="0"/>
              </a:spcAft>
              <a:buClrTx/>
              <a:buSzTx/>
              <a:buFontTx/>
              <a:buNone/>
              <a:tabLst/>
              <a:defRPr/>
            </a:pPr>
            <a:r>
              <a:rPr lang="en-US" sz="1200" b="0" kern="1200" dirty="0">
                <a:solidFill>
                  <a:srgbClr val="FFFFFF"/>
                </a:solidFill>
                <a:effectLst>
                  <a:glow rad="228600">
                    <a:schemeClr val="tx1">
                      <a:alpha val="32000"/>
                    </a:schemeClr>
                  </a:glow>
                  <a:outerShdw blurRad="50800" dist="38100" dir="2700000" algn="tl" rotWithShape="0">
                    <a:prstClr val="black">
                      <a:alpha val="40000"/>
                    </a:prstClr>
                  </a:outerShdw>
                </a:effectLst>
                <a:latin typeface="Arial" panose="020B0604020202020204" pitchFamily="34" charset="0"/>
                <a:ea typeface="+mn-ea"/>
                <a:cs typeface="Arial" panose="020B0604020202020204" pitchFamily="34" charset="0"/>
              </a:rPr>
              <a:t>Unit 10 Advanced programming and databases</a:t>
            </a:r>
          </a:p>
          <a:p>
            <a:pPr>
              <a:spcBef>
                <a:spcPts val="288"/>
              </a:spcBef>
            </a:pPr>
            <a:endParaRPr lang="en-US" sz="1200" b="0" dirty="0">
              <a:solidFill>
                <a:srgbClr val="FFFFFF"/>
              </a:solidFill>
              <a:latin typeface="Arial"/>
              <a:cs typeface="Arial"/>
            </a:endParaRPr>
          </a:p>
        </p:txBody>
      </p:sp>
    </p:spTree>
    <p:extLst>
      <p:ext uri="{BB962C8B-B14F-4D97-AF65-F5344CB8AC3E}">
        <p14:creationId xmlns:p14="http://schemas.microsoft.com/office/powerpoint/2010/main" val="22319060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pic>
        <p:nvPicPr>
          <p:cNvPr id="6" name="Picture 5" descr="Untitled-1.png"/>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5016500" y="901700"/>
            <a:ext cx="2979807" cy="3251200"/>
          </a:xfrm>
          <a:prstGeom prst="rect">
            <a:avLst/>
          </a:prstGeom>
        </p:spPr>
      </p:pic>
      <p:sp>
        <p:nvSpPr>
          <p:cNvPr id="41" name="Text Placeholder 7"/>
          <p:cNvSpPr>
            <a:spLocks noGrp="1"/>
          </p:cNvSpPr>
          <p:nvPr>
            <p:ph type="body" sz="quarter" idx="13"/>
          </p:nvPr>
        </p:nvSpPr>
        <p:spPr>
          <a:xfrm>
            <a:off x="724280" y="906233"/>
            <a:ext cx="7816470" cy="670772"/>
          </a:xfrm>
          <a:prstGeom prst="rect">
            <a:avLst/>
          </a:prstGeom>
        </p:spPr>
        <p:txBody>
          <a:bodyPr lIns="0">
            <a:noAutofit/>
          </a:bodyPr>
          <a:lstStyle>
            <a:lvl1pPr marL="0" indent="0">
              <a:lnSpc>
                <a:spcPts val="3900"/>
              </a:lnSpc>
              <a:spcBef>
                <a:spcPts val="0"/>
              </a:spcBef>
              <a:spcAft>
                <a:spcPts val="1500"/>
              </a:spcAft>
              <a:buNone/>
              <a:defRPr sz="4000" b="1" i="0">
                <a:solidFill>
                  <a:schemeClr val="tx1"/>
                </a:solidFill>
                <a:latin typeface="Arial"/>
                <a:cs typeface="Arial"/>
              </a:defRPr>
            </a:lvl1pPr>
            <a:lvl2pPr marL="457200" indent="-457200">
              <a:lnSpc>
                <a:spcPts val="2500"/>
              </a:lnSpc>
              <a:spcBef>
                <a:spcPts val="0"/>
              </a:spcBef>
              <a:spcAft>
                <a:spcPts val="1000"/>
              </a:spcAft>
              <a:buNone/>
              <a:defRPr sz="4000" b="0">
                <a:solidFill>
                  <a:schemeClr val="tx1">
                    <a:lumMod val="50000"/>
                    <a:lumOff val="50000"/>
                  </a:schemeClr>
                </a:solidFill>
                <a:latin typeface="Arial"/>
                <a:cs typeface="Arial"/>
              </a:defRPr>
            </a:lvl2pPr>
            <a:lvl3pPr marL="0" indent="0">
              <a:lnSpc>
                <a:spcPts val="3600"/>
              </a:lnSpc>
              <a:spcBef>
                <a:spcPts val="0"/>
              </a:spcBef>
              <a:buNone/>
              <a:defRPr sz="3000">
                <a:solidFill>
                  <a:schemeClr val="tx1">
                    <a:lumMod val="50000"/>
                    <a:lumOff val="50000"/>
                  </a:schemeClr>
                </a:solidFill>
                <a:latin typeface="Arial"/>
                <a:cs typeface="Arial"/>
              </a:defRPr>
            </a:lvl3pPr>
          </a:lstStyle>
          <a:p>
            <a:pPr lvl="0"/>
            <a:r>
              <a:rPr lang="en-US"/>
              <a:t>Click to edit Master text styles</a:t>
            </a:r>
          </a:p>
        </p:txBody>
      </p:sp>
      <p:sp>
        <p:nvSpPr>
          <p:cNvPr id="42" name="Text Placeholder 11"/>
          <p:cNvSpPr>
            <a:spLocks noGrp="1"/>
          </p:cNvSpPr>
          <p:nvPr>
            <p:ph type="body" sz="quarter" idx="14"/>
          </p:nvPr>
        </p:nvSpPr>
        <p:spPr>
          <a:xfrm>
            <a:off x="724280" y="1704179"/>
            <a:ext cx="7797230" cy="3453607"/>
          </a:xfrm>
          <a:prstGeom prst="rect">
            <a:avLst/>
          </a:prstGeom>
        </p:spPr>
        <p:txBody>
          <a:bodyPr vert="horz" lIns="0" tIns="0"/>
          <a:lstStyle>
            <a:lvl1pPr marL="271463" indent="-271463">
              <a:lnSpc>
                <a:spcPct val="100000"/>
              </a:lnSpc>
              <a:spcBef>
                <a:spcPts val="0"/>
              </a:spcBef>
              <a:spcAft>
                <a:spcPts val="1400"/>
              </a:spcAft>
              <a:buFont typeface="Arial"/>
              <a:buChar char="•"/>
              <a:defRPr sz="2500">
                <a:solidFill>
                  <a:schemeClr val="tx1"/>
                </a:solidFill>
                <a:latin typeface="Arial"/>
                <a:cs typeface="Arial"/>
              </a:defRPr>
            </a:lvl1pPr>
            <a:lvl2pPr marL="723900" indent="-279400">
              <a:lnSpc>
                <a:spcPct val="100000"/>
              </a:lnSpc>
              <a:spcBef>
                <a:spcPts val="0"/>
              </a:spcBef>
              <a:spcAft>
                <a:spcPts val="1200"/>
              </a:spcAft>
              <a:buFont typeface="Arial"/>
              <a:buChar char="•"/>
              <a:defRPr sz="2000">
                <a:solidFill>
                  <a:srgbClr val="3F6C27"/>
                </a:solidFill>
                <a:latin typeface="Arial"/>
                <a:cs typeface="Arial"/>
              </a:defRPr>
            </a:lvl2pPr>
            <a:lvl3pPr marL="723900" indent="-279400">
              <a:lnSpc>
                <a:spcPct val="100000"/>
              </a:lnSpc>
              <a:spcBef>
                <a:spcPts val="0"/>
              </a:spcBef>
              <a:spcAft>
                <a:spcPts val="1200"/>
              </a:spcAft>
              <a:buFont typeface="Arial"/>
              <a:buChar char="•"/>
              <a:defRPr lang="en-US" sz="2000" kern="1200" dirty="0" smtClean="0">
                <a:solidFill>
                  <a:srgbClr val="065598"/>
                </a:solidFill>
                <a:latin typeface="Arial"/>
                <a:ea typeface="+mn-ea"/>
                <a:cs typeface="Arial"/>
              </a:defRPr>
            </a:lvl3pPr>
          </a:lstStyle>
          <a:p>
            <a:pPr lvl="0"/>
            <a:r>
              <a:rPr lang="en-US" dirty="0"/>
              <a:t>Click to edit Master text styles</a:t>
            </a:r>
          </a:p>
          <a:p>
            <a:pPr lvl="1"/>
            <a:r>
              <a:rPr lang="en-US" dirty="0"/>
              <a:t>Second level</a:t>
            </a:r>
          </a:p>
          <a:p>
            <a:pPr lvl="2"/>
            <a:r>
              <a:rPr lang="en-US" dirty="0"/>
              <a:t>Third level</a:t>
            </a:r>
          </a:p>
        </p:txBody>
      </p:sp>
      <p:pic>
        <p:nvPicPr>
          <p:cNvPr id="9" name="Graphic 8">
            <a:extLst>
              <a:ext uri="{FF2B5EF4-FFF2-40B4-BE49-F238E27FC236}">
                <a16:creationId xmlns:a16="http://schemas.microsoft.com/office/drawing/2014/main" id="{D97936CB-6CCA-4627-9D96-CE14C6DE45A4}"/>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7267074" y="6313572"/>
            <a:ext cx="1428387" cy="337136"/>
          </a:xfrm>
          <a:prstGeom prst="rect">
            <a:avLst/>
          </a:prstGeom>
        </p:spPr>
      </p:pic>
      <p:pic>
        <p:nvPicPr>
          <p:cNvPr id="8" name="Picture 7">
            <a:extLst>
              <a:ext uri="{FF2B5EF4-FFF2-40B4-BE49-F238E27FC236}">
                <a16:creationId xmlns:a16="http://schemas.microsoft.com/office/drawing/2014/main" id="{0011DC31-499C-475B-BEEF-EA2EAEF11231}"/>
              </a:ext>
            </a:extLst>
          </p:cNvPr>
          <p:cNvPicPr>
            <a:picLocks noChangeAspect="1"/>
          </p:cNvPicPr>
          <p:nvPr userDrawn="1"/>
        </p:nvPicPr>
        <p:blipFill rotWithShape="1">
          <a:blip r:embed="rId5" cstate="print">
            <a:extLst>
              <a:ext uri="{28A0092B-C50C-407E-A947-70E740481C1C}">
                <a14:useLocalDpi xmlns:a14="http://schemas.microsoft.com/office/drawing/2010/main"/>
              </a:ext>
            </a:extLst>
          </a:blip>
          <a:srcRect/>
          <a:stretch/>
        </p:blipFill>
        <p:spPr>
          <a:xfrm>
            <a:off x="0" y="0"/>
            <a:ext cx="9144000" cy="649224"/>
          </a:xfrm>
          <a:prstGeom prst="rect">
            <a:avLst/>
          </a:prstGeom>
        </p:spPr>
      </p:pic>
      <p:sp>
        <p:nvSpPr>
          <p:cNvPr id="10" name="TextBox 9">
            <a:extLst>
              <a:ext uri="{FF2B5EF4-FFF2-40B4-BE49-F238E27FC236}">
                <a16:creationId xmlns:a16="http://schemas.microsoft.com/office/drawing/2014/main" id="{AA69C645-AA34-4314-A3A1-A7B7B9F4B099}"/>
              </a:ext>
            </a:extLst>
          </p:cNvPr>
          <p:cNvSpPr txBox="1"/>
          <p:nvPr userDrawn="1"/>
        </p:nvSpPr>
        <p:spPr>
          <a:xfrm>
            <a:off x="566642" y="142500"/>
            <a:ext cx="8067635" cy="452432"/>
          </a:xfrm>
          <a:prstGeom prst="rect">
            <a:avLst/>
          </a:prstGeom>
          <a:noFill/>
        </p:spPr>
        <p:txBody>
          <a:bodyPr wrap="square" lIns="0" tIns="0" rIns="0" rtlCol="0">
            <a:noAutofit/>
          </a:bodyPr>
          <a:lstStyle/>
          <a:p>
            <a:pPr marL="0" algn="l" defTabSz="914400" rtl="0" eaLnBrk="1" latinLnBrk="0" hangingPunct="1">
              <a:spcBef>
                <a:spcPts val="288"/>
              </a:spcBef>
            </a:pPr>
            <a:r>
              <a:rPr lang="en-US" sz="1200" b="1" kern="1200" dirty="0">
                <a:solidFill>
                  <a:srgbClr val="FFFFFF"/>
                </a:solidFill>
                <a:effectLst>
                  <a:glow rad="228600">
                    <a:schemeClr val="tx1">
                      <a:alpha val="32000"/>
                    </a:schemeClr>
                  </a:glow>
                  <a:outerShdw blurRad="50800" dist="38100" dir="2700000" algn="tl" rotWithShape="0">
                    <a:prstClr val="black">
                      <a:alpha val="40000"/>
                    </a:prstClr>
                  </a:outerShdw>
                </a:effectLst>
                <a:latin typeface="Arial" panose="020B0604020202020204" pitchFamily="34" charset="0"/>
                <a:ea typeface="+mn-ea"/>
                <a:cs typeface="Arial" panose="020B0604020202020204" pitchFamily="34" charset="0"/>
              </a:rPr>
              <a:t>Maintainable programs</a:t>
            </a:r>
          </a:p>
          <a:p>
            <a:pPr marL="0" marR="0" indent="0" algn="l" defTabSz="914400" rtl="0" eaLnBrk="1" fontAlgn="auto" latinLnBrk="0" hangingPunct="1">
              <a:lnSpc>
                <a:spcPct val="100000"/>
              </a:lnSpc>
              <a:spcBef>
                <a:spcPts val="288"/>
              </a:spcBef>
              <a:spcAft>
                <a:spcPts val="0"/>
              </a:spcAft>
              <a:buClrTx/>
              <a:buSzTx/>
              <a:buFontTx/>
              <a:buNone/>
              <a:tabLst/>
              <a:defRPr/>
            </a:pPr>
            <a:r>
              <a:rPr lang="en-US" sz="1200" b="0" kern="1200" dirty="0">
                <a:solidFill>
                  <a:srgbClr val="FFFFFF"/>
                </a:solidFill>
                <a:effectLst>
                  <a:glow rad="228600">
                    <a:schemeClr val="tx1">
                      <a:alpha val="32000"/>
                    </a:schemeClr>
                  </a:glow>
                  <a:outerShdw blurRad="50800" dist="38100" dir="2700000" algn="tl" rotWithShape="0">
                    <a:prstClr val="black">
                      <a:alpha val="40000"/>
                    </a:prstClr>
                  </a:outerShdw>
                </a:effectLst>
                <a:latin typeface="Arial" panose="020B0604020202020204" pitchFamily="34" charset="0"/>
                <a:ea typeface="+mn-ea"/>
                <a:cs typeface="Arial" panose="020B0604020202020204" pitchFamily="34" charset="0"/>
              </a:rPr>
              <a:t>Unit 10 Advanced programming and databases</a:t>
            </a:r>
          </a:p>
          <a:p>
            <a:pPr>
              <a:spcBef>
                <a:spcPts val="288"/>
              </a:spcBef>
            </a:pPr>
            <a:endParaRPr lang="en-US" sz="1200" b="0" dirty="0">
              <a:solidFill>
                <a:srgbClr val="FFFFFF"/>
              </a:solidFill>
              <a:latin typeface="Arial"/>
              <a:cs typeface="Arial"/>
            </a:endParaRPr>
          </a:p>
        </p:txBody>
      </p:sp>
    </p:spTree>
    <p:extLst>
      <p:ext uri="{BB962C8B-B14F-4D97-AF65-F5344CB8AC3E}">
        <p14:creationId xmlns:p14="http://schemas.microsoft.com/office/powerpoint/2010/main" val="21598950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6_Custom Layout">
    <p:spTree>
      <p:nvGrpSpPr>
        <p:cNvPr id="1" name=""/>
        <p:cNvGrpSpPr/>
        <p:nvPr/>
      </p:nvGrpSpPr>
      <p:grpSpPr>
        <a:xfrm>
          <a:off x="0" y="0"/>
          <a:ext cx="0" cy="0"/>
          <a:chOff x="0" y="0"/>
          <a:chExt cx="0" cy="0"/>
        </a:xfrm>
      </p:grpSpPr>
      <p:sp>
        <p:nvSpPr>
          <p:cNvPr id="42" name="Text Placeholder 7"/>
          <p:cNvSpPr>
            <a:spLocks noGrp="1"/>
          </p:cNvSpPr>
          <p:nvPr>
            <p:ph type="body" sz="quarter" idx="13"/>
          </p:nvPr>
        </p:nvSpPr>
        <p:spPr>
          <a:xfrm>
            <a:off x="724280" y="906233"/>
            <a:ext cx="7816470" cy="670772"/>
          </a:xfrm>
          <a:prstGeom prst="rect">
            <a:avLst/>
          </a:prstGeom>
        </p:spPr>
        <p:txBody>
          <a:bodyPr lIns="0">
            <a:noAutofit/>
          </a:bodyPr>
          <a:lstStyle>
            <a:lvl1pPr marL="0" indent="0">
              <a:lnSpc>
                <a:spcPts val="3900"/>
              </a:lnSpc>
              <a:spcBef>
                <a:spcPts val="0"/>
              </a:spcBef>
              <a:spcAft>
                <a:spcPts val="1500"/>
              </a:spcAft>
              <a:buNone/>
              <a:defRPr sz="4000" b="1" i="0">
                <a:solidFill>
                  <a:schemeClr val="tx1"/>
                </a:solidFill>
                <a:latin typeface="Arial"/>
                <a:cs typeface="Arial"/>
              </a:defRPr>
            </a:lvl1pPr>
            <a:lvl2pPr marL="457200" indent="-457200">
              <a:lnSpc>
                <a:spcPts val="2500"/>
              </a:lnSpc>
              <a:spcBef>
                <a:spcPts val="0"/>
              </a:spcBef>
              <a:spcAft>
                <a:spcPts val="1000"/>
              </a:spcAft>
              <a:buNone/>
              <a:defRPr sz="4000" b="0">
                <a:solidFill>
                  <a:schemeClr val="tx1">
                    <a:lumMod val="50000"/>
                    <a:lumOff val="50000"/>
                  </a:schemeClr>
                </a:solidFill>
                <a:latin typeface="Arial"/>
                <a:cs typeface="Arial"/>
              </a:defRPr>
            </a:lvl2pPr>
            <a:lvl3pPr marL="0" indent="0">
              <a:lnSpc>
                <a:spcPts val="3600"/>
              </a:lnSpc>
              <a:spcBef>
                <a:spcPts val="0"/>
              </a:spcBef>
              <a:buNone/>
              <a:defRPr sz="3000">
                <a:solidFill>
                  <a:schemeClr val="tx1">
                    <a:lumMod val="50000"/>
                    <a:lumOff val="50000"/>
                  </a:schemeClr>
                </a:solidFill>
                <a:latin typeface="Arial"/>
                <a:cs typeface="Arial"/>
              </a:defRPr>
            </a:lvl3pPr>
          </a:lstStyle>
          <a:p>
            <a:pPr lvl="0"/>
            <a:r>
              <a:rPr lang="en-US"/>
              <a:t>Click to edit Master text styles</a:t>
            </a:r>
          </a:p>
        </p:txBody>
      </p:sp>
      <p:sp>
        <p:nvSpPr>
          <p:cNvPr id="43" name="Text Placeholder 11"/>
          <p:cNvSpPr>
            <a:spLocks noGrp="1"/>
          </p:cNvSpPr>
          <p:nvPr>
            <p:ph type="body" sz="quarter" idx="14"/>
          </p:nvPr>
        </p:nvSpPr>
        <p:spPr>
          <a:xfrm>
            <a:off x="724280" y="1704179"/>
            <a:ext cx="7797230" cy="3453607"/>
          </a:xfrm>
          <a:prstGeom prst="rect">
            <a:avLst/>
          </a:prstGeom>
        </p:spPr>
        <p:txBody>
          <a:bodyPr vert="horz" lIns="0" tIns="0"/>
          <a:lstStyle>
            <a:lvl1pPr marL="271463" indent="-271463">
              <a:lnSpc>
                <a:spcPct val="100000"/>
              </a:lnSpc>
              <a:spcBef>
                <a:spcPts val="0"/>
              </a:spcBef>
              <a:spcAft>
                <a:spcPts val="1400"/>
              </a:spcAft>
              <a:buFont typeface="Arial"/>
              <a:buChar char="•"/>
              <a:defRPr sz="2500">
                <a:solidFill>
                  <a:schemeClr val="tx1"/>
                </a:solidFill>
                <a:latin typeface="Arial"/>
                <a:cs typeface="Arial"/>
              </a:defRPr>
            </a:lvl1pPr>
            <a:lvl2pPr marL="723900" indent="-279400">
              <a:lnSpc>
                <a:spcPct val="100000"/>
              </a:lnSpc>
              <a:spcBef>
                <a:spcPts val="0"/>
              </a:spcBef>
              <a:spcAft>
                <a:spcPts val="1200"/>
              </a:spcAft>
              <a:buFont typeface="Arial"/>
              <a:buChar char="•"/>
              <a:defRPr sz="2000">
                <a:solidFill>
                  <a:srgbClr val="3F6C27"/>
                </a:solidFill>
                <a:latin typeface="Arial"/>
                <a:cs typeface="Arial"/>
              </a:defRPr>
            </a:lvl2pPr>
            <a:lvl3pPr marL="723900" indent="-279400">
              <a:lnSpc>
                <a:spcPct val="100000"/>
              </a:lnSpc>
              <a:spcBef>
                <a:spcPts val="0"/>
              </a:spcBef>
              <a:spcAft>
                <a:spcPts val="1200"/>
              </a:spcAft>
              <a:buFont typeface="Arial"/>
              <a:buChar char="•"/>
              <a:defRPr lang="en-US" sz="2000" kern="1200" dirty="0" smtClean="0">
                <a:solidFill>
                  <a:srgbClr val="065598"/>
                </a:solidFill>
                <a:latin typeface="Arial"/>
                <a:ea typeface="+mn-ea"/>
                <a:cs typeface="Arial"/>
              </a:defRPr>
            </a:lvl3pPr>
          </a:lstStyle>
          <a:p>
            <a:pPr lvl="0"/>
            <a:r>
              <a:rPr lang="en-US" dirty="0"/>
              <a:t>Click to edit Master text styles</a:t>
            </a:r>
          </a:p>
          <a:p>
            <a:pPr lvl="1"/>
            <a:r>
              <a:rPr lang="en-US" dirty="0"/>
              <a:t>Second level</a:t>
            </a:r>
          </a:p>
          <a:p>
            <a:pPr lvl="2"/>
            <a:r>
              <a:rPr lang="en-US" dirty="0"/>
              <a:t>Third level</a:t>
            </a:r>
          </a:p>
        </p:txBody>
      </p:sp>
      <p:pic>
        <p:nvPicPr>
          <p:cNvPr id="6" name="Picture 5">
            <a:extLst>
              <a:ext uri="{FF2B5EF4-FFF2-40B4-BE49-F238E27FC236}">
                <a16:creationId xmlns:a16="http://schemas.microsoft.com/office/drawing/2014/main" id="{F7BE39BA-1077-4068-B52B-4BC549B21B44}"/>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0" y="0"/>
            <a:ext cx="9144000" cy="649224"/>
          </a:xfrm>
          <a:prstGeom prst="rect">
            <a:avLst/>
          </a:prstGeom>
        </p:spPr>
      </p:pic>
      <p:sp>
        <p:nvSpPr>
          <p:cNvPr id="9" name="TextBox 8">
            <a:extLst>
              <a:ext uri="{FF2B5EF4-FFF2-40B4-BE49-F238E27FC236}">
                <a16:creationId xmlns:a16="http://schemas.microsoft.com/office/drawing/2014/main" id="{CE424D8F-8132-4BEA-8336-D285DB733ABB}"/>
              </a:ext>
            </a:extLst>
          </p:cNvPr>
          <p:cNvSpPr txBox="1"/>
          <p:nvPr userDrawn="1"/>
        </p:nvSpPr>
        <p:spPr>
          <a:xfrm>
            <a:off x="566642" y="142500"/>
            <a:ext cx="8067635" cy="452432"/>
          </a:xfrm>
          <a:prstGeom prst="rect">
            <a:avLst/>
          </a:prstGeom>
          <a:noFill/>
        </p:spPr>
        <p:txBody>
          <a:bodyPr wrap="square" lIns="0" tIns="0" rIns="0" rtlCol="0">
            <a:noAutofit/>
          </a:bodyPr>
          <a:lstStyle/>
          <a:p>
            <a:pPr marL="0" algn="l" defTabSz="914400" rtl="0" eaLnBrk="1" latinLnBrk="0" hangingPunct="1">
              <a:spcBef>
                <a:spcPts val="288"/>
              </a:spcBef>
            </a:pPr>
            <a:r>
              <a:rPr lang="en-US" sz="1200" b="1" kern="1200" dirty="0">
                <a:solidFill>
                  <a:srgbClr val="FFFFFF"/>
                </a:solidFill>
                <a:effectLst>
                  <a:glow rad="228600">
                    <a:schemeClr val="tx1">
                      <a:alpha val="32000"/>
                    </a:schemeClr>
                  </a:glow>
                  <a:outerShdw blurRad="50800" dist="38100" dir="2700000" algn="tl" rotWithShape="0">
                    <a:prstClr val="black">
                      <a:alpha val="40000"/>
                    </a:prstClr>
                  </a:outerShdw>
                </a:effectLst>
                <a:latin typeface="Arial" panose="020B0604020202020204" pitchFamily="34" charset="0"/>
                <a:ea typeface="+mn-ea"/>
                <a:cs typeface="Arial" panose="020B0604020202020204" pitchFamily="34" charset="0"/>
              </a:rPr>
              <a:t>Maintainable programs</a:t>
            </a:r>
          </a:p>
          <a:p>
            <a:pPr marL="0" marR="0" indent="0" algn="l" defTabSz="914400" rtl="0" eaLnBrk="1" fontAlgn="auto" latinLnBrk="0" hangingPunct="1">
              <a:lnSpc>
                <a:spcPct val="100000"/>
              </a:lnSpc>
              <a:spcBef>
                <a:spcPts val="288"/>
              </a:spcBef>
              <a:spcAft>
                <a:spcPts val="0"/>
              </a:spcAft>
              <a:buClrTx/>
              <a:buSzTx/>
              <a:buFontTx/>
              <a:buNone/>
              <a:tabLst/>
              <a:defRPr/>
            </a:pPr>
            <a:r>
              <a:rPr lang="en-US" sz="1200" b="0" kern="1200" dirty="0">
                <a:solidFill>
                  <a:srgbClr val="FFFFFF"/>
                </a:solidFill>
                <a:effectLst>
                  <a:glow rad="228600">
                    <a:schemeClr val="tx1">
                      <a:alpha val="32000"/>
                    </a:schemeClr>
                  </a:glow>
                  <a:outerShdw blurRad="50800" dist="38100" dir="2700000" algn="tl" rotWithShape="0">
                    <a:prstClr val="black">
                      <a:alpha val="40000"/>
                    </a:prstClr>
                  </a:outerShdw>
                </a:effectLst>
                <a:latin typeface="Arial" panose="020B0604020202020204" pitchFamily="34" charset="0"/>
                <a:ea typeface="+mn-ea"/>
                <a:cs typeface="Arial" panose="020B0604020202020204" pitchFamily="34" charset="0"/>
              </a:rPr>
              <a:t>Unit 10 Advanced programming and databases</a:t>
            </a:r>
          </a:p>
          <a:p>
            <a:pPr>
              <a:spcBef>
                <a:spcPts val="288"/>
              </a:spcBef>
            </a:pPr>
            <a:endParaRPr lang="en-US" sz="1200" b="0" dirty="0">
              <a:solidFill>
                <a:srgbClr val="FFFFFF"/>
              </a:solidFill>
              <a:latin typeface="Arial"/>
              <a:cs typeface="Arial"/>
            </a:endParaRPr>
          </a:p>
        </p:txBody>
      </p:sp>
    </p:spTree>
    <p:extLst>
      <p:ext uri="{BB962C8B-B14F-4D97-AF65-F5344CB8AC3E}">
        <p14:creationId xmlns:p14="http://schemas.microsoft.com/office/powerpoint/2010/main" val="24842852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8_Custom Layout">
    <p:bg>
      <p:bgPr>
        <a:solidFill>
          <a:schemeClr val="tx1"/>
        </a:solidFill>
        <a:effectLst/>
      </p:bgPr>
    </p:bg>
    <p:spTree>
      <p:nvGrpSpPr>
        <p:cNvPr id="1" name=""/>
        <p:cNvGrpSpPr/>
        <p:nvPr/>
      </p:nvGrpSpPr>
      <p:grpSpPr>
        <a:xfrm>
          <a:off x="0" y="0"/>
          <a:ext cx="0" cy="0"/>
          <a:chOff x="0" y="0"/>
          <a:chExt cx="0" cy="0"/>
        </a:xfrm>
      </p:grpSpPr>
      <p:sp>
        <p:nvSpPr>
          <p:cNvPr id="2" name="Rectangle 1"/>
          <p:cNvSpPr/>
          <p:nvPr userDrawn="1"/>
        </p:nvSpPr>
        <p:spPr>
          <a:xfrm>
            <a:off x="676274" y="1701461"/>
            <a:ext cx="7829551" cy="4555093"/>
          </a:xfrm>
          <a:prstGeom prst="rect">
            <a:avLst/>
          </a:prstGeom>
        </p:spPr>
        <p:txBody>
          <a:bodyPr wrap="square">
            <a:spAutoFit/>
          </a:bodyPr>
          <a:lstStyle/>
          <a:p>
            <a:pPr marL="0" marR="0" lvl="0" indent="0" algn="just" defTabSz="457200" rtl="0" eaLnBrk="1" fontAlgn="auto" latinLnBrk="0" hangingPunct="1">
              <a:lnSpc>
                <a:spcPct val="100000"/>
              </a:lnSpc>
              <a:spcBef>
                <a:spcPts val="0"/>
              </a:spcBef>
              <a:spcAft>
                <a:spcPts val="1400"/>
              </a:spcAft>
              <a:buClrTx/>
              <a:buSzTx/>
              <a:buFont typeface="Arial"/>
              <a:buNone/>
              <a:tabLst/>
              <a:defRPr/>
            </a:pPr>
            <a:r>
              <a:rPr kumimoji="0" lang="en-GB" sz="1400" b="1" i="0" u="none" strike="noStrike" kern="1200" cap="none" spc="0" normalizeH="0" baseline="0" noProof="0" dirty="0">
                <a:ln>
                  <a:noFill/>
                </a:ln>
                <a:solidFill>
                  <a:schemeClr val="bg1"/>
                </a:solidFill>
                <a:effectLst/>
                <a:uLnTx/>
                <a:uFillTx/>
                <a:latin typeface="Arial"/>
                <a:ea typeface="+mn-ea"/>
                <a:cs typeface="Arial"/>
              </a:rPr>
              <a:t>Copyright</a:t>
            </a:r>
            <a:endParaRPr kumimoji="0" lang="en-GB" sz="1200" b="1" i="0" u="none" strike="noStrike" kern="1200" cap="none" spc="0" normalizeH="0" baseline="0" noProof="0" dirty="0">
              <a:ln>
                <a:noFill/>
              </a:ln>
              <a:solidFill>
                <a:schemeClr val="bg1"/>
              </a:solidFill>
              <a:effectLst/>
              <a:uLnTx/>
              <a:uFillTx/>
              <a:latin typeface="Arial"/>
              <a:ea typeface="+mn-ea"/>
              <a:cs typeface="Arial"/>
            </a:endParaRPr>
          </a:p>
          <a:p>
            <a:pPr marL="0" marR="0" lvl="0" indent="0" algn="just" defTabSz="457200" rtl="0" eaLnBrk="1" fontAlgn="auto" latinLnBrk="0" hangingPunct="1">
              <a:lnSpc>
                <a:spcPct val="100000"/>
              </a:lnSpc>
              <a:spcBef>
                <a:spcPts val="0"/>
              </a:spcBef>
              <a:spcAft>
                <a:spcPts val="1400"/>
              </a:spcAft>
              <a:buClrTx/>
              <a:buSzTx/>
              <a:buFont typeface="Arial"/>
              <a:buNone/>
              <a:tabLst/>
              <a:defRPr/>
            </a:pPr>
            <a:r>
              <a:rPr kumimoji="0" lang="en-GB" sz="1200" b="0" i="0" u="none" strike="noStrike" kern="1200" cap="none" spc="0" normalizeH="0" baseline="0" noProof="0" dirty="0">
                <a:ln>
                  <a:noFill/>
                </a:ln>
                <a:solidFill>
                  <a:schemeClr val="bg1"/>
                </a:solidFill>
                <a:effectLst/>
                <a:uLnTx/>
                <a:uFillTx/>
                <a:latin typeface="Arial"/>
                <a:ea typeface="+mn-ea"/>
                <a:cs typeface="Arial"/>
              </a:rPr>
              <a:t>© 2021 PG Online Limited</a:t>
            </a:r>
          </a:p>
          <a:p>
            <a:pPr marL="0" marR="0" lvl="0" indent="0" algn="just" defTabSz="457200" rtl="0" eaLnBrk="1" fontAlgn="auto" latinLnBrk="0" hangingPunct="1">
              <a:lnSpc>
                <a:spcPct val="100000"/>
              </a:lnSpc>
              <a:spcBef>
                <a:spcPts val="0"/>
              </a:spcBef>
              <a:spcAft>
                <a:spcPts val="1400"/>
              </a:spcAft>
              <a:buClrTx/>
              <a:buSzTx/>
              <a:buFont typeface="Arial"/>
              <a:buNone/>
              <a:tabLst/>
              <a:defRPr/>
            </a:pPr>
            <a:r>
              <a:rPr kumimoji="0" lang="en-GB" sz="1200" b="0" i="0" u="none" strike="noStrike" kern="1200" cap="none" spc="0" normalizeH="0" baseline="0" noProof="0" dirty="0">
                <a:ln>
                  <a:noFill/>
                </a:ln>
                <a:solidFill>
                  <a:schemeClr val="bg1"/>
                </a:solidFill>
                <a:effectLst/>
                <a:uLnTx/>
                <a:uFillTx/>
                <a:latin typeface="Arial"/>
                <a:ea typeface="+mn-ea"/>
                <a:cs typeface="Arial"/>
              </a:rPr>
              <a:t>The contents of this unit are protected by copyright. </a:t>
            </a:r>
          </a:p>
          <a:p>
            <a:pPr marL="0" marR="0" lvl="0" indent="0" algn="just" defTabSz="457200" rtl="0" eaLnBrk="1" fontAlgn="auto" latinLnBrk="0" hangingPunct="1">
              <a:lnSpc>
                <a:spcPct val="100000"/>
              </a:lnSpc>
              <a:spcBef>
                <a:spcPts val="0"/>
              </a:spcBef>
              <a:spcAft>
                <a:spcPts val="1400"/>
              </a:spcAft>
              <a:buClrTx/>
              <a:buSzTx/>
              <a:buFont typeface="Arial"/>
              <a:buNone/>
              <a:tabLst/>
              <a:defRPr/>
            </a:pPr>
            <a:r>
              <a:rPr kumimoji="0" lang="en-GB" sz="1200" b="0" i="0" u="none" strike="noStrike" kern="1200" cap="none" spc="0" normalizeH="0" baseline="0" noProof="0" dirty="0">
                <a:ln>
                  <a:noFill/>
                </a:ln>
                <a:solidFill>
                  <a:schemeClr val="bg1"/>
                </a:solidFill>
                <a:effectLst/>
                <a:uLnTx/>
                <a:uFillTx/>
                <a:latin typeface="Arial"/>
                <a:ea typeface="+mn-ea"/>
                <a:cs typeface="Arial"/>
              </a:rPr>
              <a:t>This unit and all the worksheets, PowerPoint presentations, teaching guides and other associated files distributed with it are supplied to you by PG Online Limited under licence and may be used and copied by you only in accordance with the terms of the licence. Except as expressly permitted by the licence, no part of the materials distributed with this unit may be used, reproduced, stored in a retrieval system, or transmitted, in any form or by any means, electronic or otherwise, without the prior written permission of PG Online Limited.</a:t>
            </a:r>
          </a:p>
          <a:p>
            <a:pPr marL="0" marR="0" lvl="0" indent="0" algn="just" defTabSz="457200" rtl="0" eaLnBrk="1" fontAlgn="auto" latinLnBrk="0" hangingPunct="1">
              <a:lnSpc>
                <a:spcPct val="100000"/>
              </a:lnSpc>
              <a:spcBef>
                <a:spcPts val="0"/>
              </a:spcBef>
              <a:spcAft>
                <a:spcPts val="1400"/>
              </a:spcAft>
              <a:buClrTx/>
              <a:buSzTx/>
              <a:buFont typeface="Arial"/>
              <a:buNone/>
              <a:tabLst/>
              <a:defRPr/>
            </a:pPr>
            <a:r>
              <a:rPr kumimoji="0" lang="en-GB" sz="1400" b="1" i="0" u="none" strike="noStrike" kern="1200" cap="none" spc="0" normalizeH="0" baseline="0" noProof="0" dirty="0">
                <a:ln>
                  <a:noFill/>
                </a:ln>
                <a:solidFill>
                  <a:schemeClr val="bg1"/>
                </a:solidFill>
                <a:effectLst/>
                <a:uLnTx/>
                <a:uFillTx/>
                <a:latin typeface="Arial"/>
                <a:ea typeface="+mn-ea"/>
                <a:cs typeface="Arial"/>
              </a:rPr>
              <a:t>Licence agreement</a:t>
            </a:r>
          </a:p>
          <a:p>
            <a:pPr marL="0" marR="0" lvl="0" indent="0" algn="just" defTabSz="457200" rtl="0" eaLnBrk="1" fontAlgn="auto" latinLnBrk="0" hangingPunct="1">
              <a:lnSpc>
                <a:spcPct val="100000"/>
              </a:lnSpc>
              <a:spcBef>
                <a:spcPts val="0"/>
              </a:spcBef>
              <a:spcAft>
                <a:spcPts val="1400"/>
              </a:spcAft>
              <a:buClrTx/>
              <a:buSzTx/>
              <a:buFont typeface="Arial"/>
              <a:buNone/>
              <a:tabLst/>
              <a:defRPr/>
            </a:pPr>
            <a:r>
              <a:rPr kumimoji="0" lang="en-GB" sz="1200" b="0" i="0" u="none" strike="noStrike" kern="1200" cap="none" spc="0" normalizeH="0" baseline="0" noProof="0" dirty="0">
                <a:ln>
                  <a:noFill/>
                </a:ln>
                <a:solidFill>
                  <a:schemeClr val="bg1"/>
                </a:solidFill>
                <a:effectLst/>
                <a:uLnTx/>
                <a:uFillTx/>
                <a:latin typeface="Arial"/>
                <a:ea typeface="+mn-ea"/>
                <a:cs typeface="Arial"/>
              </a:rPr>
              <a:t>This is a legal agreement between you, the end user, and PG Online Limited. This unit and all the worksheets, PowerPoint presentations, teaching guides and other associated files distributed with it is licensed, not sold, to you by PG Online Limited for use under the terms of the licence.</a:t>
            </a:r>
          </a:p>
          <a:p>
            <a:pPr marL="0" marR="0" lvl="0" indent="0" algn="just" defTabSz="457200" rtl="0" eaLnBrk="1" fontAlgn="auto" latinLnBrk="0" hangingPunct="1">
              <a:lnSpc>
                <a:spcPct val="100000"/>
              </a:lnSpc>
              <a:spcBef>
                <a:spcPts val="0"/>
              </a:spcBef>
              <a:spcAft>
                <a:spcPts val="1400"/>
              </a:spcAft>
              <a:buClrTx/>
              <a:buSzTx/>
              <a:buFont typeface="Arial"/>
              <a:buNone/>
              <a:tabLst/>
              <a:defRPr/>
            </a:pPr>
            <a:r>
              <a:rPr kumimoji="0" lang="en-GB" sz="1200" b="0" i="0" u="none" strike="noStrike" kern="1200" cap="none" spc="0" normalizeH="0" baseline="0" noProof="0" dirty="0">
                <a:ln>
                  <a:noFill/>
                </a:ln>
                <a:solidFill>
                  <a:schemeClr val="bg1"/>
                </a:solidFill>
                <a:effectLst/>
                <a:uLnTx/>
                <a:uFillTx/>
                <a:latin typeface="Arial"/>
                <a:ea typeface="+mn-ea"/>
                <a:cs typeface="Arial"/>
              </a:rPr>
              <a:t>The materials distributed with this unit may be freely copied and used by members of a single institution on a single site only. You are not permitted to share in any way any of the materials or part of the materials with any third party, including users on another site or individuals who are members of a separate institution. You acknowledge that the materials must remain with you, the licencing institution, and no part of the materials may be transferred to another institution. You also agree not to procure, authorise, encourage, facilitate or enable any third party to reproduce these materials in whole or in part without the prior permission of PG Online Limited.</a:t>
            </a:r>
            <a:endParaRPr lang="en-GB" sz="1200" dirty="0">
              <a:solidFill>
                <a:schemeClr val="bg1"/>
              </a:solidFill>
            </a:endParaRPr>
          </a:p>
        </p:txBody>
      </p:sp>
      <p:pic>
        <p:nvPicPr>
          <p:cNvPr id="10" name="Graphic 9">
            <a:extLst>
              <a:ext uri="{FF2B5EF4-FFF2-40B4-BE49-F238E27FC236}">
                <a16:creationId xmlns:a16="http://schemas.microsoft.com/office/drawing/2014/main" id="{A7FDBB10-83DB-4C34-8C1D-BEEE46F3667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7267074" y="6313572"/>
            <a:ext cx="1428387" cy="337136"/>
          </a:xfrm>
          <a:prstGeom prst="rect">
            <a:avLst/>
          </a:prstGeom>
        </p:spPr>
      </p:pic>
      <p:pic>
        <p:nvPicPr>
          <p:cNvPr id="6" name="Picture 5">
            <a:extLst>
              <a:ext uri="{FF2B5EF4-FFF2-40B4-BE49-F238E27FC236}">
                <a16:creationId xmlns:a16="http://schemas.microsoft.com/office/drawing/2014/main" id="{7C062B55-13C6-4FD8-8582-A5C41ABCF07A}"/>
              </a:ext>
            </a:extLst>
          </p:cNvPr>
          <p:cNvPicPr>
            <a:picLocks noChangeAspect="1"/>
          </p:cNvPicPr>
          <p:nvPr userDrawn="1"/>
        </p:nvPicPr>
        <p:blipFill rotWithShape="1">
          <a:blip r:embed="rId4" cstate="print">
            <a:extLst>
              <a:ext uri="{28A0092B-C50C-407E-A947-70E740481C1C}">
                <a14:useLocalDpi xmlns:a14="http://schemas.microsoft.com/office/drawing/2010/main"/>
              </a:ext>
            </a:extLst>
          </a:blip>
          <a:srcRect/>
          <a:stretch/>
        </p:blipFill>
        <p:spPr>
          <a:xfrm>
            <a:off x="0" y="0"/>
            <a:ext cx="9144000" cy="649224"/>
          </a:xfrm>
          <a:prstGeom prst="rect">
            <a:avLst/>
          </a:prstGeom>
        </p:spPr>
      </p:pic>
      <p:sp>
        <p:nvSpPr>
          <p:cNvPr id="9" name="TextBox 8">
            <a:extLst>
              <a:ext uri="{FF2B5EF4-FFF2-40B4-BE49-F238E27FC236}">
                <a16:creationId xmlns:a16="http://schemas.microsoft.com/office/drawing/2014/main" id="{0909E43C-1FAB-419B-A01A-439F73D9F68C}"/>
              </a:ext>
            </a:extLst>
          </p:cNvPr>
          <p:cNvSpPr txBox="1"/>
          <p:nvPr userDrawn="1"/>
        </p:nvSpPr>
        <p:spPr>
          <a:xfrm>
            <a:off x="566642" y="142500"/>
            <a:ext cx="8067635" cy="452432"/>
          </a:xfrm>
          <a:prstGeom prst="rect">
            <a:avLst/>
          </a:prstGeom>
          <a:noFill/>
        </p:spPr>
        <p:txBody>
          <a:bodyPr wrap="square" lIns="0" tIns="0" rIns="0" rtlCol="0">
            <a:noAutofit/>
          </a:bodyPr>
          <a:lstStyle/>
          <a:p>
            <a:pPr marL="0" algn="l" defTabSz="914400" rtl="0" eaLnBrk="1" latinLnBrk="0" hangingPunct="1">
              <a:spcBef>
                <a:spcPts val="288"/>
              </a:spcBef>
            </a:pPr>
            <a:r>
              <a:rPr lang="en-US" sz="1200" b="1" kern="1200" dirty="0">
                <a:solidFill>
                  <a:srgbClr val="FFFFFF"/>
                </a:solidFill>
                <a:effectLst>
                  <a:glow rad="228600">
                    <a:schemeClr val="tx1">
                      <a:alpha val="32000"/>
                    </a:schemeClr>
                  </a:glow>
                  <a:outerShdw blurRad="50800" dist="38100" dir="2700000" algn="tl" rotWithShape="0">
                    <a:prstClr val="black">
                      <a:alpha val="40000"/>
                    </a:prstClr>
                  </a:outerShdw>
                </a:effectLst>
                <a:latin typeface="Arial" panose="020B0604020202020204" pitchFamily="34" charset="0"/>
                <a:ea typeface="+mn-ea"/>
                <a:cs typeface="Arial" panose="020B0604020202020204" pitchFamily="34" charset="0"/>
              </a:rPr>
              <a:t>Maintainable programs</a:t>
            </a:r>
          </a:p>
          <a:p>
            <a:pPr marL="0" marR="0" indent="0" algn="l" defTabSz="914400" rtl="0" eaLnBrk="1" fontAlgn="auto" latinLnBrk="0" hangingPunct="1">
              <a:lnSpc>
                <a:spcPct val="100000"/>
              </a:lnSpc>
              <a:spcBef>
                <a:spcPts val="288"/>
              </a:spcBef>
              <a:spcAft>
                <a:spcPts val="0"/>
              </a:spcAft>
              <a:buClrTx/>
              <a:buSzTx/>
              <a:buFontTx/>
              <a:buNone/>
              <a:tabLst/>
              <a:defRPr/>
            </a:pPr>
            <a:r>
              <a:rPr lang="en-US" sz="1200" b="0" kern="1200" dirty="0">
                <a:solidFill>
                  <a:srgbClr val="FFFFFF"/>
                </a:solidFill>
                <a:effectLst>
                  <a:glow rad="228600">
                    <a:schemeClr val="tx1">
                      <a:alpha val="32000"/>
                    </a:schemeClr>
                  </a:glow>
                  <a:outerShdw blurRad="50800" dist="38100" dir="2700000" algn="tl" rotWithShape="0">
                    <a:prstClr val="black">
                      <a:alpha val="40000"/>
                    </a:prstClr>
                  </a:outerShdw>
                </a:effectLst>
                <a:latin typeface="Arial" panose="020B0604020202020204" pitchFamily="34" charset="0"/>
                <a:ea typeface="+mn-ea"/>
                <a:cs typeface="Arial" panose="020B0604020202020204" pitchFamily="34" charset="0"/>
              </a:rPr>
              <a:t>Unit 10 Advanced programming and databases</a:t>
            </a:r>
          </a:p>
          <a:p>
            <a:pPr>
              <a:spcBef>
                <a:spcPts val="288"/>
              </a:spcBef>
            </a:pPr>
            <a:endParaRPr lang="en-US" sz="1200" b="0" dirty="0">
              <a:solidFill>
                <a:srgbClr val="FFFFFF"/>
              </a:solidFill>
              <a:latin typeface="Arial"/>
              <a:cs typeface="Arial"/>
            </a:endParaRPr>
          </a:p>
        </p:txBody>
      </p:sp>
    </p:spTree>
    <p:extLst>
      <p:ext uri="{BB962C8B-B14F-4D97-AF65-F5344CB8AC3E}">
        <p14:creationId xmlns:p14="http://schemas.microsoft.com/office/powerpoint/2010/main" val="23024173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12846155"/>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70" r:id="rId5"/>
    <p:sldLayoutId id="2147483666" r:id="rId6"/>
    <p:sldLayoutId id="2147483667" r:id="rId7"/>
    <p:sldLayoutId id="2147483669" r:id="rId8"/>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0.jpeg"/><Relationship Id="rId1" Type="http://schemas.openxmlformats.org/officeDocument/2006/relationships/slideLayout" Target="../slideLayouts/slideLayout4.xml"/><Relationship Id="rId4" Type="http://schemas.openxmlformats.org/officeDocument/2006/relationships/image" Target="../media/image9.sv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1488820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3"/>
          </p:nvPr>
        </p:nvSpPr>
        <p:spPr>
          <a:xfrm>
            <a:off x="724280" y="906233"/>
            <a:ext cx="7816470" cy="670772"/>
          </a:xfrm>
        </p:spPr>
        <p:txBody>
          <a:bodyPr/>
          <a:lstStyle/>
          <a:p>
            <a:r>
              <a:rPr lang="en-GB" dirty="0"/>
              <a:t>Objectives</a:t>
            </a:r>
          </a:p>
        </p:txBody>
      </p:sp>
      <p:sp>
        <p:nvSpPr>
          <p:cNvPr id="5" name="Text Placeholder 4"/>
          <p:cNvSpPr>
            <a:spLocks noGrp="1"/>
          </p:cNvSpPr>
          <p:nvPr>
            <p:ph type="body" sz="quarter" idx="15"/>
          </p:nvPr>
        </p:nvSpPr>
        <p:spPr/>
        <p:txBody>
          <a:bodyPr/>
          <a:lstStyle/>
          <a:p>
            <a:r>
              <a:rPr lang="en-GB" dirty="0"/>
              <a:t>Understand how to create maintainable programs including the appropriate use of:</a:t>
            </a:r>
          </a:p>
          <a:p>
            <a:pPr lvl="1"/>
            <a:r>
              <a:rPr lang="en-GB" dirty="0"/>
              <a:t>Meaningful identifiers</a:t>
            </a:r>
          </a:p>
          <a:p>
            <a:pPr lvl="1"/>
            <a:r>
              <a:rPr lang="en-GB" dirty="0"/>
              <a:t>Comments</a:t>
            </a:r>
          </a:p>
          <a:p>
            <a:pPr lvl="1"/>
            <a:r>
              <a:rPr lang="en-GB" dirty="0"/>
              <a:t>Procedures and functions</a:t>
            </a:r>
          </a:p>
          <a:p>
            <a:pPr lvl="1"/>
            <a:r>
              <a:rPr lang="en-GB" dirty="0"/>
              <a:t>Relevant and appropriate commenting of syntax</a:t>
            </a:r>
          </a:p>
          <a:p>
            <a:r>
              <a:rPr lang="en-GB" dirty="0"/>
              <a:t>Use meaningful identifiers for:</a:t>
            </a:r>
          </a:p>
          <a:p>
            <a:pPr lvl="1"/>
            <a:r>
              <a:rPr lang="en-GB" dirty="0"/>
              <a:t>Variables and constants</a:t>
            </a:r>
          </a:p>
          <a:p>
            <a:pPr lvl="1"/>
            <a:r>
              <a:rPr lang="en-GB" dirty="0"/>
              <a:t>Arrays</a:t>
            </a:r>
          </a:p>
          <a:p>
            <a:pPr lvl="1"/>
            <a:r>
              <a:rPr lang="en-GB" dirty="0"/>
              <a:t>Procedures and functions</a:t>
            </a:r>
          </a:p>
        </p:txBody>
      </p:sp>
    </p:spTree>
    <p:extLst>
      <p:ext uri="{BB962C8B-B14F-4D97-AF65-F5344CB8AC3E}">
        <p14:creationId xmlns:p14="http://schemas.microsoft.com/office/powerpoint/2010/main" val="18681814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201F1A"/>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31F02286-BC53-4254-A5B5-6F299DB18294}"/>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0" y="649224"/>
            <a:ext cx="9144000" cy="6208776"/>
          </a:xfrm>
          <a:prstGeom prst="rect">
            <a:avLst/>
          </a:prstGeom>
        </p:spPr>
      </p:pic>
      <p:sp>
        <p:nvSpPr>
          <p:cNvPr id="2" name="Text Placeholder 1">
            <a:extLst>
              <a:ext uri="{FF2B5EF4-FFF2-40B4-BE49-F238E27FC236}">
                <a16:creationId xmlns:a16="http://schemas.microsoft.com/office/drawing/2014/main" id="{D7A1BE83-24CC-4587-9D72-F823DA712A50}"/>
              </a:ext>
            </a:extLst>
          </p:cNvPr>
          <p:cNvSpPr>
            <a:spLocks noGrp="1"/>
          </p:cNvSpPr>
          <p:nvPr>
            <p:ph type="body" sz="quarter" idx="13"/>
          </p:nvPr>
        </p:nvSpPr>
        <p:spPr/>
        <p:txBody>
          <a:bodyPr/>
          <a:lstStyle/>
          <a:p>
            <a:r>
              <a:rPr lang="en-GB" dirty="0">
                <a:solidFill>
                  <a:schemeClr val="bg1"/>
                </a:solidFill>
              </a:rPr>
              <a:t>Starter</a:t>
            </a:r>
          </a:p>
        </p:txBody>
      </p:sp>
      <p:sp>
        <p:nvSpPr>
          <p:cNvPr id="3" name="Text Placeholder 2">
            <a:extLst>
              <a:ext uri="{FF2B5EF4-FFF2-40B4-BE49-F238E27FC236}">
                <a16:creationId xmlns:a16="http://schemas.microsoft.com/office/drawing/2014/main" id="{D760630D-1C26-4A62-8D57-93336FD84072}"/>
              </a:ext>
            </a:extLst>
          </p:cNvPr>
          <p:cNvSpPr>
            <a:spLocks noGrp="1"/>
          </p:cNvSpPr>
          <p:nvPr>
            <p:ph type="body" sz="quarter" idx="14"/>
          </p:nvPr>
        </p:nvSpPr>
        <p:spPr/>
        <p:txBody>
          <a:bodyPr/>
          <a:lstStyle/>
          <a:p>
            <a:r>
              <a:rPr lang="en-GB" dirty="0">
                <a:solidFill>
                  <a:schemeClr val="bg1"/>
                </a:solidFill>
              </a:rPr>
              <a:t>Think about programs you have </a:t>
            </a:r>
            <a:br>
              <a:rPr lang="en-GB" dirty="0">
                <a:solidFill>
                  <a:schemeClr val="bg1"/>
                </a:solidFill>
              </a:rPr>
            </a:br>
            <a:r>
              <a:rPr lang="en-GB" dirty="0">
                <a:solidFill>
                  <a:schemeClr val="bg1"/>
                </a:solidFill>
              </a:rPr>
              <a:t>looked at and programs that </a:t>
            </a:r>
            <a:br>
              <a:rPr lang="en-GB" dirty="0">
                <a:solidFill>
                  <a:schemeClr val="bg1"/>
                </a:solidFill>
              </a:rPr>
            </a:br>
            <a:r>
              <a:rPr lang="en-GB" dirty="0">
                <a:solidFill>
                  <a:schemeClr val="bg1"/>
                </a:solidFill>
              </a:rPr>
              <a:t>you or your friends </a:t>
            </a:r>
            <a:br>
              <a:rPr lang="en-GB" dirty="0">
                <a:solidFill>
                  <a:schemeClr val="bg1"/>
                </a:solidFill>
              </a:rPr>
            </a:br>
            <a:r>
              <a:rPr lang="en-GB" dirty="0">
                <a:solidFill>
                  <a:schemeClr val="bg1"/>
                </a:solidFill>
              </a:rPr>
              <a:t>have written</a:t>
            </a:r>
          </a:p>
          <a:p>
            <a:pPr lvl="1"/>
            <a:r>
              <a:rPr lang="en-GB" dirty="0">
                <a:solidFill>
                  <a:schemeClr val="bg1"/>
                </a:solidFill>
              </a:rPr>
              <a:t>What features made them </a:t>
            </a:r>
            <a:br>
              <a:rPr lang="en-GB" dirty="0">
                <a:solidFill>
                  <a:schemeClr val="bg1"/>
                </a:solidFill>
              </a:rPr>
            </a:br>
            <a:r>
              <a:rPr lang="en-GB" dirty="0">
                <a:solidFill>
                  <a:schemeClr val="bg1"/>
                </a:solidFill>
              </a:rPr>
              <a:t>easy or hard to read, edit </a:t>
            </a:r>
            <a:br>
              <a:rPr lang="en-GB" dirty="0">
                <a:solidFill>
                  <a:schemeClr val="bg1"/>
                </a:solidFill>
              </a:rPr>
            </a:br>
            <a:r>
              <a:rPr lang="en-GB" dirty="0">
                <a:solidFill>
                  <a:schemeClr val="bg1"/>
                </a:solidFill>
              </a:rPr>
              <a:t>and understand?</a:t>
            </a:r>
          </a:p>
        </p:txBody>
      </p:sp>
      <p:pic>
        <p:nvPicPr>
          <p:cNvPr id="9" name="Graphic 8">
            <a:extLst>
              <a:ext uri="{FF2B5EF4-FFF2-40B4-BE49-F238E27FC236}">
                <a16:creationId xmlns:a16="http://schemas.microsoft.com/office/drawing/2014/main" id="{0DBC17CE-E17C-43FC-990C-CF1F41DBDDA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267074" y="6313572"/>
            <a:ext cx="1428387" cy="337136"/>
          </a:xfrm>
          <a:prstGeom prst="rect">
            <a:avLst/>
          </a:prstGeom>
        </p:spPr>
      </p:pic>
    </p:spTree>
    <p:extLst>
      <p:ext uri="{BB962C8B-B14F-4D97-AF65-F5344CB8AC3E}">
        <p14:creationId xmlns:p14="http://schemas.microsoft.com/office/powerpoint/2010/main" val="41963489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7A1BE83-24CC-4587-9D72-F823DA712A50}"/>
              </a:ext>
            </a:extLst>
          </p:cNvPr>
          <p:cNvSpPr>
            <a:spLocks noGrp="1"/>
          </p:cNvSpPr>
          <p:nvPr>
            <p:ph type="body" sz="quarter" idx="13"/>
          </p:nvPr>
        </p:nvSpPr>
        <p:spPr/>
        <p:txBody>
          <a:bodyPr/>
          <a:lstStyle/>
          <a:p>
            <a:r>
              <a:rPr lang="en-GB" dirty="0"/>
              <a:t>Starter</a:t>
            </a:r>
          </a:p>
        </p:txBody>
      </p:sp>
      <p:sp>
        <p:nvSpPr>
          <p:cNvPr id="3" name="Text Placeholder 2">
            <a:extLst>
              <a:ext uri="{FF2B5EF4-FFF2-40B4-BE49-F238E27FC236}">
                <a16:creationId xmlns:a16="http://schemas.microsoft.com/office/drawing/2014/main" id="{D760630D-1C26-4A62-8D57-93336FD84072}"/>
              </a:ext>
            </a:extLst>
          </p:cNvPr>
          <p:cNvSpPr>
            <a:spLocks noGrp="1"/>
          </p:cNvSpPr>
          <p:nvPr>
            <p:ph type="body" sz="quarter" idx="14"/>
          </p:nvPr>
        </p:nvSpPr>
        <p:spPr/>
        <p:txBody>
          <a:bodyPr/>
          <a:lstStyle/>
          <a:p>
            <a:r>
              <a:rPr lang="en-GB" dirty="0"/>
              <a:t>Programs are easy to maintain (read, understand and make changes to) when</a:t>
            </a:r>
          </a:p>
          <a:p>
            <a:pPr lvl="1"/>
            <a:r>
              <a:rPr lang="en-GB" dirty="0">
                <a:solidFill>
                  <a:srgbClr val="FF0000"/>
                </a:solidFill>
              </a:rPr>
              <a:t>They use meaningful identifiers </a:t>
            </a:r>
            <a:r>
              <a:rPr lang="en-GB" dirty="0"/>
              <a:t>for variables, constants, arrays, procedures and functions</a:t>
            </a:r>
          </a:p>
          <a:p>
            <a:pPr lvl="1"/>
            <a:r>
              <a:rPr lang="en-GB" dirty="0">
                <a:solidFill>
                  <a:srgbClr val="FF0000"/>
                </a:solidFill>
              </a:rPr>
              <a:t>They have useful comments that are relevant and appropriate</a:t>
            </a:r>
          </a:p>
          <a:p>
            <a:pPr lvl="1"/>
            <a:r>
              <a:rPr lang="en-GB" dirty="0">
                <a:solidFill>
                  <a:srgbClr val="FF0000"/>
                </a:solidFill>
              </a:rPr>
              <a:t>They make use of procedures and function</a:t>
            </a:r>
            <a:r>
              <a:rPr lang="en-GB" dirty="0"/>
              <a:t>s</a:t>
            </a:r>
          </a:p>
          <a:p>
            <a:r>
              <a:rPr lang="en-GB" dirty="0"/>
              <a:t>Another area that helps to make programs easy to </a:t>
            </a:r>
            <a:br>
              <a:rPr lang="en-GB" dirty="0"/>
            </a:br>
            <a:r>
              <a:rPr lang="en-GB" dirty="0"/>
              <a:t>maintain is:</a:t>
            </a:r>
          </a:p>
          <a:p>
            <a:pPr lvl="1"/>
            <a:r>
              <a:rPr lang="en-GB" dirty="0">
                <a:solidFill>
                  <a:srgbClr val="FF0000"/>
                </a:solidFill>
              </a:rPr>
              <a:t>Good use of indentation and whitespace</a:t>
            </a:r>
          </a:p>
        </p:txBody>
      </p:sp>
    </p:spTree>
    <p:extLst>
      <p:ext uri="{BB962C8B-B14F-4D97-AF65-F5344CB8AC3E}">
        <p14:creationId xmlns:p14="http://schemas.microsoft.com/office/powerpoint/2010/main" val="18510044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3DE2564-EDFE-486B-9ED0-67BDAD061E6D}"/>
              </a:ext>
            </a:extLst>
          </p:cNvPr>
          <p:cNvSpPr>
            <a:spLocks noGrp="1"/>
          </p:cNvSpPr>
          <p:nvPr>
            <p:ph type="body" sz="quarter" idx="13"/>
          </p:nvPr>
        </p:nvSpPr>
        <p:spPr/>
        <p:txBody>
          <a:bodyPr/>
          <a:lstStyle/>
          <a:p>
            <a:r>
              <a:rPr lang="en-GB" dirty="0"/>
              <a:t>Meaningful identifiers</a:t>
            </a:r>
          </a:p>
        </p:txBody>
      </p:sp>
      <p:sp>
        <p:nvSpPr>
          <p:cNvPr id="3" name="Text Placeholder 2">
            <a:extLst>
              <a:ext uri="{FF2B5EF4-FFF2-40B4-BE49-F238E27FC236}">
                <a16:creationId xmlns:a16="http://schemas.microsoft.com/office/drawing/2014/main" id="{C482B53D-C125-46FA-9284-AB7E51BAB56C}"/>
              </a:ext>
            </a:extLst>
          </p:cNvPr>
          <p:cNvSpPr>
            <a:spLocks noGrp="1"/>
          </p:cNvSpPr>
          <p:nvPr>
            <p:ph type="body" sz="quarter" idx="14"/>
          </p:nvPr>
        </p:nvSpPr>
        <p:spPr/>
        <p:txBody>
          <a:bodyPr/>
          <a:lstStyle/>
          <a:p>
            <a:r>
              <a:rPr lang="en-GB" dirty="0"/>
              <a:t>The two programs below are the same algorithm</a:t>
            </a:r>
          </a:p>
          <a:p>
            <a:pPr lvl="1"/>
            <a:r>
              <a:rPr lang="en-GB" dirty="0"/>
              <a:t>Which is easier to understand? Why?</a:t>
            </a:r>
          </a:p>
        </p:txBody>
      </p:sp>
      <p:sp>
        <p:nvSpPr>
          <p:cNvPr id="6" name="Text Placeholder 2">
            <a:extLst>
              <a:ext uri="{FF2B5EF4-FFF2-40B4-BE49-F238E27FC236}">
                <a16:creationId xmlns:a16="http://schemas.microsoft.com/office/drawing/2014/main" id="{FC6AC16F-E18C-4D1F-AB6D-D09D853AF9C3}"/>
              </a:ext>
            </a:extLst>
          </p:cNvPr>
          <p:cNvSpPr txBox="1">
            <a:spLocks/>
          </p:cNvSpPr>
          <p:nvPr/>
        </p:nvSpPr>
        <p:spPr>
          <a:xfrm>
            <a:off x="986588" y="2779368"/>
            <a:ext cx="2755233" cy="2460385"/>
          </a:xfrm>
          <a:prstGeom prst="rect">
            <a:avLst/>
          </a:prstGeom>
        </p:spPr>
        <p:txBody>
          <a:bodyPr vert="horz" lIns="0" tIns="0" numCol="1"/>
          <a:lstStyle>
            <a:lvl1pPr marL="271463" indent="-271463" algn="l" defTabSz="914400" rtl="0" eaLnBrk="1" latinLnBrk="0" hangingPunct="1">
              <a:lnSpc>
                <a:spcPct val="100000"/>
              </a:lnSpc>
              <a:spcBef>
                <a:spcPts val="0"/>
              </a:spcBef>
              <a:spcAft>
                <a:spcPts val="1400"/>
              </a:spcAft>
              <a:buFont typeface="Arial"/>
              <a:buChar char="•"/>
              <a:defRPr sz="2500" kern="1200">
                <a:solidFill>
                  <a:schemeClr val="tx1"/>
                </a:solidFill>
                <a:latin typeface="Arial"/>
                <a:ea typeface="+mn-ea"/>
                <a:cs typeface="Arial"/>
              </a:defRPr>
            </a:lvl1pPr>
            <a:lvl2pPr marL="723900" indent="-279400" algn="l" defTabSz="914400" rtl="0" eaLnBrk="1" latinLnBrk="0" hangingPunct="1">
              <a:lnSpc>
                <a:spcPct val="100000"/>
              </a:lnSpc>
              <a:spcBef>
                <a:spcPts val="0"/>
              </a:spcBef>
              <a:spcAft>
                <a:spcPts val="1200"/>
              </a:spcAft>
              <a:buFont typeface="Arial"/>
              <a:buChar char="•"/>
              <a:defRPr lang="en-US" sz="2000" kern="1200" dirty="0" smtClean="0">
                <a:solidFill>
                  <a:srgbClr val="5FBAC9"/>
                </a:solidFill>
                <a:latin typeface="Arial"/>
                <a:ea typeface="+mn-ea"/>
                <a:cs typeface="Arial"/>
              </a:defRPr>
            </a:lvl2pPr>
            <a:lvl3pPr marL="723900" indent="-279400" algn="l" defTabSz="914400" rtl="0" eaLnBrk="1" latinLnBrk="0" hangingPunct="1">
              <a:lnSpc>
                <a:spcPct val="100000"/>
              </a:lnSpc>
              <a:spcBef>
                <a:spcPts val="500"/>
              </a:spcBef>
              <a:buFont typeface="Arial"/>
              <a:buChar char="•"/>
              <a:defRPr lang="en-US" sz="2000" kern="1200" baseline="0" dirty="0" smtClean="0">
                <a:solidFill>
                  <a:srgbClr val="004663"/>
                </a:solidFill>
                <a:latin typeface="Arial"/>
                <a:ea typeface="+mn-ea"/>
                <a:cs typeface="Arial"/>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44500" lvl="1" indent="0">
              <a:buNone/>
            </a:pPr>
            <a:r>
              <a:rPr lang="en-GB" dirty="0">
                <a:solidFill>
                  <a:srgbClr val="065598"/>
                </a:solidFill>
                <a:latin typeface="Consolas" panose="020B0609020204030204" pitchFamily="49" charset="0"/>
              </a:rPr>
              <a:t>INPUT a</a:t>
            </a:r>
            <a:br>
              <a:rPr lang="en-GB" dirty="0">
                <a:solidFill>
                  <a:srgbClr val="065598"/>
                </a:solidFill>
                <a:latin typeface="Consolas" panose="020B0609020204030204" pitchFamily="49" charset="0"/>
              </a:rPr>
            </a:br>
            <a:r>
              <a:rPr lang="en-GB" dirty="0">
                <a:solidFill>
                  <a:srgbClr val="065598"/>
                </a:solidFill>
                <a:latin typeface="Consolas" panose="020B0609020204030204" pitchFamily="49" charset="0"/>
              </a:rPr>
              <a:t>INPUT b</a:t>
            </a:r>
            <a:br>
              <a:rPr lang="en-GB" dirty="0">
                <a:solidFill>
                  <a:srgbClr val="065598"/>
                </a:solidFill>
                <a:latin typeface="Consolas" panose="020B0609020204030204" pitchFamily="49" charset="0"/>
              </a:rPr>
            </a:br>
            <a:r>
              <a:rPr lang="en-GB" dirty="0">
                <a:solidFill>
                  <a:srgbClr val="065598"/>
                </a:solidFill>
                <a:latin typeface="Consolas" panose="020B0609020204030204" pitchFamily="49" charset="0"/>
              </a:rPr>
              <a:t>INPUT c</a:t>
            </a:r>
            <a:br>
              <a:rPr lang="en-GB" dirty="0">
                <a:solidFill>
                  <a:srgbClr val="065598"/>
                </a:solidFill>
                <a:latin typeface="Consolas" panose="020B0609020204030204" pitchFamily="49" charset="0"/>
              </a:rPr>
            </a:br>
            <a:r>
              <a:rPr lang="en-GB" dirty="0">
                <a:solidFill>
                  <a:srgbClr val="065598"/>
                </a:solidFill>
                <a:latin typeface="Consolas" panose="020B0609020204030204" pitchFamily="49" charset="0"/>
              </a:rPr>
              <a:t>d </a:t>
            </a:r>
            <a:r>
              <a:rPr lang="en-GB" dirty="0">
                <a:solidFill>
                  <a:srgbClr val="065598"/>
                </a:solidFill>
                <a:latin typeface="Consolas" panose="020B0609020204030204" pitchFamily="49" charset="0"/>
                <a:sym typeface="Wingdings" panose="05000000000000000000" pitchFamily="2" charset="2"/>
              </a:rPr>
              <a:t></a:t>
            </a:r>
            <a:r>
              <a:rPr lang="en-GB" dirty="0">
                <a:solidFill>
                  <a:srgbClr val="065598"/>
                </a:solidFill>
                <a:latin typeface="Consolas" panose="020B0609020204030204" pitchFamily="49" charset="0"/>
              </a:rPr>
              <a:t> a + b + c</a:t>
            </a:r>
            <a:br>
              <a:rPr lang="en-GB" dirty="0">
                <a:solidFill>
                  <a:srgbClr val="065598"/>
                </a:solidFill>
                <a:latin typeface="Consolas" panose="020B0609020204030204" pitchFamily="49" charset="0"/>
              </a:rPr>
            </a:br>
            <a:r>
              <a:rPr lang="en-GB" dirty="0">
                <a:solidFill>
                  <a:srgbClr val="065598"/>
                </a:solidFill>
                <a:latin typeface="Consolas" panose="020B0609020204030204" pitchFamily="49" charset="0"/>
              </a:rPr>
              <a:t>e </a:t>
            </a:r>
            <a:r>
              <a:rPr lang="en-GB" dirty="0">
                <a:solidFill>
                  <a:srgbClr val="065598"/>
                </a:solidFill>
                <a:latin typeface="Consolas" panose="020B0609020204030204" pitchFamily="49" charset="0"/>
                <a:sym typeface="Wingdings" panose="05000000000000000000" pitchFamily="2" charset="2"/>
              </a:rPr>
              <a:t></a:t>
            </a:r>
            <a:r>
              <a:rPr lang="en-GB" dirty="0">
                <a:solidFill>
                  <a:srgbClr val="065598"/>
                </a:solidFill>
                <a:latin typeface="Consolas" panose="020B0609020204030204" pitchFamily="49" charset="0"/>
              </a:rPr>
              <a:t> d / 3</a:t>
            </a:r>
            <a:br>
              <a:rPr lang="en-GB" dirty="0">
                <a:solidFill>
                  <a:srgbClr val="065598"/>
                </a:solidFill>
                <a:latin typeface="Consolas" panose="020B0609020204030204" pitchFamily="49" charset="0"/>
              </a:rPr>
            </a:br>
            <a:r>
              <a:rPr lang="en-GB" dirty="0">
                <a:solidFill>
                  <a:srgbClr val="065598"/>
                </a:solidFill>
                <a:latin typeface="Consolas" panose="020B0609020204030204" pitchFamily="49" charset="0"/>
              </a:rPr>
              <a:t>OUTPUT e</a:t>
            </a:r>
          </a:p>
        </p:txBody>
      </p:sp>
      <p:sp>
        <p:nvSpPr>
          <p:cNvPr id="7" name="Text Placeholder 2">
            <a:extLst>
              <a:ext uri="{FF2B5EF4-FFF2-40B4-BE49-F238E27FC236}">
                <a16:creationId xmlns:a16="http://schemas.microsoft.com/office/drawing/2014/main" id="{D25B4E51-7ED3-4A38-BAF1-245BB116279F}"/>
              </a:ext>
            </a:extLst>
          </p:cNvPr>
          <p:cNvSpPr txBox="1">
            <a:spLocks/>
          </p:cNvSpPr>
          <p:nvPr/>
        </p:nvSpPr>
        <p:spPr>
          <a:xfrm>
            <a:off x="4194692" y="2779369"/>
            <a:ext cx="4346058" cy="2195690"/>
          </a:xfrm>
          <a:prstGeom prst="rect">
            <a:avLst/>
          </a:prstGeom>
        </p:spPr>
        <p:txBody>
          <a:bodyPr vert="horz" lIns="0" tIns="0" numCol="1"/>
          <a:lstStyle>
            <a:lvl1pPr marL="271463" indent="-271463" algn="l" defTabSz="914400" rtl="0" eaLnBrk="1" latinLnBrk="0" hangingPunct="1">
              <a:lnSpc>
                <a:spcPct val="100000"/>
              </a:lnSpc>
              <a:spcBef>
                <a:spcPts val="0"/>
              </a:spcBef>
              <a:spcAft>
                <a:spcPts val="1400"/>
              </a:spcAft>
              <a:buFont typeface="Arial"/>
              <a:buChar char="•"/>
              <a:defRPr sz="2500" kern="1200">
                <a:solidFill>
                  <a:schemeClr val="tx1"/>
                </a:solidFill>
                <a:latin typeface="Arial"/>
                <a:ea typeface="+mn-ea"/>
                <a:cs typeface="Arial"/>
              </a:defRPr>
            </a:lvl1pPr>
            <a:lvl2pPr marL="723900" indent="-279400" algn="l" defTabSz="914400" rtl="0" eaLnBrk="1" latinLnBrk="0" hangingPunct="1">
              <a:lnSpc>
                <a:spcPct val="100000"/>
              </a:lnSpc>
              <a:spcBef>
                <a:spcPts val="0"/>
              </a:spcBef>
              <a:spcAft>
                <a:spcPts val="1200"/>
              </a:spcAft>
              <a:buFont typeface="Arial"/>
              <a:buChar char="•"/>
              <a:defRPr lang="en-US" sz="2000" kern="1200" dirty="0" smtClean="0">
                <a:solidFill>
                  <a:srgbClr val="5FBAC9"/>
                </a:solidFill>
                <a:latin typeface="Arial"/>
                <a:ea typeface="+mn-ea"/>
                <a:cs typeface="Arial"/>
              </a:defRPr>
            </a:lvl2pPr>
            <a:lvl3pPr marL="723900" indent="-279400" algn="l" defTabSz="914400" rtl="0" eaLnBrk="1" latinLnBrk="0" hangingPunct="1">
              <a:lnSpc>
                <a:spcPct val="100000"/>
              </a:lnSpc>
              <a:spcBef>
                <a:spcPts val="500"/>
              </a:spcBef>
              <a:buFont typeface="Arial"/>
              <a:buChar char="•"/>
              <a:defRPr lang="en-US" sz="2000" kern="1200" baseline="0" dirty="0" smtClean="0">
                <a:solidFill>
                  <a:srgbClr val="004663"/>
                </a:solidFill>
                <a:latin typeface="Arial"/>
                <a:ea typeface="+mn-ea"/>
                <a:cs typeface="Arial"/>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44500" lvl="1" indent="0">
              <a:buNone/>
            </a:pPr>
            <a:r>
              <a:rPr lang="en-GB" dirty="0">
                <a:solidFill>
                  <a:srgbClr val="065598"/>
                </a:solidFill>
                <a:latin typeface="Consolas" panose="020B0609020204030204" pitchFamily="49" charset="0"/>
              </a:rPr>
              <a:t>INPUT num1</a:t>
            </a:r>
            <a:br>
              <a:rPr lang="en-GB" dirty="0">
                <a:solidFill>
                  <a:srgbClr val="065598"/>
                </a:solidFill>
                <a:latin typeface="Consolas" panose="020B0609020204030204" pitchFamily="49" charset="0"/>
              </a:rPr>
            </a:br>
            <a:r>
              <a:rPr lang="en-GB" dirty="0">
                <a:solidFill>
                  <a:srgbClr val="065598"/>
                </a:solidFill>
                <a:latin typeface="Consolas" panose="020B0609020204030204" pitchFamily="49" charset="0"/>
              </a:rPr>
              <a:t>INPUT num2</a:t>
            </a:r>
            <a:br>
              <a:rPr lang="en-GB" dirty="0">
                <a:solidFill>
                  <a:srgbClr val="065598"/>
                </a:solidFill>
                <a:latin typeface="Consolas" panose="020B0609020204030204" pitchFamily="49" charset="0"/>
              </a:rPr>
            </a:br>
            <a:r>
              <a:rPr lang="en-GB" dirty="0">
                <a:solidFill>
                  <a:srgbClr val="065598"/>
                </a:solidFill>
                <a:latin typeface="Consolas" panose="020B0609020204030204" pitchFamily="49" charset="0"/>
              </a:rPr>
              <a:t>INPUT num3</a:t>
            </a:r>
            <a:br>
              <a:rPr lang="en-GB" dirty="0">
                <a:solidFill>
                  <a:srgbClr val="065598"/>
                </a:solidFill>
                <a:latin typeface="Consolas" panose="020B0609020204030204" pitchFamily="49" charset="0"/>
              </a:rPr>
            </a:br>
            <a:r>
              <a:rPr lang="en-GB" dirty="0">
                <a:solidFill>
                  <a:srgbClr val="065598"/>
                </a:solidFill>
                <a:latin typeface="Consolas" panose="020B0609020204030204" pitchFamily="49" charset="0"/>
              </a:rPr>
              <a:t>total </a:t>
            </a:r>
            <a:r>
              <a:rPr lang="en-GB" dirty="0">
                <a:solidFill>
                  <a:srgbClr val="065598"/>
                </a:solidFill>
                <a:latin typeface="Consolas" panose="020B0609020204030204" pitchFamily="49" charset="0"/>
                <a:sym typeface="Wingdings" panose="05000000000000000000" pitchFamily="2" charset="2"/>
              </a:rPr>
              <a:t></a:t>
            </a:r>
            <a:r>
              <a:rPr lang="en-GB" dirty="0">
                <a:solidFill>
                  <a:srgbClr val="065598"/>
                </a:solidFill>
                <a:latin typeface="Consolas" panose="020B0609020204030204" pitchFamily="49" charset="0"/>
              </a:rPr>
              <a:t> num1 + num2 + num3</a:t>
            </a:r>
            <a:br>
              <a:rPr lang="en-GB" dirty="0">
                <a:solidFill>
                  <a:srgbClr val="065598"/>
                </a:solidFill>
                <a:latin typeface="Consolas" panose="020B0609020204030204" pitchFamily="49" charset="0"/>
              </a:rPr>
            </a:br>
            <a:r>
              <a:rPr lang="en-GB" dirty="0">
                <a:solidFill>
                  <a:srgbClr val="065598"/>
                </a:solidFill>
                <a:latin typeface="Consolas" panose="020B0609020204030204" pitchFamily="49" charset="0"/>
              </a:rPr>
              <a:t>average </a:t>
            </a:r>
            <a:r>
              <a:rPr lang="en-GB" dirty="0">
                <a:solidFill>
                  <a:srgbClr val="065598"/>
                </a:solidFill>
                <a:latin typeface="Consolas" panose="020B0609020204030204" pitchFamily="49" charset="0"/>
                <a:sym typeface="Wingdings" panose="05000000000000000000" pitchFamily="2" charset="2"/>
              </a:rPr>
              <a:t></a:t>
            </a:r>
            <a:r>
              <a:rPr lang="en-GB" dirty="0">
                <a:solidFill>
                  <a:srgbClr val="065598"/>
                </a:solidFill>
                <a:latin typeface="Consolas" panose="020B0609020204030204" pitchFamily="49" charset="0"/>
              </a:rPr>
              <a:t> total / 3</a:t>
            </a:r>
            <a:br>
              <a:rPr lang="en-GB" dirty="0">
                <a:solidFill>
                  <a:srgbClr val="065598"/>
                </a:solidFill>
                <a:latin typeface="Consolas" panose="020B0609020204030204" pitchFamily="49" charset="0"/>
              </a:rPr>
            </a:br>
            <a:r>
              <a:rPr lang="en-GB" dirty="0">
                <a:solidFill>
                  <a:srgbClr val="065598"/>
                </a:solidFill>
                <a:latin typeface="Consolas" panose="020B0609020204030204" pitchFamily="49" charset="0"/>
              </a:rPr>
              <a:t>OUTPUT average</a:t>
            </a:r>
            <a:br>
              <a:rPr lang="en-GB" dirty="0">
                <a:solidFill>
                  <a:srgbClr val="065598"/>
                </a:solidFill>
              </a:rPr>
            </a:br>
            <a:endParaRPr lang="en-GB" dirty="0">
              <a:solidFill>
                <a:srgbClr val="065598"/>
              </a:solidFill>
            </a:endParaRPr>
          </a:p>
          <a:p>
            <a:pPr marL="444500" lvl="1" indent="0">
              <a:buNone/>
            </a:pPr>
            <a:endParaRPr lang="en-GB" dirty="0">
              <a:solidFill>
                <a:srgbClr val="065598"/>
              </a:solidFill>
            </a:endParaRPr>
          </a:p>
        </p:txBody>
      </p:sp>
    </p:spTree>
    <p:extLst>
      <p:ext uri="{BB962C8B-B14F-4D97-AF65-F5344CB8AC3E}">
        <p14:creationId xmlns:p14="http://schemas.microsoft.com/office/powerpoint/2010/main" val="40060629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3DE2564-EDFE-486B-9ED0-67BDAD061E6D}"/>
              </a:ext>
            </a:extLst>
          </p:cNvPr>
          <p:cNvSpPr>
            <a:spLocks noGrp="1"/>
          </p:cNvSpPr>
          <p:nvPr>
            <p:ph type="body" sz="quarter" idx="13"/>
          </p:nvPr>
        </p:nvSpPr>
        <p:spPr/>
        <p:txBody>
          <a:bodyPr/>
          <a:lstStyle/>
          <a:p>
            <a:r>
              <a:rPr lang="en-GB" dirty="0"/>
              <a:t>Meaningful identifiers</a:t>
            </a:r>
          </a:p>
        </p:txBody>
      </p:sp>
      <p:sp>
        <p:nvSpPr>
          <p:cNvPr id="3" name="Text Placeholder 2">
            <a:extLst>
              <a:ext uri="{FF2B5EF4-FFF2-40B4-BE49-F238E27FC236}">
                <a16:creationId xmlns:a16="http://schemas.microsoft.com/office/drawing/2014/main" id="{C482B53D-C125-46FA-9284-AB7E51BAB56C}"/>
              </a:ext>
            </a:extLst>
          </p:cNvPr>
          <p:cNvSpPr>
            <a:spLocks noGrp="1"/>
          </p:cNvSpPr>
          <p:nvPr>
            <p:ph type="body" sz="quarter" idx="14"/>
          </p:nvPr>
        </p:nvSpPr>
        <p:spPr/>
        <p:txBody>
          <a:bodyPr/>
          <a:lstStyle/>
          <a:p>
            <a:r>
              <a:rPr lang="en-GB" dirty="0"/>
              <a:t>The two programs below are the same algorithm</a:t>
            </a:r>
          </a:p>
          <a:p>
            <a:pPr lvl="1"/>
            <a:r>
              <a:rPr lang="en-GB" dirty="0"/>
              <a:t>Which is easier to understand? Why?</a:t>
            </a:r>
          </a:p>
          <a:p>
            <a:pPr lvl="1"/>
            <a:endParaRPr lang="en-GB" dirty="0"/>
          </a:p>
          <a:p>
            <a:pPr lvl="1"/>
            <a:endParaRPr lang="en-GB" dirty="0"/>
          </a:p>
          <a:p>
            <a:pPr lvl="1"/>
            <a:endParaRPr lang="en-GB" dirty="0"/>
          </a:p>
          <a:p>
            <a:pPr lvl="1"/>
            <a:endParaRPr lang="en-GB" dirty="0"/>
          </a:p>
          <a:p>
            <a:pPr lvl="1"/>
            <a:endParaRPr lang="en-GB" dirty="0"/>
          </a:p>
          <a:p>
            <a:r>
              <a:rPr lang="en-GB" dirty="0">
                <a:solidFill>
                  <a:srgbClr val="FF0000"/>
                </a:solidFill>
              </a:rPr>
              <a:t>It is important to use meaningful names for variables, constants, arrays, functions &amp; procedures</a:t>
            </a:r>
          </a:p>
          <a:p>
            <a:pPr lvl="1"/>
            <a:r>
              <a:rPr lang="en-GB" dirty="0">
                <a:solidFill>
                  <a:srgbClr val="FF0000"/>
                </a:solidFill>
              </a:rPr>
              <a:t>This makes code easier to read and understand</a:t>
            </a:r>
          </a:p>
        </p:txBody>
      </p:sp>
      <p:sp>
        <p:nvSpPr>
          <p:cNvPr id="6" name="Text Placeholder 2">
            <a:extLst>
              <a:ext uri="{FF2B5EF4-FFF2-40B4-BE49-F238E27FC236}">
                <a16:creationId xmlns:a16="http://schemas.microsoft.com/office/drawing/2014/main" id="{FC6AC16F-E18C-4D1F-AB6D-D09D853AF9C3}"/>
              </a:ext>
            </a:extLst>
          </p:cNvPr>
          <p:cNvSpPr txBox="1">
            <a:spLocks/>
          </p:cNvSpPr>
          <p:nvPr/>
        </p:nvSpPr>
        <p:spPr>
          <a:xfrm>
            <a:off x="995806" y="2779368"/>
            <a:ext cx="3240125" cy="1949043"/>
          </a:xfrm>
          <a:prstGeom prst="rect">
            <a:avLst/>
          </a:prstGeom>
        </p:spPr>
        <p:txBody>
          <a:bodyPr vert="horz" lIns="0" tIns="0" numCol="1"/>
          <a:lstStyle>
            <a:lvl1pPr marL="271463" indent="-271463" algn="l" defTabSz="914400" rtl="0" eaLnBrk="1" latinLnBrk="0" hangingPunct="1">
              <a:lnSpc>
                <a:spcPct val="100000"/>
              </a:lnSpc>
              <a:spcBef>
                <a:spcPts val="0"/>
              </a:spcBef>
              <a:spcAft>
                <a:spcPts val="1400"/>
              </a:spcAft>
              <a:buFont typeface="Arial"/>
              <a:buChar char="•"/>
              <a:defRPr sz="2500" kern="1200">
                <a:solidFill>
                  <a:schemeClr val="tx1"/>
                </a:solidFill>
                <a:latin typeface="Arial"/>
                <a:ea typeface="+mn-ea"/>
                <a:cs typeface="Arial"/>
              </a:defRPr>
            </a:lvl1pPr>
            <a:lvl2pPr marL="723900" indent="-279400" algn="l" defTabSz="914400" rtl="0" eaLnBrk="1" latinLnBrk="0" hangingPunct="1">
              <a:lnSpc>
                <a:spcPct val="100000"/>
              </a:lnSpc>
              <a:spcBef>
                <a:spcPts val="0"/>
              </a:spcBef>
              <a:spcAft>
                <a:spcPts val="1200"/>
              </a:spcAft>
              <a:buFont typeface="Arial"/>
              <a:buChar char="•"/>
              <a:defRPr lang="en-US" sz="2000" kern="1200" dirty="0" smtClean="0">
                <a:solidFill>
                  <a:srgbClr val="5FBAC9"/>
                </a:solidFill>
                <a:latin typeface="Arial"/>
                <a:ea typeface="+mn-ea"/>
                <a:cs typeface="Arial"/>
              </a:defRPr>
            </a:lvl2pPr>
            <a:lvl3pPr marL="723900" indent="-279400" algn="l" defTabSz="914400" rtl="0" eaLnBrk="1" latinLnBrk="0" hangingPunct="1">
              <a:lnSpc>
                <a:spcPct val="100000"/>
              </a:lnSpc>
              <a:spcBef>
                <a:spcPts val="500"/>
              </a:spcBef>
              <a:buFont typeface="Arial"/>
              <a:buChar char="•"/>
              <a:defRPr lang="en-US" sz="2000" kern="1200" baseline="0" dirty="0" smtClean="0">
                <a:solidFill>
                  <a:srgbClr val="004663"/>
                </a:solidFill>
                <a:latin typeface="Arial"/>
                <a:ea typeface="+mn-ea"/>
                <a:cs typeface="Arial"/>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44500" lvl="1" indent="0">
              <a:buNone/>
            </a:pPr>
            <a:r>
              <a:rPr lang="en-GB" dirty="0">
                <a:latin typeface="Consolas" panose="020B0609020204030204" pitchFamily="49" charset="0"/>
              </a:rPr>
              <a:t>INPUT a</a:t>
            </a:r>
            <a:br>
              <a:rPr lang="en-GB" dirty="0">
                <a:latin typeface="Consolas" panose="020B0609020204030204" pitchFamily="49" charset="0"/>
              </a:rPr>
            </a:br>
            <a:r>
              <a:rPr lang="en-GB" dirty="0">
                <a:latin typeface="Consolas" panose="020B0609020204030204" pitchFamily="49" charset="0"/>
              </a:rPr>
              <a:t>INPUT b</a:t>
            </a:r>
            <a:br>
              <a:rPr lang="en-GB" dirty="0">
                <a:latin typeface="Consolas" panose="020B0609020204030204" pitchFamily="49" charset="0"/>
              </a:rPr>
            </a:br>
            <a:r>
              <a:rPr lang="en-GB" dirty="0">
                <a:latin typeface="Consolas" panose="020B0609020204030204" pitchFamily="49" charset="0"/>
              </a:rPr>
              <a:t>INPUT c</a:t>
            </a:r>
            <a:br>
              <a:rPr lang="en-GB" dirty="0">
                <a:latin typeface="Consolas" panose="020B0609020204030204" pitchFamily="49" charset="0"/>
              </a:rPr>
            </a:br>
            <a:r>
              <a:rPr lang="en-GB" dirty="0">
                <a:latin typeface="Consolas" panose="020B0609020204030204" pitchFamily="49" charset="0"/>
              </a:rPr>
              <a:t>d </a:t>
            </a:r>
            <a:r>
              <a:rPr lang="en-GB" dirty="0">
                <a:latin typeface="Consolas" panose="020B0609020204030204" pitchFamily="49" charset="0"/>
                <a:sym typeface="Wingdings" panose="05000000000000000000" pitchFamily="2" charset="2"/>
              </a:rPr>
              <a:t></a:t>
            </a:r>
            <a:r>
              <a:rPr lang="en-GB" dirty="0">
                <a:latin typeface="Consolas" panose="020B0609020204030204" pitchFamily="49" charset="0"/>
              </a:rPr>
              <a:t> a + b + c</a:t>
            </a:r>
            <a:br>
              <a:rPr lang="en-GB" dirty="0">
                <a:latin typeface="Consolas" panose="020B0609020204030204" pitchFamily="49" charset="0"/>
              </a:rPr>
            </a:br>
            <a:r>
              <a:rPr lang="en-GB" dirty="0">
                <a:latin typeface="Consolas" panose="020B0609020204030204" pitchFamily="49" charset="0"/>
              </a:rPr>
              <a:t>e </a:t>
            </a:r>
            <a:r>
              <a:rPr lang="en-GB" dirty="0">
                <a:latin typeface="Consolas" panose="020B0609020204030204" pitchFamily="49" charset="0"/>
                <a:sym typeface="Wingdings" panose="05000000000000000000" pitchFamily="2" charset="2"/>
              </a:rPr>
              <a:t></a:t>
            </a:r>
            <a:r>
              <a:rPr lang="en-GB" dirty="0">
                <a:latin typeface="Consolas" panose="020B0609020204030204" pitchFamily="49" charset="0"/>
              </a:rPr>
              <a:t> d / 3</a:t>
            </a:r>
            <a:br>
              <a:rPr lang="en-GB" dirty="0">
                <a:latin typeface="Consolas" panose="020B0609020204030204" pitchFamily="49" charset="0"/>
              </a:rPr>
            </a:br>
            <a:r>
              <a:rPr lang="en-GB" dirty="0">
                <a:latin typeface="Consolas" panose="020B0609020204030204" pitchFamily="49" charset="0"/>
              </a:rPr>
              <a:t>OUPTUT e</a:t>
            </a:r>
          </a:p>
        </p:txBody>
      </p:sp>
      <p:sp>
        <p:nvSpPr>
          <p:cNvPr id="7" name="Text Placeholder 2">
            <a:extLst>
              <a:ext uri="{FF2B5EF4-FFF2-40B4-BE49-F238E27FC236}">
                <a16:creationId xmlns:a16="http://schemas.microsoft.com/office/drawing/2014/main" id="{D25B4E51-7ED3-4A38-BAF1-245BB116279F}"/>
              </a:ext>
            </a:extLst>
          </p:cNvPr>
          <p:cNvSpPr txBox="1">
            <a:spLocks/>
          </p:cNvSpPr>
          <p:nvPr/>
        </p:nvSpPr>
        <p:spPr>
          <a:xfrm>
            <a:off x="4194692" y="2779369"/>
            <a:ext cx="4346058" cy="2221066"/>
          </a:xfrm>
          <a:prstGeom prst="rect">
            <a:avLst/>
          </a:prstGeom>
        </p:spPr>
        <p:txBody>
          <a:bodyPr vert="horz" lIns="0" tIns="0" numCol="1"/>
          <a:lstStyle>
            <a:lvl1pPr marL="271463" indent="-271463" algn="l" defTabSz="914400" rtl="0" eaLnBrk="1" latinLnBrk="0" hangingPunct="1">
              <a:lnSpc>
                <a:spcPct val="100000"/>
              </a:lnSpc>
              <a:spcBef>
                <a:spcPts val="0"/>
              </a:spcBef>
              <a:spcAft>
                <a:spcPts val="1400"/>
              </a:spcAft>
              <a:buFont typeface="Arial"/>
              <a:buChar char="•"/>
              <a:defRPr sz="2500" kern="1200">
                <a:solidFill>
                  <a:schemeClr val="tx1"/>
                </a:solidFill>
                <a:latin typeface="Arial"/>
                <a:ea typeface="+mn-ea"/>
                <a:cs typeface="Arial"/>
              </a:defRPr>
            </a:lvl1pPr>
            <a:lvl2pPr marL="723900" indent="-279400" algn="l" defTabSz="914400" rtl="0" eaLnBrk="1" latinLnBrk="0" hangingPunct="1">
              <a:lnSpc>
                <a:spcPct val="100000"/>
              </a:lnSpc>
              <a:spcBef>
                <a:spcPts val="0"/>
              </a:spcBef>
              <a:spcAft>
                <a:spcPts val="1200"/>
              </a:spcAft>
              <a:buFont typeface="Arial"/>
              <a:buChar char="•"/>
              <a:defRPr lang="en-US" sz="2000" kern="1200" dirty="0" smtClean="0">
                <a:solidFill>
                  <a:srgbClr val="5FBAC9"/>
                </a:solidFill>
                <a:latin typeface="Arial"/>
                <a:ea typeface="+mn-ea"/>
                <a:cs typeface="Arial"/>
              </a:defRPr>
            </a:lvl2pPr>
            <a:lvl3pPr marL="723900" indent="-279400" algn="l" defTabSz="914400" rtl="0" eaLnBrk="1" latinLnBrk="0" hangingPunct="1">
              <a:lnSpc>
                <a:spcPct val="100000"/>
              </a:lnSpc>
              <a:spcBef>
                <a:spcPts val="500"/>
              </a:spcBef>
              <a:buFont typeface="Arial"/>
              <a:buChar char="•"/>
              <a:defRPr lang="en-US" sz="2000" kern="1200" baseline="0" dirty="0" smtClean="0">
                <a:solidFill>
                  <a:srgbClr val="004663"/>
                </a:solidFill>
                <a:latin typeface="Arial"/>
                <a:ea typeface="+mn-ea"/>
                <a:cs typeface="Arial"/>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44500" lvl="1" indent="0">
              <a:buNone/>
            </a:pPr>
            <a:r>
              <a:rPr lang="en-GB" dirty="0">
                <a:solidFill>
                  <a:srgbClr val="00B050"/>
                </a:solidFill>
                <a:latin typeface="Consolas" panose="020B0609020204030204" pitchFamily="49" charset="0"/>
              </a:rPr>
              <a:t>INPUT num1</a:t>
            </a:r>
            <a:br>
              <a:rPr lang="en-GB" dirty="0">
                <a:solidFill>
                  <a:srgbClr val="00B050"/>
                </a:solidFill>
                <a:latin typeface="Consolas" panose="020B0609020204030204" pitchFamily="49" charset="0"/>
              </a:rPr>
            </a:br>
            <a:r>
              <a:rPr lang="en-GB" dirty="0">
                <a:solidFill>
                  <a:srgbClr val="00B050"/>
                </a:solidFill>
                <a:latin typeface="Consolas" panose="020B0609020204030204" pitchFamily="49" charset="0"/>
              </a:rPr>
              <a:t>INPUT num2</a:t>
            </a:r>
            <a:br>
              <a:rPr lang="en-GB" dirty="0">
                <a:solidFill>
                  <a:srgbClr val="00B050"/>
                </a:solidFill>
                <a:latin typeface="Consolas" panose="020B0609020204030204" pitchFamily="49" charset="0"/>
              </a:rPr>
            </a:br>
            <a:r>
              <a:rPr lang="en-GB" dirty="0">
                <a:solidFill>
                  <a:srgbClr val="00B050"/>
                </a:solidFill>
                <a:latin typeface="Consolas" panose="020B0609020204030204" pitchFamily="49" charset="0"/>
              </a:rPr>
              <a:t>INPUT num3</a:t>
            </a:r>
            <a:br>
              <a:rPr lang="en-GB" dirty="0">
                <a:solidFill>
                  <a:srgbClr val="00B050"/>
                </a:solidFill>
                <a:latin typeface="Consolas" panose="020B0609020204030204" pitchFamily="49" charset="0"/>
              </a:rPr>
            </a:br>
            <a:r>
              <a:rPr lang="en-GB" dirty="0">
                <a:solidFill>
                  <a:srgbClr val="00B050"/>
                </a:solidFill>
                <a:latin typeface="Consolas" panose="020B0609020204030204" pitchFamily="49" charset="0"/>
              </a:rPr>
              <a:t>total </a:t>
            </a:r>
            <a:r>
              <a:rPr lang="en-GB" dirty="0">
                <a:solidFill>
                  <a:srgbClr val="00B050"/>
                </a:solidFill>
                <a:latin typeface="Consolas" panose="020B0609020204030204" pitchFamily="49" charset="0"/>
                <a:sym typeface="Wingdings" panose="05000000000000000000" pitchFamily="2" charset="2"/>
              </a:rPr>
              <a:t></a:t>
            </a:r>
            <a:r>
              <a:rPr lang="en-GB" dirty="0">
                <a:solidFill>
                  <a:srgbClr val="00B050"/>
                </a:solidFill>
                <a:latin typeface="Consolas" panose="020B0609020204030204" pitchFamily="49" charset="0"/>
              </a:rPr>
              <a:t> num1 + num2 + num3</a:t>
            </a:r>
            <a:br>
              <a:rPr lang="en-GB" dirty="0">
                <a:solidFill>
                  <a:srgbClr val="00B050"/>
                </a:solidFill>
                <a:latin typeface="Consolas" panose="020B0609020204030204" pitchFamily="49" charset="0"/>
              </a:rPr>
            </a:br>
            <a:r>
              <a:rPr lang="en-GB" dirty="0">
                <a:solidFill>
                  <a:srgbClr val="00B050"/>
                </a:solidFill>
                <a:latin typeface="Consolas" panose="020B0609020204030204" pitchFamily="49" charset="0"/>
              </a:rPr>
              <a:t>average </a:t>
            </a:r>
            <a:r>
              <a:rPr lang="en-GB" dirty="0">
                <a:solidFill>
                  <a:srgbClr val="00B050"/>
                </a:solidFill>
                <a:latin typeface="Consolas" panose="020B0609020204030204" pitchFamily="49" charset="0"/>
                <a:sym typeface="Wingdings" panose="05000000000000000000" pitchFamily="2" charset="2"/>
              </a:rPr>
              <a:t></a:t>
            </a:r>
            <a:r>
              <a:rPr lang="en-GB" dirty="0">
                <a:solidFill>
                  <a:srgbClr val="00B050"/>
                </a:solidFill>
                <a:latin typeface="Consolas" panose="020B0609020204030204" pitchFamily="49" charset="0"/>
              </a:rPr>
              <a:t> total / 3</a:t>
            </a:r>
            <a:br>
              <a:rPr lang="en-GB" dirty="0">
                <a:solidFill>
                  <a:srgbClr val="00B050"/>
                </a:solidFill>
                <a:latin typeface="Consolas" panose="020B0609020204030204" pitchFamily="49" charset="0"/>
              </a:rPr>
            </a:br>
            <a:r>
              <a:rPr lang="en-GB" dirty="0">
                <a:solidFill>
                  <a:srgbClr val="00B050"/>
                </a:solidFill>
                <a:latin typeface="Consolas" panose="020B0609020204030204" pitchFamily="49" charset="0"/>
              </a:rPr>
              <a:t>OUTPUT average</a:t>
            </a:r>
            <a:br>
              <a:rPr lang="en-GB" dirty="0">
                <a:solidFill>
                  <a:srgbClr val="00B050"/>
                </a:solidFill>
              </a:rPr>
            </a:br>
            <a:endParaRPr lang="en-GB" dirty="0">
              <a:solidFill>
                <a:srgbClr val="00B050"/>
              </a:solidFill>
            </a:endParaRPr>
          </a:p>
          <a:p>
            <a:pPr marL="444500" lvl="1" indent="0">
              <a:buNone/>
            </a:pPr>
            <a:endParaRPr lang="en-GB" dirty="0"/>
          </a:p>
        </p:txBody>
      </p:sp>
      <p:sp>
        <p:nvSpPr>
          <p:cNvPr id="4" name="TextBox 3">
            <a:extLst>
              <a:ext uri="{FF2B5EF4-FFF2-40B4-BE49-F238E27FC236}">
                <a16:creationId xmlns:a16="http://schemas.microsoft.com/office/drawing/2014/main" id="{1D0C635C-0A79-43CB-A4F1-2EBB108E2885}"/>
              </a:ext>
            </a:extLst>
          </p:cNvPr>
          <p:cNvSpPr txBox="1"/>
          <p:nvPr/>
        </p:nvSpPr>
        <p:spPr>
          <a:xfrm>
            <a:off x="2924910" y="3984771"/>
            <a:ext cx="1023456" cy="1015663"/>
          </a:xfrm>
          <a:prstGeom prst="rect">
            <a:avLst/>
          </a:prstGeom>
          <a:noFill/>
          <a:ln>
            <a:solidFill>
              <a:schemeClr val="tx1"/>
            </a:solidFill>
          </a:ln>
        </p:spPr>
        <p:txBody>
          <a:bodyPr wrap="square" rtlCol="0">
            <a:spAutoFit/>
          </a:bodyPr>
          <a:lstStyle/>
          <a:p>
            <a:pPr algn="ctr"/>
            <a:r>
              <a:rPr lang="en-GB" sz="6000" dirty="0">
                <a:solidFill>
                  <a:srgbClr val="FF0000"/>
                </a:solidFill>
                <a:sym typeface="Wingdings" panose="05000000000000000000" pitchFamily="2" charset="2"/>
              </a:rPr>
              <a:t></a:t>
            </a:r>
            <a:endParaRPr lang="en-GB" sz="6000" dirty="0">
              <a:solidFill>
                <a:srgbClr val="FF0000"/>
              </a:solidFill>
            </a:endParaRPr>
          </a:p>
        </p:txBody>
      </p:sp>
      <p:sp>
        <p:nvSpPr>
          <p:cNvPr id="8" name="TextBox 7">
            <a:extLst>
              <a:ext uri="{FF2B5EF4-FFF2-40B4-BE49-F238E27FC236}">
                <a16:creationId xmlns:a16="http://schemas.microsoft.com/office/drawing/2014/main" id="{C60E255C-60A7-43FD-9307-C9EA7F660A6D}"/>
              </a:ext>
            </a:extLst>
          </p:cNvPr>
          <p:cNvSpPr txBox="1"/>
          <p:nvPr/>
        </p:nvSpPr>
        <p:spPr>
          <a:xfrm>
            <a:off x="7517294" y="3984771"/>
            <a:ext cx="1023456" cy="1015663"/>
          </a:xfrm>
          <a:prstGeom prst="rect">
            <a:avLst/>
          </a:prstGeom>
          <a:noFill/>
          <a:ln>
            <a:solidFill>
              <a:schemeClr val="tx1"/>
            </a:solidFill>
          </a:ln>
        </p:spPr>
        <p:txBody>
          <a:bodyPr wrap="square" rtlCol="0">
            <a:spAutoFit/>
          </a:bodyPr>
          <a:lstStyle/>
          <a:p>
            <a:pPr algn="ctr"/>
            <a:r>
              <a:rPr lang="en-GB" sz="6000" dirty="0">
                <a:solidFill>
                  <a:srgbClr val="00B050"/>
                </a:solidFill>
                <a:sym typeface="Wingdings" panose="05000000000000000000" pitchFamily="2" charset="2"/>
              </a:rPr>
              <a:t></a:t>
            </a:r>
            <a:endParaRPr lang="en-GB" sz="6000" dirty="0">
              <a:solidFill>
                <a:srgbClr val="00B050"/>
              </a:solidFill>
            </a:endParaRPr>
          </a:p>
        </p:txBody>
      </p:sp>
    </p:spTree>
    <p:extLst>
      <p:ext uri="{BB962C8B-B14F-4D97-AF65-F5344CB8AC3E}">
        <p14:creationId xmlns:p14="http://schemas.microsoft.com/office/powerpoint/2010/main" val="25218688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5A9A6F3-E56A-40FC-B59A-FBEBE5F534CA}"/>
              </a:ext>
            </a:extLst>
          </p:cNvPr>
          <p:cNvSpPr>
            <a:spLocks noGrp="1"/>
          </p:cNvSpPr>
          <p:nvPr>
            <p:ph type="body" sz="quarter" idx="13"/>
          </p:nvPr>
        </p:nvSpPr>
        <p:spPr/>
        <p:txBody>
          <a:bodyPr/>
          <a:lstStyle/>
          <a:p>
            <a:r>
              <a:rPr lang="en-GB" dirty="0"/>
              <a:t>Maintainable programs</a:t>
            </a:r>
          </a:p>
        </p:txBody>
      </p:sp>
      <p:sp>
        <p:nvSpPr>
          <p:cNvPr id="3" name="Text Placeholder 2">
            <a:extLst>
              <a:ext uri="{FF2B5EF4-FFF2-40B4-BE49-F238E27FC236}">
                <a16:creationId xmlns:a16="http://schemas.microsoft.com/office/drawing/2014/main" id="{ED932B1B-139A-46C6-A3B6-C6ABDDDE0939}"/>
              </a:ext>
            </a:extLst>
          </p:cNvPr>
          <p:cNvSpPr>
            <a:spLocks noGrp="1"/>
          </p:cNvSpPr>
          <p:nvPr>
            <p:ph type="body" sz="quarter" idx="14"/>
          </p:nvPr>
        </p:nvSpPr>
        <p:spPr/>
        <p:txBody>
          <a:bodyPr/>
          <a:lstStyle/>
          <a:p>
            <a:r>
              <a:rPr lang="en-GB" dirty="0"/>
              <a:t>Programs need to be maintained</a:t>
            </a:r>
          </a:p>
          <a:p>
            <a:pPr lvl="1"/>
            <a:r>
              <a:rPr lang="en-GB" dirty="0"/>
              <a:t>This will be to improve the code, fix bugs or add new features to the program</a:t>
            </a:r>
          </a:p>
          <a:p>
            <a:pPr lvl="1"/>
            <a:r>
              <a:rPr lang="en-GB" dirty="0"/>
              <a:t>It may be carried out by the original programmer or different programmers</a:t>
            </a:r>
          </a:p>
          <a:p>
            <a:r>
              <a:rPr lang="en-GB" dirty="0"/>
              <a:t>It is important that programs are written in a way to make them easily maintainable. This includes:</a:t>
            </a:r>
          </a:p>
          <a:p>
            <a:pPr lvl="1"/>
            <a:r>
              <a:rPr lang="en-GB" dirty="0"/>
              <a:t>Using meaningful identifiers</a:t>
            </a:r>
          </a:p>
          <a:p>
            <a:pPr lvl="1"/>
            <a:r>
              <a:rPr lang="en-GB" dirty="0"/>
              <a:t>Adding comments</a:t>
            </a:r>
          </a:p>
          <a:p>
            <a:pPr lvl="1"/>
            <a:r>
              <a:rPr lang="en-GB" dirty="0"/>
              <a:t>The use of functions and procedures</a:t>
            </a:r>
          </a:p>
          <a:p>
            <a:pPr lvl="1"/>
            <a:r>
              <a:rPr lang="en-GB" dirty="0"/>
              <a:t>Indentation</a:t>
            </a:r>
          </a:p>
        </p:txBody>
      </p:sp>
    </p:spTree>
    <p:extLst>
      <p:ext uri="{BB962C8B-B14F-4D97-AF65-F5344CB8AC3E}">
        <p14:creationId xmlns:p14="http://schemas.microsoft.com/office/powerpoint/2010/main" val="38837710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CABE24C-FBEC-4A7B-9693-7302CCDE58E1}"/>
              </a:ext>
            </a:extLst>
          </p:cNvPr>
          <p:cNvSpPr>
            <a:spLocks noGrp="1"/>
          </p:cNvSpPr>
          <p:nvPr>
            <p:ph type="body" sz="quarter" idx="13"/>
          </p:nvPr>
        </p:nvSpPr>
        <p:spPr/>
        <p:txBody>
          <a:bodyPr/>
          <a:lstStyle/>
          <a:p>
            <a:r>
              <a:rPr lang="en-GB" dirty="0"/>
              <a:t>Commenting</a:t>
            </a:r>
          </a:p>
        </p:txBody>
      </p:sp>
      <p:sp>
        <p:nvSpPr>
          <p:cNvPr id="3" name="Text Placeholder 2">
            <a:extLst>
              <a:ext uri="{FF2B5EF4-FFF2-40B4-BE49-F238E27FC236}">
                <a16:creationId xmlns:a16="http://schemas.microsoft.com/office/drawing/2014/main" id="{16FCDC24-A8F7-4A05-8BA4-0B4F18D469F2}"/>
              </a:ext>
            </a:extLst>
          </p:cNvPr>
          <p:cNvSpPr>
            <a:spLocks noGrp="1"/>
          </p:cNvSpPr>
          <p:nvPr>
            <p:ph type="body" sz="quarter" idx="14"/>
          </p:nvPr>
        </p:nvSpPr>
        <p:spPr/>
        <p:txBody>
          <a:bodyPr/>
          <a:lstStyle/>
          <a:p>
            <a:r>
              <a:rPr lang="en-US" dirty="0"/>
              <a:t>Comments in code help other programmers to understand your code</a:t>
            </a:r>
          </a:p>
          <a:p>
            <a:pPr lvl="1"/>
            <a:r>
              <a:rPr lang="en-US" dirty="0"/>
              <a:t>They also help you understand your code when you go back to it at a later time</a:t>
            </a:r>
          </a:p>
          <a:p>
            <a:r>
              <a:rPr lang="en-US" dirty="0"/>
              <a:t>Which parts of programming code tend </a:t>
            </a:r>
            <a:br>
              <a:rPr lang="en-US" dirty="0"/>
            </a:br>
            <a:r>
              <a:rPr lang="en-US" dirty="0"/>
              <a:t>to be commented?</a:t>
            </a:r>
          </a:p>
          <a:p>
            <a:pPr lvl="1"/>
            <a:r>
              <a:rPr lang="en-US" dirty="0"/>
              <a:t>Which parts are typically not commented?</a:t>
            </a:r>
          </a:p>
        </p:txBody>
      </p:sp>
      <p:pic>
        <p:nvPicPr>
          <p:cNvPr id="7" name="Graphic 6">
            <a:extLst>
              <a:ext uri="{FF2B5EF4-FFF2-40B4-BE49-F238E27FC236}">
                <a16:creationId xmlns:a16="http://schemas.microsoft.com/office/drawing/2014/main" id="{3F29E33D-B0B2-4B68-8789-8580DE3CBD6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499526" y="3338763"/>
            <a:ext cx="2288479" cy="2513175"/>
          </a:xfrm>
          <a:prstGeom prst="rect">
            <a:avLst/>
          </a:prstGeom>
        </p:spPr>
      </p:pic>
    </p:spTree>
    <p:extLst>
      <p:ext uri="{BB962C8B-B14F-4D97-AF65-F5344CB8AC3E}">
        <p14:creationId xmlns:p14="http://schemas.microsoft.com/office/powerpoint/2010/main" val="27465730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FBEB151-1336-4921-A363-A84C365CBAB1}"/>
              </a:ext>
            </a:extLst>
          </p:cNvPr>
          <p:cNvSpPr>
            <a:spLocks noGrp="1"/>
          </p:cNvSpPr>
          <p:nvPr>
            <p:ph type="body" sz="quarter" idx="13"/>
          </p:nvPr>
        </p:nvSpPr>
        <p:spPr/>
        <p:txBody>
          <a:bodyPr/>
          <a:lstStyle/>
          <a:p>
            <a:r>
              <a:rPr lang="en-GB" dirty="0"/>
              <a:t>Commenting</a:t>
            </a:r>
          </a:p>
        </p:txBody>
      </p:sp>
      <p:sp>
        <p:nvSpPr>
          <p:cNvPr id="3" name="Text Placeholder 2">
            <a:extLst>
              <a:ext uri="{FF2B5EF4-FFF2-40B4-BE49-F238E27FC236}">
                <a16:creationId xmlns:a16="http://schemas.microsoft.com/office/drawing/2014/main" id="{6CC43675-E393-4D99-AE74-B9734242FF8E}"/>
              </a:ext>
            </a:extLst>
          </p:cNvPr>
          <p:cNvSpPr>
            <a:spLocks noGrp="1"/>
          </p:cNvSpPr>
          <p:nvPr>
            <p:ph type="body" sz="quarter" idx="14"/>
          </p:nvPr>
        </p:nvSpPr>
        <p:spPr/>
        <p:txBody>
          <a:bodyPr/>
          <a:lstStyle/>
          <a:p>
            <a:r>
              <a:rPr lang="en-GB" dirty="0"/>
              <a:t>Comments are usually written for:</a:t>
            </a:r>
          </a:p>
          <a:p>
            <a:pPr lvl="1"/>
            <a:r>
              <a:rPr lang="en-GB" dirty="0">
                <a:solidFill>
                  <a:srgbClr val="FF0000"/>
                </a:solidFill>
              </a:rPr>
              <a:t>Parts of a program/algorithm that are difficult to understand</a:t>
            </a:r>
          </a:p>
          <a:p>
            <a:pPr lvl="1"/>
            <a:r>
              <a:rPr lang="en-GB" dirty="0">
                <a:solidFill>
                  <a:srgbClr val="FF0000"/>
                </a:solidFill>
              </a:rPr>
              <a:t>At the start of a function or procedure to explain what it does</a:t>
            </a:r>
          </a:p>
          <a:p>
            <a:r>
              <a:rPr lang="en-GB" dirty="0"/>
              <a:t>Comments usually aren’t written for:</a:t>
            </a:r>
          </a:p>
          <a:p>
            <a:pPr lvl="1"/>
            <a:r>
              <a:rPr lang="en-GB" dirty="0">
                <a:solidFill>
                  <a:srgbClr val="FF0000"/>
                </a:solidFill>
              </a:rPr>
              <a:t>Every line of code</a:t>
            </a:r>
          </a:p>
          <a:p>
            <a:pPr lvl="1"/>
            <a:r>
              <a:rPr lang="en-GB" dirty="0">
                <a:solidFill>
                  <a:srgbClr val="FF0000"/>
                </a:solidFill>
              </a:rPr>
              <a:t>To explain parts of code that are obvious</a:t>
            </a:r>
          </a:p>
          <a:p>
            <a:pPr lvl="1"/>
            <a:r>
              <a:rPr lang="en-GB" dirty="0">
                <a:solidFill>
                  <a:srgbClr val="FF0000"/>
                </a:solidFill>
              </a:rPr>
              <a:t>To explain easier syntax used in the programming language – programmers are expected to look up and learn parts of the language that they don’t understand</a:t>
            </a:r>
          </a:p>
        </p:txBody>
      </p:sp>
    </p:spTree>
    <p:extLst>
      <p:ext uri="{BB962C8B-B14F-4D97-AF65-F5344CB8AC3E}">
        <p14:creationId xmlns:p14="http://schemas.microsoft.com/office/powerpoint/2010/main" val="9109945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3DE2564-EDFE-486B-9ED0-67BDAD061E6D}"/>
              </a:ext>
            </a:extLst>
          </p:cNvPr>
          <p:cNvSpPr>
            <a:spLocks noGrp="1"/>
          </p:cNvSpPr>
          <p:nvPr>
            <p:ph type="body" sz="quarter" idx="13"/>
          </p:nvPr>
        </p:nvSpPr>
        <p:spPr/>
        <p:txBody>
          <a:bodyPr/>
          <a:lstStyle/>
          <a:p>
            <a:r>
              <a:rPr lang="en-GB" dirty="0"/>
              <a:t>Procedures and functions</a:t>
            </a:r>
          </a:p>
        </p:txBody>
      </p:sp>
      <p:sp>
        <p:nvSpPr>
          <p:cNvPr id="3" name="Text Placeholder 2">
            <a:extLst>
              <a:ext uri="{FF2B5EF4-FFF2-40B4-BE49-F238E27FC236}">
                <a16:creationId xmlns:a16="http://schemas.microsoft.com/office/drawing/2014/main" id="{C482B53D-C125-46FA-9284-AB7E51BAB56C}"/>
              </a:ext>
            </a:extLst>
          </p:cNvPr>
          <p:cNvSpPr>
            <a:spLocks noGrp="1"/>
          </p:cNvSpPr>
          <p:nvPr>
            <p:ph type="body" sz="quarter" idx="14"/>
          </p:nvPr>
        </p:nvSpPr>
        <p:spPr>
          <a:xfrm>
            <a:off x="724280" y="1724275"/>
            <a:ext cx="7797230" cy="4663020"/>
          </a:xfrm>
        </p:spPr>
        <p:txBody>
          <a:bodyPr/>
          <a:lstStyle/>
          <a:p>
            <a:r>
              <a:rPr lang="en-GB" dirty="0"/>
              <a:t>Subroutines include functions and procedures</a:t>
            </a:r>
          </a:p>
          <a:p>
            <a:pPr lvl="1"/>
            <a:r>
              <a:rPr lang="en-GB" dirty="0"/>
              <a:t>Well written subroutines will take inputs (through parameters) and if necessary return a value</a:t>
            </a:r>
          </a:p>
          <a:p>
            <a:pPr lvl="1"/>
            <a:r>
              <a:rPr lang="en-GB" dirty="0"/>
              <a:t>They should be written in a </a:t>
            </a:r>
            <a:r>
              <a:rPr lang="en-GB" b="1" dirty="0"/>
              <a:t>modular </a:t>
            </a:r>
            <a:r>
              <a:rPr lang="en-GB" dirty="0"/>
              <a:t>so that they can be reused multiple times in the program or by other programs</a:t>
            </a:r>
          </a:p>
          <a:p>
            <a:pPr lvl="1"/>
            <a:r>
              <a:rPr lang="en-GB" dirty="0"/>
              <a:t>The two programs below are for a function that works out the area of a circle. Which is more easy to reuse and help create maintainable code?</a:t>
            </a:r>
          </a:p>
        </p:txBody>
      </p:sp>
      <p:sp>
        <p:nvSpPr>
          <p:cNvPr id="4" name="Text Placeholder 2">
            <a:extLst>
              <a:ext uri="{FF2B5EF4-FFF2-40B4-BE49-F238E27FC236}">
                <a16:creationId xmlns:a16="http://schemas.microsoft.com/office/drawing/2014/main" id="{AC6CD1A5-9266-42A9-AEF9-9701F6651E45}"/>
              </a:ext>
            </a:extLst>
          </p:cNvPr>
          <p:cNvSpPr txBox="1">
            <a:spLocks/>
          </p:cNvSpPr>
          <p:nvPr/>
        </p:nvSpPr>
        <p:spPr>
          <a:xfrm>
            <a:off x="1346770" y="4815281"/>
            <a:ext cx="7562614" cy="1551918"/>
          </a:xfrm>
          <a:prstGeom prst="rect">
            <a:avLst/>
          </a:prstGeom>
        </p:spPr>
        <p:txBody>
          <a:bodyPr vert="horz" lIns="0" tIns="0" numCol="2" spcCol="180000"/>
          <a:lstStyle>
            <a:lvl1pPr marL="271463" indent="-271463" algn="l" defTabSz="914400" rtl="0" eaLnBrk="1" latinLnBrk="0" hangingPunct="1">
              <a:lnSpc>
                <a:spcPct val="100000"/>
              </a:lnSpc>
              <a:spcBef>
                <a:spcPts val="0"/>
              </a:spcBef>
              <a:spcAft>
                <a:spcPts val="1400"/>
              </a:spcAft>
              <a:buFont typeface="Arial"/>
              <a:buChar char="•"/>
              <a:defRPr sz="2500" kern="1200">
                <a:solidFill>
                  <a:schemeClr val="tx1"/>
                </a:solidFill>
                <a:latin typeface="Arial"/>
                <a:ea typeface="+mn-ea"/>
                <a:cs typeface="Arial"/>
              </a:defRPr>
            </a:lvl1pPr>
            <a:lvl2pPr marL="723900" indent="-279400" algn="l" defTabSz="914400" rtl="0" eaLnBrk="1" latinLnBrk="0" hangingPunct="1">
              <a:lnSpc>
                <a:spcPct val="100000"/>
              </a:lnSpc>
              <a:spcBef>
                <a:spcPts val="0"/>
              </a:spcBef>
              <a:spcAft>
                <a:spcPts val="1200"/>
              </a:spcAft>
              <a:buFont typeface="Arial"/>
              <a:buChar char="•"/>
              <a:defRPr lang="en-US" sz="2000" kern="1200" dirty="0" smtClean="0">
                <a:solidFill>
                  <a:srgbClr val="5FBAC9"/>
                </a:solidFill>
                <a:latin typeface="Arial"/>
                <a:ea typeface="+mn-ea"/>
                <a:cs typeface="Arial"/>
              </a:defRPr>
            </a:lvl2pPr>
            <a:lvl3pPr marL="723900" indent="-279400" algn="l" defTabSz="914400" rtl="0" eaLnBrk="1" latinLnBrk="0" hangingPunct="1">
              <a:lnSpc>
                <a:spcPct val="100000"/>
              </a:lnSpc>
              <a:spcBef>
                <a:spcPts val="500"/>
              </a:spcBef>
              <a:buFont typeface="Arial"/>
              <a:buChar char="•"/>
              <a:defRPr lang="en-US" sz="2000" kern="1200" baseline="0" dirty="0" smtClean="0">
                <a:solidFill>
                  <a:srgbClr val="004663"/>
                </a:solidFill>
                <a:latin typeface="Arial"/>
                <a:ea typeface="+mn-ea"/>
                <a:cs typeface="Arial"/>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sz="2000" dirty="0">
                <a:solidFill>
                  <a:srgbClr val="065598"/>
                </a:solidFill>
                <a:latin typeface="Consolas" panose="020B0609020204030204" pitchFamily="49" charset="0"/>
              </a:rPr>
              <a:t>FUNCTION circle(radius)</a:t>
            </a:r>
            <a:br>
              <a:rPr lang="en-GB" sz="2000" dirty="0">
                <a:solidFill>
                  <a:srgbClr val="065598"/>
                </a:solidFill>
                <a:latin typeface="Consolas" panose="020B0609020204030204" pitchFamily="49" charset="0"/>
              </a:rPr>
            </a:br>
            <a:r>
              <a:rPr lang="en-GB" sz="2000" dirty="0">
                <a:solidFill>
                  <a:srgbClr val="065598"/>
                </a:solidFill>
                <a:latin typeface="Consolas" panose="020B0609020204030204" pitchFamily="49" charset="0"/>
              </a:rPr>
              <a:t>  area </a:t>
            </a:r>
            <a:r>
              <a:rPr lang="en-GB" sz="2000" dirty="0">
                <a:solidFill>
                  <a:srgbClr val="065598"/>
                </a:solidFill>
                <a:latin typeface="Consolas" panose="020B0609020204030204" pitchFamily="49" charset="0"/>
                <a:sym typeface="Wingdings" panose="05000000000000000000" pitchFamily="2" charset="2"/>
              </a:rPr>
              <a:t></a:t>
            </a:r>
            <a:r>
              <a:rPr lang="en-GB" sz="2000" dirty="0">
                <a:solidFill>
                  <a:srgbClr val="065598"/>
                </a:solidFill>
                <a:latin typeface="Consolas" panose="020B0609020204030204" pitchFamily="49" charset="0"/>
              </a:rPr>
              <a:t> 3.14 * radius^2</a:t>
            </a:r>
            <a:br>
              <a:rPr lang="en-GB" sz="2000" dirty="0">
                <a:solidFill>
                  <a:srgbClr val="065598"/>
                </a:solidFill>
                <a:latin typeface="Consolas" panose="020B0609020204030204" pitchFamily="49" charset="0"/>
              </a:rPr>
            </a:br>
            <a:r>
              <a:rPr lang="en-GB" sz="2000" dirty="0">
                <a:solidFill>
                  <a:srgbClr val="065598"/>
                </a:solidFill>
                <a:latin typeface="Consolas" panose="020B0609020204030204" pitchFamily="49" charset="0"/>
              </a:rPr>
              <a:t>  RETURN area</a:t>
            </a:r>
            <a:br>
              <a:rPr lang="en-GB" sz="2000" dirty="0">
                <a:solidFill>
                  <a:srgbClr val="065598"/>
                </a:solidFill>
                <a:latin typeface="Consolas" panose="020B0609020204030204" pitchFamily="49" charset="0"/>
              </a:rPr>
            </a:br>
            <a:r>
              <a:rPr lang="en-GB" sz="2000" dirty="0">
                <a:solidFill>
                  <a:srgbClr val="065598"/>
                </a:solidFill>
                <a:latin typeface="Consolas" panose="020B0609020204030204" pitchFamily="49" charset="0"/>
              </a:rPr>
              <a:t>ENDFUNCTION</a:t>
            </a:r>
          </a:p>
          <a:p>
            <a:pPr marL="0" indent="0">
              <a:buNone/>
            </a:pPr>
            <a:r>
              <a:rPr lang="en-GB" sz="2000" dirty="0">
                <a:solidFill>
                  <a:srgbClr val="065598"/>
                </a:solidFill>
                <a:latin typeface="Consolas" panose="020B0609020204030204" pitchFamily="49" charset="0"/>
              </a:rPr>
              <a:t>FUNCTION </a:t>
            </a:r>
            <a:r>
              <a:rPr lang="en-GB" sz="2000" dirty="0" err="1">
                <a:solidFill>
                  <a:srgbClr val="065598"/>
                </a:solidFill>
                <a:latin typeface="Consolas" panose="020B0609020204030204" pitchFamily="49" charset="0"/>
              </a:rPr>
              <a:t>circleFive</a:t>
            </a:r>
            <a:r>
              <a:rPr lang="en-GB" sz="2000" dirty="0">
                <a:solidFill>
                  <a:srgbClr val="065598"/>
                </a:solidFill>
                <a:latin typeface="Consolas" panose="020B0609020204030204" pitchFamily="49" charset="0"/>
              </a:rPr>
              <a:t>()</a:t>
            </a:r>
            <a:br>
              <a:rPr lang="en-GB" sz="2000" dirty="0">
                <a:solidFill>
                  <a:srgbClr val="065598"/>
                </a:solidFill>
                <a:latin typeface="Consolas" panose="020B0609020204030204" pitchFamily="49" charset="0"/>
              </a:rPr>
            </a:br>
            <a:r>
              <a:rPr lang="en-GB" sz="2000" dirty="0">
                <a:solidFill>
                  <a:srgbClr val="065598"/>
                </a:solidFill>
                <a:latin typeface="Consolas" panose="020B0609020204030204" pitchFamily="49" charset="0"/>
              </a:rPr>
              <a:t>  area </a:t>
            </a:r>
            <a:r>
              <a:rPr lang="en-GB" sz="2000" dirty="0">
                <a:solidFill>
                  <a:srgbClr val="065598"/>
                </a:solidFill>
                <a:latin typeface="Consolas" panose="020B0609020204030204" pitchFamily="49" charset="0"/>
                <a:sym typeface="Wingdings" panose="05000000000000000000" pitchFamily="2" charset="2"/>
              </a:rPr>
              <a:t></a:t>
            </a:r>
            <a:r>
              <a:rPr lang="en-GB" sz="2000" dirty="0">
                <a:solidFill>
                  <a:srgbClr val="065598"/>
                </a:solidFill>
                <a:latin typeface="Consolas" panose="020B0609020204030204" pitchFamily="49" charset="0"/>
              </a:rPr>
              <a:t> 3.14 * 5^2</a:t>
            </a:r>
            <a:br>
              <a:rPr lang="en-GB" sz="2000" dirty="0">
                <a:solidFill>
                  <a:srgbClr val="065598"/>
                </a:solidFill>
                <a:latin typeface="Consolas" panose="020B0609020204030204" pitchFamily="49" charset="0"/>
              </a:rPr>
            </a:br>
            <a:r>
              <a:rPr lang="en-GB" sz="2000" dirty="0">
                <a:solidFill>
                  <a:srgbClr val="065598"/>
                </a:solidFill>
                <a:latin typeface="Consolas" panose="020B0609020204030204" pitchFamily="49" charset="0"/>
              </a:rPr>
              <a:t>RETURN area</a:t>
            </a:r>
          </a:p>
        </p:txBody>
      </p:sp>
    </p:spTree>
    <p:extLst>
      <p:ext uri="{BB962C8B-B14F-4D97-AF65-F5344CB8AC3E}">
        <p14:creationId xmlns:p14="http://schemas.microsoft.com/office/powerpoint/2010/main" val="34345252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A30CDBB-46E5-4695-B71F-AB2FBD94D02D}"/>
              </a:ext>
            </a:extLst>
          </p:cNvPr>
          <p:cNvSpPr>
            <a:spLocks noGrp="1"/>
          </p:cNvSpPr>
          <p:nvPr>
            <p:ph type="body" sz="quarter" idx="13"/>
          </p:nvPr>
        </p:nvSpPr>
        <p:spPr/>
        <p:txBody>
          <a:bodyPr/>
          <a:lstStyle/>
          <a:p>
            <a:r>
              <a:rPr lang="en-GB" dirty="0"/>
              <a:t>Using subroutines</a:t>
            </a:r>
          </a:p>
        </p:txBody>
      </p:sp>
      <p:sp>
        <p:nvSpPr>
          <p:cNvPr id="3" name="Text Placeholder 2">
            <a:extLst>
              <a:ext uri="{FF2B5EF4-FFF2-40B4-BE49-F238E27FC236}">
                <a16:creationId xmlns:a16="http://schemas.microsoft.com/office/drawing/2014/main" id="{02C3E31A-A536-40B5-86D3-6ACC59F483DD}"/>
              </a:ext>
            </a:extLst>
          </p:cNvPr>
          <p:cNvSpPr>
            <a:spLocks noGrp="1"/>
          </p:cNvSpPr>
          <p:nvPr>
            <p:ph type="body" sz="quarter" idx="14"/>
          </p:nvPr>
        </p:nvSpPr>
        <p:spPr/>
        <p:txBody>
          <a:bodyPr/>
          <a:lstStyle/>
          <a:p>
            <a:r>
              <a:rPr lang="en-GB" dirty="0"/>
              <a:t>The program on the left takes any sized radius as </a:t>
            </a:r>
            <a:br>
              <a:rPr lang="en-GB" dirty="0"/>
            </a:br>
            <a:r>
              <a:rPr lang="en-GB" dirty="0"/>
              <a:t>an input</a:t>
            </a:r>
          </a:p>
          <a:p>
            <a:pPr lvl="1"/>
            <a:r>
              <a:rPr lang="en-GB" dirty="0"/>
              <a:t>This means that it is reusable many times in the program and in other programs</a:t>
            </a:r>
          </a:p>
          <a:p>
            <a:pPr lvl="1"/>
            <a:r>
              <a:rPr lang="en-GB" dirty="0"/>
              <a:t>This will make a larger program easier to maintain as there will be just one function to calculate the area of a circle</a:t>
            </a:r>
          </a:p>
        </p:txBody>
      </p:sp>
      <p:sp>
        <p:nvSpPr>
          <p:cNvPr id="5" name="Text Placeholder 2">
            <a:extLst>
              <a:ext uri="{FF2B5EF4-FFF2-40B4-BE49-F238E27FC236}">
                <a16:creationId xmlns:a16="http://schemas.microsoft.com/office/drawing/2014/main" id="{62D6ACA2-6554-4224-8A44-483926F22DBD}"/>
              </a:ext>
            </a:extLst>
          </p:cNvPr>
          <p:cNvSpPr txBox="1">
            <a:spLocks/>
          </p:cNvSpPr>
          <p:nvPr/>
        </p:nvSpPr>
        <p:spPr>
          <a:xfrm>
            <a:off x="1168896" y="4295163"/>
            <a:ext cx="7797230" cy="1551918"/>
          </a:xfrm>
          <a:prstGeom prst="rect">
            <a:avLst/>
          </a:prstGeom>
        </p:spPr>
        <p:txBody>
          <a:bodyPr vert="horz" lIns="0" tIns="0" numCol="2"/>
          <a:lstStyle>
            <a:lvl1pPr marL="271463" indent="-271463" algn="l" defTabSz="914400" rtl="0" eaLnBrk="1" latinLnBrk="0" hangingPunct="1">
              <a:lnSpc>
                <a:spcPct val="100000"/>
              </a:lnSpc>
              <a:spcBef>
                <a:spcPts val="0"/>
              </a:spcBef>
              <a:spcAft>
                <a:spcPts val="1400"/>
              </a:spcAft>
              <a:buFont typeface="Arial"/>
              <a:buChar char="•"/>
              <a:defRPr sz="2500" kern="1200">
                <a:solidFill>
                  <a:schemeClr val="tx1"/>
                </a:solidFill>
                <a:latin typeface="Arial"/>
                <a:ea typeface="+mn-ea"/>
                <a:cs typeface="Arial"/>
              </a:defRPr>
            </a:lvl1pPr>
            <a:lvl2pPr marL="723900" indent="-279400" algn="l" defTabSz="914400" rtl="0" eaLnBrk="1" latinLnBrk="0" hangingPunct="1">
              <a:lnSpc>
                <a:spcPct val="100000"/>
              </a:lnSpc>
              <a:spcBef>
                <a:spcPts val="0"/>
              </a:spcBef>
              <a:spcAft>
                <a:spcPts val="1200"/>
              </a:spcAft>
              <a:buFont typeface="Arial"/>
              <a:buChar char="•"/>
              <a:defRPr lang="en-US" sz="2000" kern="1200" dirty="0" smtClean="0">
                <a:solidFill>
                  <a:srgbClr val="5FBAC9"/>
                </a:solidFill>
                <a:latin typeface="Arial"/>
                <a:ea typeface="+mn-ea"/>
                <a:cs typeface="Arial"/>
              </a:defRPr>
            </a:lvl2pPr>
            <a:lvl3pPr marL="723900" indent="-279400" algn="l" defTabSz="914400" rtl="0" eaLnBrk="1" latinLnBrk="0" hangingPunct="1">
              <a:lnSpc>
                <a:spcPct val="100000"/>
              </a:lnSpc>
              <a:spcBef>
                <a:spcPts val="500"/>
              </a:spcBef>
              <a:buFont typeface="Arial"/>
              <a:buChar char="•"/>
              <a:defRPr lang="en-US" sz="2000" kern="1200" baseline="0" dirty="0" smtClean="0">
                <a:solidFill>
                  <a:srgbClr val="004663"/>
                </a:solidFill>
                <a:latin typeface="Arial"/>
                <a:ea typeface="+mn-ea"/>
                <a:cs typeface="Arial"/>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sz="2000" dirty="0">
                <a:solidFill>
                  <a:srgbClr val="00B050"/>
                </a:solidFill>
                <a:latin typeface="Consolas" panose="020B0609020204030204" pitchFamily="49" charset="0"/>
              </a:rPr>
              <a:t>FUNCTION circle(radius)</a:t>
            </a:r>
            <a:br>
              <a:rPr lang="en-GB" sz="2000" dirty="0">
                <a:solidFill>
                  <a:srgbClr val="00B050"/>
                </a:solidFill>
                <a:latin typeface="Consolas" panose="020B0609020204030204" pitchFamily="49" charset="0"/>
              </a:rPr>
            </a:br>
            <a:r>
              <a:rPr lang="en-GB" sz="2000" dirty="0">
                <a:solidFill>
                  <a:srgbClr val="00B050"/>
                </a:solidFill>
                <a:latin typeface="Consolas" panose="020B0609020204030204" pitchFamily="49" charset="0"/>
              </a:rPr>
              <a:t>  area </a:t>
            </a:r>
            <a:r>
              <a:rPr lang="en-GB" sz="2000" dirty="0">
                <a:solidFill>
                  <a:srgbClr val="00B050"/>
                </a:solidFill>
                <a:latin typeface="Consolas" panose="020B0609020204030204" pitchFamily="49" charset="0"/>
                <a:sym typeface="Wingdings" panose="05000000000000000000" pitchFamily="2" charset="2"/>
              </a:rPr>
              <a:t></a:t>
            </a:r>
            <a:r>
              <a:rPr lang="en-GB" sz="2000" dirty="0">
                <a:solidFill>
                  <a:srgbClr val="00B050"/>
                </a:solidFill>
                <a:latin typeface="Consolas" panose="020B0609020204030204" pitchFamily="49" charset="0"/>
              </a:rPr>
              <a:t> 3.14 * radius^2</a:t>
            </a:r>
            <a:br>
              <a:rPr lang="en-GB" sz="2000" dirty="0">
                <a:solidFill>
                  <a:srgbClr val="00B050"/>
                </a:solidFill>
                <a:latin typeface="Consolas" panose="020B0609020204030204" pitchFamily="49" charset="0"/>
              </a:rPr>
            </a:br>
            <a:r>
              <a:rPr lang="en-GB" sz="2000" dirty="0">
                <a:solidFill>
                  <a:srgbClr val="00B050"/>
                </a:solidFill>
                <a:latin typeface="Consolas" panose="020B0609020204030204" pitchFamily="49" charset="0"/>
              </a:rPr>
              <a:t>RETURN area</a:t>
            </a:r>
          </a:p>
          <a:p>
            <a:pPr marL="0" indent="0">
              <a:buNone/>
            </a:pPr>
            <a:endParaRPr lang="en-GB" sz="2000" dirty="0">
              <a:latin typeface="Consolas" panose="020B0609020204030204" pitchFamily="49" charset="0"/>
            </a:endParaRPr>
          </a:p>
          <a:p>
            <a:pPr marL="0" indent="0">
              <a:buNone/>
            </a:pPr>
            <a:r>
              <a:rPr lang="en-GB" sz="2000" dirty="0">
                <a:latin typeface="Consolas" panose="020B0609020204030204" pitchFamily="49" charset="0"/>
              </a:rPr>
              <a:t>FUNCTION </a:t>
            </a:r>
            <a:r>
              <a:rPr lang="en-GB" sz="2000" dirty="0" err="1">
                <a:latin typeface="Consolas" panose="020B0609020204030204" pitchFamily="49" charset="0"/>
              </a:rPr>
              <a:t>circleFive</a:t>
            </a:r>
            <a:r>
              <a:rPr lang="en-GB" sz="2000" dirty="0">
                <a:latin typeface="Consolas" panose="020B0609020204030204" pitchFamily="49" charset="0"/>
              </a:rPr>
              <a:t>()</a:t>
            </a:r>
            <a:br>
              <a:rPr lang="en-GB" sz="2000" dirty="0">
                <a:latin typeface="Consolas" panose="020B0609020204030204" pitchFamily="49" charset="0"/>
              </a:rPr>
            </a:br>
            <a:r>
              <a:rPr lang="en-GB" sz="2000" dirty="0">
                <a:latin typeface="Consolas" panose="020B0609020204030204" pitchFamily="49" charset="0"/>
              </a:rPr>
              <a:t>  area </a:t>
            </a:r>
            <a:r>
              <a:rPr lang="en-GB" sz="2000" dirty="0">
                <a:latin typeface="Consolas" panose="020B0609020204030204" pitchFamily="49" charset="0"/>
                <a:sym typeface="Wingdings" panose="05000000000000000000" pitchFamily="2" charset="2"/>
              </a:rPr>
              <a:t></a:t>
            </a:r>
            <a:r>
              <a:rPr lang="en-GB" sz="2000" dirty="0">
                <a:latin typeface="Consolas" panose="020B0609020204030204" pitchFamily="49" charset="0"/>
              </a:rPr>
              <a:t> 3.14 * 5^2</a:t>
            </a:r>
            <a:br>
              <a:rPr lang="en-GB" sz="2000" dirty="0">
                <a:latin typeface="Consolas" panose="020B0609020204030204" pitchFamily="49" charset="0"/>
              </a:rPr>
            </a:br>
            <a:r>
              <a:rPr lang="en-GB" sz="2000" dirty="0">
                <a:latin typeface="Consolas" panose="020B0609020204030204" pitchFamily="49" charset="0"/>
              </a:rPr>
              <a:t>RETURN area</a:t>
            </a:r>
          </a:p>
        </p:txBody>
      </p:sp>
      <p:sp>
        <p:nvSpPr>
          <p:cNvPr id="6" name="TextBox 5">
            <a:extLst>
              <a:ext uri="{FF2B5EF4-FFF2-40B4-BE49-F238E27FC236}">
                <a16:creationId xmlns:a16="http://schemas.microsoft.com/office/drawing/2014/main" id="{81D0893C-BBDE-407E-AAD8-4A44D455B58A}"/>
              </a:ext>
            </a:extLst>
          </p:cNvPr>
          <p:cNvSpPr txBox="1"/>
          <p:nvPr/>
        </p:nvSpPr>
        <p:spPr>
          <a:xfrm>
            <a:off x="7244680" y="5071122"/>
            <a:ext cx="1023456" cy="1015663"/>
          </a:xfrm>
          <a:prstGeom prst="rect">
            <a:avLst/>
          </a:prstGeom>
          <a:noFill/>
          <a:ln>
            <a:solidFill>
              <a:schemeClr val="tx1"/>
            </a:solidFill>
          </a:ln>
        </p:spPr>
        <p:txBody>
          <a:bodyPr wrap="square" rtlCol="0">
            <a:spAutoFit/>
          </a:bodyPr>
          <a:lstStyle/>
          <a:p>
            <a:pPr algn="ctr"/>
            <a:r>
              <a:rPr lang="en-GB" sz="6000" dirty="0">
                <a:solidFill>
                  <a:srgbClr val="FF0000"/>
                </a:solidFill>
                <a:sym typeface="Wingdings" panose="05000000000000000000" pitchFamily="2" charset="2"/>
              </a:rPr>
              <a:t></a:t>
            </a:r>
            <a:endParaRPr lang="en-GB" sz="6000" dirty="0">
              <a:solidFill>
                <a:srgbClr val="FF0000"/>
              </a:solidFill>
            </a:endParaRPr>
          </a:p>
        </p:txBody>
      </p:sp>
      <p:sp>
        <p:nvSpPr>
          <p:cNvPr id="7" name="TextBox 6">
            <a:extLst>
              <a:ext uri="{FF2B5EF4-FFF2-40B4-BE49-F238E27FC236}">
                <a16:creationId xmlns:a16="http://schemas.microsoft.com/office/drawing/2014/main" id="{EA773B58-FED2-406B-ABD0-E20F2616B421}"/>
              </a:ext>
            </a:extLst>
          </p:cNvPr>
          <p:cNvSpPr txBox="1"/>
          <p:nvPr/>
        </p:nvSpPr>
        <p:spPr>
          <a:xfrm>
            <a:off x="3280854" y="5071122"/>
            <a:ext cx="1023456" cy="1015663"/>
          </a:xfrm>
          <a:prstGeom prst="rect">
            <a:avLst/>
          </a:prstGeom>
          <a:noFill/>
          <a:ln>
            <a:solidFill>
              <a:schemeClr val="tx1"/>
            </a:solidFill>
          </a:ln>
        </p:spPr>
        <p:txBody>
          <a:bodyPr wrap="square" rtlCol="0">
            <a:spAutoFit/>
          </a:bodyPr>
          <a:lstStyle/>
          <a:p>
            <a:pPr algn="ctr"/>
            <a:r>
              <a:rPr lang="en-GB" sz="6000" dirty="0">
                <a:solidFill>
                  <a:srgbClr val="00B050"/>
                </a:solidFill>
                <a:sym typeface="Wingdings" panose="05000000000000000000" pitchFamily="2" charset="2"/>
              </a:rPr>
              <a:t></a:t>
            </a:r>
            <a:endParaRPr lang="en-GB" sz="6000" dirty="0">
              <a:solidFill>
                <a:srgbClr val="00B050"/>
              </a:solidFill>
            </a:endParaRPr>
          </a:p>
        </p:txBody>
      </p:sp>
    </p:spTree>
    <p:extLst>
      <p:ext uri="{BB962C8B-B14F-4D97-AF65-F5344CB8AC3E}">
        <p14:creationId xmlns:p14="http://schemas.microsoft.com/office/powerpoint/2010/main" val="5902661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3DE2564-EDFE-486B-9ED0-67BDAD061E6D}"/>
              </a:ext>
            </a:extLst>
          </p:cNvPr>
          <p:cNvSpPr>
            <a:spLocks noGrp="1"/>
          </p:cNvSpPr>
          <p:nvPr>
            <p:ph type="body" sz="quarter" idx="13"/>
          </p:nvPr>
        </p:nvSpPr>
        <p:spPr/>
        <p:txBody>
          <a:bodyPr/>
          <a:lstStyle/>
          <a:p>
            <a:r>
              <a:rPr lang="en-GB" dirty="0"/>
              <a:t>Indentation</a:t>
            </a:r>
          </a:p>
        </p:txBody>
      </p:sp>
      <p:sp>
        <p:nvSpPr>
          <p:cNvPr id="3" name="Text Placeholder 2">
            <a:extLst>
              <a:ext uri="{FF2B5EF4-FFF2-40B4-BE49-F238E27FC236}">
                <a16:creationId xmlns:a16="http://schemas.microsoft.com/office/drawing/2014/main" id="{C482B53D-C125-46FA-9284-AB7E51BAB56C}"/>
              </a:ext>
            </a:extLst>
          </p:cNvPr>
          <p:cNvSpPr>
            <a:spLocks noGrp="1"/>
          </p:cNvSpPr>
          <p:nvPr>
            <p:ph type="body" sz="quarter" idx="14"/>
          </p:nvPr>
        </p:nvSpPr>
        <p:spPr/>
        <p:txBody>
          <a:bodyPr/>
          <a:lstStyle/>
          <a:p>
            <a:pPr marL="334963" indent="-342900"/>
            <a:r>
              <a:rPr lang="en-US" dirty="0">
                <a:latin typeface="Arial" panose="020B0604020202020204" pitchFamily="34" charset="0"/>
                <a:cs typeface="Arial" panose="020B0604020202020204" pitchFamily="34" charset="0"/>
              </a:rPr>
              <a:t>Look at the following pseudocode:</a:t>
            </a:r>
          </a:p>
          <a:p>
            <a:pPr marL="444500" lvl="1" indent="0">
              <a:buNone/>
            </a:pPr>
            <a:r>
              <a:rPr lang="en-US" dirty="0">
                <a:solidFill>
                  <a:srgbClr val="065598"/>
                </a:solidFill>
                <a:latin typeface="Consolas" panose="020B0609020204030204" pitchFamily="49" charset="0"/>
              </a:rPr>
              <a:t>tables </a:t>
            </a:r>
            <a:r>
              <a:rPr lang="en-US" dirty="0">
                <a:solidFill>
                  <a:srgbClr val="065598"/>
                </a:solidFill>
                <a:latin typeface="Consolas" panose="020B0609020204030204" pitchFamily="49" charset="0"/>
                <a:sym typeface="Wingdings" panose="05000000000000000000" pitchFamily="2" charset="2"/>
              </a:rPr>
              <a:t></a:t>
            </a:r>
            <a:r>
              <a:rPr lang="en-US" dirty="0">
                <a:solidFill>
                  <a:srgbClr val="065598"/>
                </a:solidFill>
                <a:latin typeface="Consolas" panose="020B0609020204030204" pitchFamily="49" charset="0"/>
              </a:rPr>
              <a:t> 12</a:t>
            </a:r>
            <a:br>
              <a:rPr lang="en-US" dirty="0">
                <a:solidFill>
                  <a:srgbClr val="065598"/>
                </a:solidFill>
                <a:latin typeface="Consolas" panose="020B0609020204030204" pitchFamily="49" charset="0"/>
              </a:rPr>
            </a:br>
            <a:r>
              <a:rPr lang="en-US" dirty="0">
                <a:solidFill>
                  <a:srgbClr val="065598"/>
                </a:solidFill>
                <a:latin typeface="Consolas" panose="020B0609020204030204" pitchFamily="49" charset="0"/>
              </a:rPr>
              <a:t>rows </a:t>
            </a:r>
            <a:r>
              <a:rPr lang="en-US" dirty="0">
                <a:solidFill>
                  <a:srgbClr val="065598"/>
                </a:solidFill>
                <a:latin typeface="Consolas" panose="020B0609020204030204" pitchFamily="49" charset="0"/>
                <a:sym typeface="Wingdings" panose="05000000000000000000" pitchFamily="2" charset="2"/>
              </a:rPr>
              <a:t></a:t>
            </a:r>
            <a:r>
              <a:rPr lang="en-US" dirty="0">
                <a:solidFill>
                  <a:srgbClr val="065598"/>
                </a:solidFill>
                <a:latin typeface="Consolas" panose="020B0609020204030204" pitchFamily="49" charset="0"/>
              </a:rPr>
              <a:t> 12</a:t>
            </a:r>
            <a:br>
              <a:rPr lang="en-US" dirty="0">
                <a:solidFill>
                  <a:srgbClr val="065598"/>
                </a:solidFill>
                <a:latin typeface="Consolas" panose="020B0609020204030204" pitchFamily="49" charset="0"/>
              </a:rPr>
            </a:br>
            <a:r>
              <a:rPr lang="en-US" dirty="0">
                <a:solidFill>
                  <a:srgbClr val="065598"/>
                </a:solidFill>
                <a:latin typeface="Consolas" panose="020B0609020204030204" pitchFamily="49" charset="0"/>
              </a:rPr>
              <a:t>FOR </a:t>
            </a:r>
            <a:r>
              <a:rPr lang="en-US" dirty="0" err="1">
                <a:solidFill>
                  <a:srgbClr val="065598"/>
                </a:solidFill>
                <a:latin typeface="Consolas" panose="020B0609020204030204" pitchFamily="49" charset="0"/>
              </a:rPr>
              <a:t>i</a:t>
            </a:r>
            <a:r>
              <a:rPr lang="en-US" dirty="0">
                <a:solidFill>
                  <a:srgbClr val="065598"/>
                </a:solidFill>
                <a:latin typeface="Consolas" panose="020B0609020204030204" pitchFamily="49" charset="0"/>
              </a:rPr>
              <a:t> </a:t>
            </a:r>
            <a:r>
              <a:rPr lang="en-US" dirty="0">
                <a:solidFill>
                  <a:srgbClr val="065598"/>
                </a:solidFill>
                <a:latin typeface="Consolas" panose="020B0609020204030204" pitchFamily="49" charset="0"/>
                <a:sym typeface="Wingdings" panose="05000000000000000000" pitchFamily="2" charset="2"/>
              </a:rPr>
              <a:t></a:t>
            </a:r>
            <a:r>
              <a:rPr lang="en-US" dirty="0">
                <a:solidFill>
                  <a:srgbClr val="065598"/>
                </a:solidFill>
                <a:latin typeface="Consolas" panose="020B0609020204030204" pitchFamily="49" charset="0"/>
              </a:rPr>
              <a:t> 1 TO tables</a:t>
            </a:r>
            <a:br>
              <a:rPr lang="en-US" dirty="0">
                <a:solidFill>
                  <a:srgbClr val="065598"/>
                </a:solidFill>
                <a:latin typeface="Consolas" panose="020B0609020204030204" pitchFamily="49" charset="0"/>
              </a:rPr>
            </a:br>
            <a:r>
              <a:rPr lang="en-US" dirty="0">
                <a:solidFill>
                  <a:srgbClr val="065598"/>
                </a:solidFill>
                <a:latin typeface="Consolas" panose="020B0609020204030204" pitchFamily="49" charset="0"/>
              </a:rPr>
              <a:t>FOR j </a:t>
            </a:r>
            <a:r>
              <a:rPr lang="en-US" dirty="0">
                <a:solidFill>
                  <a:srgbClr val="065598"/>
                </a:solidFill>
                <a:latin typeface="Consolas" panose="020B0609020204030204" pitchFamily="49" charset="0"/>
                <a:sym typeface="Wingdings" panose="05000000000000000000" pitchFamily="2" charset="2"/>
              </a:rPr>
              <a:t></a:t>
            </a:r>
            <a:r>
              <a:rPr lang="en-US" dirty="0">
                <a:solidFill>
                  <a:srgbClr val="065598"/>
                </a:solidFill>
                <a:latin typeface="Consolas" panose="020B0609020204030204" pitchFamily="49" charset="0"/>
              </a:rPr>
              <a:t> 1 TO rows</a:t>
            </a:r>
            <a:br>
              <a:rPr lang="en-US" dirty="0">
                <a:solidFill>
                  <a:srgbClr val="065598"/>
                </a:solidFill>
                <a:latin typeface="Consolas" panose="020B0609020204030204" pitchFamily="49" charset="0"/>
              </a:rPr>
            </a:br>
            <a:r>
              <a:rPr lang="en-US" dirty="0">
                <a:solidFill>
                  <a:srgbClr val="065598"/>
                </a:solidFill>
                <a:latin typeface="Consolas" panose="020B0609020204030204" pitchFamily="49" charset="0"/>
              </a:rPr>
              <a:t>answer </a:t>
            </a:r>
            <a:r>
              <a:rPr lang="en-US" dirty="0">
                <a:solidFill>
                  <a:srgbClr val="065598"/>
                </a:solidFill>
                <a:latin typeface="Consolas" panose="020B0609020204030204" pitchFamily="49" charset="0"/>
                <a:sym typeface="Wingdings" panose="05000000000000000000" pitchFamily="2" charset="2"/>
              </a:rPr>
              <a:t></a:t>
            </a:r>
            <a:r>
              <a:rPr lang="en-US" dirty="0">
                <a:solidFill>
                  <a:srgbClr val="065598"/>
                </a:solidFill>
                <a:latin typeface="Consolas" panose="020B0609020204030204" pitchFamily="49" charset="0"/>
              </a:rPr>
              <a:t> </a:t>
            </a:r>
            <a:r>
              <a:rPr lang="en-US" dirty="0" err="1">
                <a:solidFill>
                  <a:srgbClr val="065598"/>
                </a:solidFill>
                <a:latin typeface="Consolas" panose="020B0609020204030204" pitchFamily="49" charset="0"/>
              </a:rPr>
              <a:t>i</a:t>
            </a:r>
            <a:r>
              <a:rPr lang="en-US" dirty="0">
                <a:solidFill>
                  <a:srgbClr val="065598"/>
                </a:solidFill>
                <a:latin typeface="Consolas" panose="020B0609020204030204" pitchFamily="49" charset="0"/>
              </a:rPr>
              <a:t> * j</a:t>
            </a:r>
            <a:br>
              <a:rPr lang="en-US" dirty="0">
                <a:solidFill>
                  <a:srgbClr val="065598"/>
                </a:solidFill>
                <a:latin typeface="Consolas" panose="020B0609020204030204" pitchFamily="49" charset="0"/>
              </a:rPr>
            </a:br>
            <a:r>
              <a:rPr lang="en-US" dirty="0">
                <a:solidFill>
                  <a:srgbClr val="065598"/>
                </a:solidFill>
                <a:latin typeface="Consolas" panose="020B0609020204030204" pitchFamily="49" charset="0"/>
              </a:rPr>
              <a:t>NEXT j</a:t>
            </a:r>
            <a:br>
              <a:rPr lang="en-US" dirty="0">
                <a:solidFill>
                  <a:srgbClr val="065598"/>
                </a:solidFill>
                <a:latin typeface="Consolas" panose="020B0609020204030204" pitchFamily="49" charset="0"/>
              </a:rPr>
            </a:br>
            <a:r>
              <a:rPr lang="en-US" dirty="0">
                <a:solidFill>
                  <a:srgbClr val="065598"/>
                </a:solidFill>
                <a:latin typeface="Consolas" panose="020B0609020204030204" pitchFamily="49" charset="0"/>
              </a:rPr>
              <a:t>NEXT </a:t>
            </a:r>
            <a:r>
              <a:rPr lang="en-US" dirty="0" err="1">
                <a:solidFill>
                  <a:srgbClr val="065598"/>
                </a:solidFill>
                <a:latin typeface="Consolas" panose="020B0609020204030204" pitchFamily="49" charset="0"/>
              </a:rPr>
              <a:t>i</a:t>
            </a:r>
            <a:br>
              <a:rPr lang="en-US" dirty="0">
                <a:solidFill>
                  <a:srgbClr val="065598"/>
                </a:solidFill>
                <a:latin typeface="Consolas" panose="020B0609020204030204" pitchFamily="49" charset="0"/>
              </a:rPr>
            </a:br>
            <a:r>
              <a:rPr lang="en-US" dirty="0">
                <a:solidFill>
                  <a:srgbClr val="065598"/>
                </a:solidFill>
                <a:latin typeface="Consolas" panose="020B0609020204030204" pitchFamily="49" charset="0"/>
              </a:rPr>
              <a:t>OUTPUT </a:t>
            </a:r>
            <a:r>
              <a:rPr lang="en-US" dirty="0" err="1">
                <a:solidFill>
                  <a:srgbClr val="065598"/>
                </a:solidFill>
                <a:latin typeface="Consolas" panose="020B0609020204030204" pitchFamily="49" charset="0"/>
              </a:rPr>
              <a:t>i</a:t>
            </a:r>
            <a:r>
              <a:rPr lang="en-US" dirty="0">
                <a:solidFill>
                  <a:srgbClr val="065598"/>
                </a:solidFill>
                <a:latin typeface="Consolas" panose="020B0609020204030204" pitchFamily="49" charset="0"/>
              </a:rPr>
              <a:t>, "x", j, "=", answer</a:t>
            </a:r>
          </a:p>
          <a:p>
            <a:pPr marL="334963" indent="-342900"/>
            <a:r>
              <a:rPr lang="en-US" dirty="0">
                <a:latin typeface="Arial" panose="020B0604020202020204" pitchFamily="34" charset="0"/>
                <a:cs typeface="Arial" panose="020B0604020202020204" pitchFamily="34" charset="0"/>
              </a:rPr>
              <a:t>Why would the use of indentation improve it?</a:t>
            </a:r>
          </a:p>
          <a:p>
            <a:pPr marL="787400" lvl="1" indent="-342900"/>
            <a:r>
              <a:rPr lang="en-US" dirty="0">
                <a:latin typeface="Arial" panose="020B0604020202020204" pitchFamily="34" charset="0"/>
                <a:cs typeface="Arial" panose="020B0604020202020204" pitchFamily="34" charset="0"/>
              </a:rPr>
              <a:t>Why may indentation be essential in some languages?</a:t>
            </a:r>
          </a:p>
        </p:txBody>
      </p:sp>
    </p:spTree>
    <p:extLst>
      <p:ext uri="{BB962C8B-B14F-4D97-AF65-F5344CB8AC3E}">
        <p14:creationId xmlns:p14="http://schemas.microsoft.com/office/powerpoint/2010/main" val="32024738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3DE2564-EDFE-486B-9ED0-67BDAD061E6D}"/>
              </a:ext>
            </a:extLst>
          </p:cNvPr>
          <p:cNvSpPr>
            <a:spLocks noGrp="1"/>
          </p:cNvSpPr>
          <p:nvPr>
            <p:ph type="body" sz="quarter" idx="13"/>
          </p:nvPr>
        </p:nvSpPr>
        <p:spPr/>
        <p:txBody>
          <a:bodyPr/>
          <a:lstStyle/>
          <a:p>
            <a:r>
              <a:rPr lang="en-GB" dirty="0"/>
              <a:t>Indentation</a:t>
            </a:r>
          </a:p>
        </p:txBody>
      </p:sp>
      <p:sp>
        <p:nvSpPr>
          <p:cNvPr id="3" name="Text Placeholder 2">
            <a:extLst>
              <a:ext uri="{FF2B5EF4-FFF2-40B4-BE49-F238E27FC236}">
                <a16:creationId xmlns:a16="http://schemas.microsoft.com/office/drawing/2014/main" id="{C482B53D-C125-46FA-9284-AB7E51BAB56C}"/>
              </a:ext>
            </a:extLst>
          </p:cNvPr>
          <p:cNvSpPr>
            <a:spLocks noGrp="1"/>
          </p:cNvSpPr>
          <p:nvPr>
            <p:ph type="body" sz="quarter" idx="14"/>
          </p:nvPr>
        </p:nvSpPr>
        <p:spPr/>
        <p:txBody>
          <a:bodyPr/>
          <a:lstStyle/>
          <a:p>
            <a:pPr marL="444500" lvl="1" indent="0">
              <a:buNone/>
            </a:pPr>
            <a:r>
              <a:rPr lang="en-US" sz="1400" dirty="0">
                <a:solidFill>
                  <a:srgbClr val="065598"/>
                </a:solidFill>
                <a:latin typeface="Consolas" panose="020B0609020204030204" pitchFamily="49" charset="0"/>
              </a:rPr>
              <a:t>tables </a:t>
            </a:r>
            <a:r>
              <a:rPr lang="en-US" sz="1400" dirty="0">
                <a:solidFill>
                  <a:srgbClr val="065598"/>
                </a:solidFill>
                <a:latin typeface="Consolas" panose="020B0609020204030204" pitchFamily="49" charset="0"/>
                <a:sym typeface="Wingdings" panose="05000000000000000000" pitchFamily="2" charset="2"/>
              </a:rPr>
              <a:t></a:t>
            </a:r>
            <a:r>
              <a:rPr lang="en-US" sz="1400" dirty="0">
                <a:solidFill>
                  <a:srgbClr val="065598"/>
                </a:solidFill>
                <a:latin typeface="Consolas" panose="020B0609020204030204" pitchFamily="49" charset="0"/>
              </a:rPr>
              <a:t> 12</a:t>
            </a:r>
            <a:br>
              <a:rPr lang="en-US" sz="1400" dirty="0">
                <a:solidFill>
                  <a:srgbClr val="065598"/>
                </a:solidFill>
                <a:latin typeface="Consolas" panose="020B0609020204030204" pitchFamily="49" charset="0"/>
              </a:rPr>
            </a:br>
            <a:r>
              <a:rPr lang="en-US" sz="1400" dirty="0">
                <a:solidFill>
                  <a:srgbClr val="065598"/>
                </a:solidFill>
                <a:latin typeface="Consolas" panose="020B0609020204030204" pitchFamily="49" charset="0"/>
              </a:rPr>
              <a:t>rows </a:t>
            </a:r>
            <a:r>
              <a:rPr lang="en-US" sz="1400" dirty="0">
                <a:solidFill>
                  <a:srgbClr val="065598"/>
                </a:solidFill>
                <a:latin typeface="Consolas" panose="020B0609020204030204" pitchFamily="49" charset="0"/>
                <a:sym typeface="Wingdings" panose="05000000000000000000" pitchFamily="2" charset="2"/>
              </a:rPr>
              <a:t></a:t>
            </a:r>
            <a:r>
              <a:rPr lang="en-US" sz="1400" dirty="0">
                <a:solidFill>
                  <a:srgbClr val="065598"/>
                </a:solidFill>
                <a:latin typeface="Consolas" panose="020B0609020204030204" pitchFamily="49" charset="0"/>
              </a:rPr>
              <a:t> 12</a:t>
            </a:r>
            <a:br>
              <a:rPr lang="en-US" sz="1400" dirty="0">
                <a:solidFill>
                  <a:srgbClr val="065598"/>
                </a:solidFill>
                <a:latin typeface="Consolas" panose="020B0609020204030204" pitchFamily="49" charset="0"/>
              </a:rPr>
            </a:br>
            <a:r>
              <a:rPr lang="en-US" sz="1400" dirty="0">
                <a:solidFill>
                  <a:srgbClr val="065598"/>
                </a:solidFill>
                <a:latin typeface="Consolas" panose="020B0609020204030204" pitchFamily="49" charset="0"/>
              </a:rPr>
              <a:t>FOR </a:t>
            </a:r>
            <a:r>
              <a:rPr lang="en-US" sz="1400" dirty="0" err="1">
                <a:solidFill>
                  <a:srgbClr val="065598"/>
                </a:solidFill>
                <a:latin typeface="Consolas" panose="020B0609020204030204" pitchFamily="49" charset="0"/>
              </a:rPr>
              <a:t>i</a:t>
            </a:r>
            <a:r>
              <a:rPr lang="en-US" sz="1400" dirty="0">
                <a:solidFill>
                  <a:srgbClr val="065598"/>
                </a:solidFill>
                <a:latin typeface="Consolas" panose="020B0609020204030204" pitchFamily="49" charset="0"/>
              </a:rPr>
              <a:t> </a:t>
            </a:r>
            <a:r>
              <a:rPr lang="en-US" sz="1400" dirty="0">
                <a:solidFill>
                  <a:srgbClr val="065598"/>
                </a:solidFill>
                <a:latin typeface="Consolas" panose="020B0609020204030204" pitchFamily="49" charset="0"/>
                <a:sym typeface="Wingdings" panose="05000000000000000000" pitchFamily="2" charset="2"/>
              </a:rPr>
              <a:t></a:t>
            </a:r>
            <a:r>
              <a:rPr lang="en-US" sz="1400" dirty="0">
                <a:solidFill>
                  <a:srgbClr val="065598"/>
                </a:solidFill>
                <a:latin typeface="Consolas" panose="020B0609020204030204" pitchFamily="49" charset="0"/>
              </a:rPr>
              <a:t> 1 TO tables</a:t>
            </a:r>
            <a:br>
              <a:rPr lang="en-US" sz="1400" dirty="0">
                <a:solidFill>
                  <a:srgbClr val="065598"/>
                </a:solidFill>
                <a:latin typeface="Consolas" panose="020B0609020204030204" pitchFamily="49" charset="0"/>
              </a:rPr>
            </a:br>
            <a:r>
              <a:rPr lang="en-US" sz="1400" dirty="0">
                <a:solidFill>
                  <a:srgbClr val="065598"/>
                </a:solidFill>
                <a:latin typeface="Consolas" panose="020B0609020204030204" pitchFamily="49" charset="0"/>
              </a:rPr>
              <a:t>    FOR j </a:t>
            </a:r>
            <a:r>
              <a:rPr lang="en-US" sz="1400" dirty="0">
                <a:solidFill>
                  <a:srgbClr val="065598"/>
                </a:solidFill>
                <a:latin typeface="Consolas" panose="020B0609020204030204" pitchFamily="49" charset="0"/>
                <a:sym typeface="Wingdings" panose="05000000000000000000" pitchFamily="2" charset="2"/>
              </a:rPr>
              <a:t></a:t>
            </a:r>
            <a:r>
              <a:rPr lang="en-US" sz="1400" dirty="0">
                <a:solidFill>
                  <a:srgbClr val="065598"/>
                </a:solidFill>
                <a:latin typeface="Consolas" panose="020B0609020204030204" pitchFamily="49" charset="0"/>
              </a:rPr>
              <a:t> 1 TO rows</a:t>
            </a:r>
            <a:br>
              <a:rPr lang="en-US" sz="1400" dirty="0">
                <a:solidFill>
                  <a:srgbClr val="065598"/>
                </a:solidFill>
                <a:latin typeface="Consolas" panose="020B0609020204030204" pitchFamily="49" charset="0"/>
              </a:rPr>
            </a:br>
            <a:r>
              <a:rPr lang="en-US" sz="1400" dirty="0">
                <a:solidFill>
                  <a:srgbClr val="065598"/>
                </a:solidFill>
                <a:latin typeface="Consolas" panose="020B0609020204030204" pitchFamily="49" charset="0"/>
              </a:rPr>
              <a:t>        answer </a:t>
            </a:r>
            <a:r>
              <a:rPr lang="en-US" sz="1400" dirty="0">
                <a:solidFill>
                  <a:srgbClr val="065598"/>
                </a:solidFill>
                <a:latin typeface="Consolas" panose="020B0609020204030204" pitchFamily="49" charset="0"/>
                <a:sym typeface="Wingdings" panose="05000000000000000000" pitchFamily="2" charset="2"/>
              </a:rPr>
              <a:t></a:t>
            </a:r>
            <a:r>
              <a:rPr lang="en-US" sz="1400" dirty="0">
                <a:solidFill>
                  <a:srgbClr val="065598"/>
                </a:solidFill>
                <a:latin typeface="Consolas" panose="020B0609020204030204" pitchFamily="49" charset="0"/>
              </a:rPr>
              <a:t> </a:t>
            </a:r>
            <a:r>
              <a:rPr lang="en-US" sz="1400" dirty="0" err="1">
                <a:solidFill>
                  <a:srgbClr val="065598"/>
                </a:solidFill>
                <a:latin typeface="Consolas" panose="020B0609020204030204" pitchFamily="49" charset="0"/>
              </a:rPr>
              <a:t>i</a:t>
            </a:r>
            <a:r>
              <a:rPr lang="en-US" sz="1400" dirty="0">
                <a:solidFill>
                  <a:srgbClr val="065598"/>
                </a:solidFill>
                <a:latin typeface="Consolas" panose="020B0609020204030204" pitchFamily="49" charset="0"/>
              </a:rPr>
              <a:t> * j</a:t>
            </a:r>
            <a:br>
              <a:rPr lang="en-US" sz="1400" dirty="0">
                <a:solidFill>
                  <a:srgbClr val="065598"/>
                </a:solidFill>
                <a:latin typeface="Consolas" panose="020B0609020204030204" pitchFamily="49" charset="0"/>
              </a:rPr>
            </a:br>
            <a:r>
              <a:rPr lang="en-US" sz="1400" dirty="0">
                <a:solidFill>
                  <a:srgbClr val="065598"/>
                </a:solidFill>
                <a:latin typeface="Consolas" panose="020B0609020204030204" pitchFamily="49" charset="0"/>
              </a:rPr>
              <a:t>    NEXT j</a:t>
            </a:r>
            <a:br>
              <a:rPr lang="en-US" sz="1400" dirty="0">
                <a:solidFill>
                  <a:srgbClr val="065598"/>
                </a:solidFill>
                <a:latin typeface="Consolas" panose="020B0609020204030204" pitchFamily="49" charset="0"/>
              </a:rPr>
            </a:br>
            <a:r>
              <a:rPr lang="en-US" sz="1400" dirty="0">
                <a:solidFill>
                  <a:srgbClr val="065598"/>
                </a:solidFill>
                <a:latin typeface="Consolas" panose="020B0609020204030204" pitchFamily="49" charset="0"/>
              </a:rPr>
              <a:t>NEXT </a:t>
            </a:r>
            <a:r>
              <a:rPr lang="en-US" sz="1400" dirty="0" err="1">
                <a:solidFill>
                  <a:srgbClr val="065598"/>
                </a:solidFill>
                <a:latin typeface="Consolas" panose="020B0609020204030204" pitchFamily="49" charset="0"/>
              </a:rPr>
              <a:t>i</a:t>
            </a:r>
            <a:br>
              <a:rPr lang="en-US" sz="1400" dirty="0">
                <a:solidFill>
                  <a:srgbClr val="065598"/>
                </a:solidFill>
                <a:latin typeface="Consolas" panose="020B0609020204030204" pitchFamily="49" charset="0"/>
              </a:rPr>
            </a:br>
            <a:r>
              <a:rPr lang="en-US" sz="1400" dirty="0">
                <a:solidFill>
                  <a:srgbClr val="065598"/>
                </a:solidFill>
                <a:latin typeface="Consolas" panose="020B0609020204030204" pitchFamily="49" charset="0"/>
              </a:rPr>
              <a:t>OUTPUT </a:t>
            </a:r>
            <a:r>
              <a:rPr lang="en-US" sz="1400" dirty="0" err="1">
                <a:solidFill>
                  <a:srgbClr val="065598"/>
                </a:solidFill>
                <a:latin typeface="Consolas" panose="020B0609020204030204" pitchFamily="49" charset="0"/>
              </a:rPr>
              <a:t>i</a:t>
            </a:r>
            <a:r>
              <a:rPr lang="en-US" sz="1400" dirty="0">
                <a:solidFill>
                  <a:srgbClr val="065598"/>
                </a:solidFill>
                <a:latin typeface="Consolas" panose="020B0609020204030204" pitchFamily="49" charset="0"/>
              </a:rPr>
              <a:t>, "x", j, "=", answer</a:t>
            </a:r>
          </a:p>
          <a:p>
            <a:pPr marL="334963" indent="-342900">
              <a:spcAft>
                <a:spcPts val="600"/>
              </a:spcAft>
            </a:pPr>
            <a:r>
              <a:rPr lang="en-US" dirty="0">
                <a:latin typeface="Arial" panose="020B0604020202020204" pitchFamily="34" charset="0"/>
                <a:cs typeface="Arial" panose="020B0604020202020204" pitchFamily="34" charset="0"/>
              </a:rPr>
              <a:t>Why would the use of indentation improve it?</a:t>
            </a:r>
          </a:p>
          <a:p>
            <a:pPr marL="787400" lvl="1" indent="-342900"/>
            <a:r>
              <a:rPr lang="en-US" dirty="0">
                <a:solidFill>
                  <a:srgbClr val="FF0000"/>
                </a:solidFill>
                <a:latin typeface="Arial" panose="020B0604020202020204" pitchFamily="34" charset="0"/>
                <a:cs typeface="Arial" panose="020B0604020202020204" pitchFamily="34" charset="0"/>
              </a:rPr>
              <a:t>Indentation makes it possible to easily see which lines of code are part of different structures</a:t>
            </a:r>
          </a:p>
          <a:p>
            <a:pPr marL="334963" indent="-342900">
              <a:spcAft>
                <a:spcPts val="600"/>
              </a:spcAft>
            </a:pPr>
            <a:r>
              <a:rPr lang="en-US" dirty="0">
                <a:latin typeface="Arial" panose="020B0604020202020204" pitchFamily="34" charset="0"/>
                <a:cs typeface="Arial" panose="020B0604020202020204" pitchFamily="34" charset="0"/>
              </a:rPr>
              <a:t>Why may indentation be essential in </a:t>
            </a:r>
            <a:br>
              <a:rPr lang="en-US" dirty="0">
                <a:latin typeface="Arial" panose="020B0604020202020204" pitchFamily="34" charset="0"/>
                <a:cs typeface="Arial" panose="020B0604020202020204" pitchFamily="34" charset="0"/>
              </a:rPr>
            </a:br>
            <a:r>
              <a:rPr lang="en-US" dirty="0">
                <a:latin typeface="Arial" panose="020B0604020202020204" pitchFamily="34" charset="0"/>
                <a:cs typeface="Arial" panose="020B0604020202020204" pitchFamily="34" charset="0"/>
              </a:rPr>
              <a:t>some languages?</a:t>
            </a:r>
          </a:p>
          <a:p>
            <a:pPr marL="787400" lvl="1" indent="-342900"/>
            <a:r>
              <a:rPr lang="en-US" dirty="0">
                <a:solidFill>
                  <a:srgbClr val="FF0000"/>
                </a:solidFill>
                <a:latin typeface="Arial" panose="020B0604020202020204" pitchFamily="34" charset="0"/>
                <a:cs typeface="Arial" panose="020B0604020202020204" pitchFamily="34" charset="0"/>
              </a:rPr>
              <a:t>Some languages use braces { } to show where structures start and end, but some, such as Python use indentation</a:t>
            </a:r>
          </a:p>
        </p:txBody>
      </p:sp>
    </p:spTree>
    <p:extLst>
      <p:ext uri="{BB962C8B-B14F-4D97-AF65-F5344CB8AC3E}">
        <p14:creationId xmlns:p14="http://schemas.microsoft.com/office/powerpoint/2010/main" val="89642766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3"/>
          </p:nvPr>
        </p:nvSpPr>
        <p:spPr/>
        <p:txBody>
          <a:bodyPr/>
          <a:lstStyle/>
          <a:p>
            <a:r>
              <a:rPr lang="en-GB" dirty="0"/>
              <a:t>Worksheet 4</a:t>
            </a:r>
          </a:p>
        </p:txBody>
      </p:sp>
      <p:sp>
        <p:nvSpPr>
          <p:cNvPr id="5" name="Text Placeholder 4"/>
          <p:cNvSpPr>
            <a:spLocks noGrp="1"/>
          </p:cNvSpPr>
          <p:nvPr>
            <p:ph type="body" sz="quarter" idx="14"/>
          </p:nvPr>
        </p:nvSpPr>
        <p:spPr/>
        <p:txBody>
          <a:bodyPr/>
          <a:lstStyle/>
          <a:p>
            <a:r>
              <a:rPr lang="en-GB" dirty="0"/>
              <a:t>Now complete </a:t>
            </a:r>
            <a:r>
              <a:rPr lang="en-GB" b="1" dirty="0"/>
              <a:t>Task 1</a:t>
            </a:r>
            <a:r>
              <a:rPr lang="en-GB" dirty="0"/>
              <a:t> on </a:t>
            </a:r>
            <a:r>
              <a:rPr lang="en-GB" b="1" dirty="0"/>
              <a:t>Worksheet 4</a:t>
            </a:r>
          </a:p>
        </p:txBody>
      </p:sp>
    </p:spTree>
    <p:extLst>
      <p:ext uri="{BB962C8B-B14F-4D97-AF65-F5344CB8AC3E}">
        <p14:creationId xmlns:p14="http://schemas.microsoft.com/office/powerpoint/2010/main" val="167015856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C41536D-4DC4-4010-8DBE-D29CD13DF885}"/>
              </a:ext>
            </a:extLst>
          </p:cNvPr>
          <p:cNvSpPr>
            <a:spLocks noGrp="1"/>
          </p:cNvSpPr>
          <p:nvPr>
            <p:ph type="body" sz="quarter" idx="13"/>
          </p:nvPr>
        </p:nvSpPr>
        <p:spPr/>
        <p:txBody>
          <a:bodyPr/>
          <a:lstStyle/>
          <a:p>
            <a:r>
              <a:rPr lang="en-GB" dirty="0"/>
              <a:t>Plenary</a:t>
            </a:r>
          </a:p>
        </p:txBody>
      </p:sp>
      <p:sp>
        <p:nvSpPr>
          <p:cNvPr id="3" name="Text Placeholder 2">
            <a:extLst>
              <a:ext uri="{FF2B5EF4-FFF2-40B4-BE49-F238E27FC236}">
                <a16:creationId xmlns:a16="http://schemas.microsoft.com/office/drawing/2014/main" id="{DF351E72-DA1E-427D-BBF5-35F3677CA4F1}"/>
              </a:ext>
            </a:extLst>
          </p:cNvPr>
          <p:cNvSpPr>
            <a:spLocks noGrp="1"/>
          </p:cNvSpPr>
          <p:nvPr>
            <p:ph type="body" sz="quarter" idx="14"/>
          </p:nvPr>
        </p:nvSpPr>
        <p:spPr/>
        <p:txBody>
          <a:bodyPr/>
          <a:lstStyle/>
          <a:p>
            <a:r>
              <a:rPr lang="en-GB" dirty="0"/>
              <a:t>The following code calculates the area of a triangle</a:t>
            </a:r>
          </a:p>
          <a:p>
            <a:pPr lvl="1"/>
            <a:r>
              <a:rPr lang="en-GB" dirty="0"/>
              <a:t>Look at the following and explain at least </a:t>
            </a:r>
            <a:r>
              <a:rPr lang="en-GB" b="1" dirty="0"/>
              <a:t>four </a:t>
            </a:r>
            <a:r>
              <a:rPr lang="en-GB" dirty="0"/>
              <a:t>improvements that would make it more maintainable</a:t>
            </a:r>
          </a:p>
          <a:p>
            <a:pPr marL="444500" lvl="1" indent="0">
              <a:buNone/>
            </a:pPr>
            <a:r>
              <a:rPr lang="en-GB" dirty="0">
                <a:latin typeface="Consolas" panose="020B0609020204030204" pitchFamily="49" charset="0"/>
              </a:rPr>
              <a:t>FUNCTION </a:t>
            </a:r>
            <a:r>
              <a:rPr lang="en-GB" dirty="0" err="1">
                <a:latin typeface="Consolas" panose="020B0609020204030204" pitchFamily="49" charset="0"/>
              </a:rPr>
              <a:t>triA</a:t>
            </a:r>
            <a:r>
              <a:rPr lang="en-GB" dirty="0">
                <a:latin typeface="Consolas" panose="020B0609020204030204" pitchFamily="49" charset="0"/>
              </a:rPr>
              <a:t>(a, b)</a:t>
            </a:r>
            <a:br>
              <a:rPr lang="en-GB" dirty="0">
                <a:latin typeface="Consolas" panose="020B0609020204030204" pitchFamily="49" charset="0"/>
              </a:rPr>
            </a:br>
            <a:r>
              <a:rPr lang="en-GB" dirty="0">
                <a:latin typeface="Consolas" panose="020B0609020204030204" pitchFamily="49" charset="0"/>
              </a:rPr>
              <a:t>c </a:t>
            </a:r>
            <a:r>
              <a:rPr lang="en-GB" dirty="0">
                <a:latin typeface="Consolas" panose="020B0609020204030204" pitchFamily="49" charset="0"/>
                <a:sym typeface="Wingdings" panose="05000000000000000000" pitchFamily="2" charset="2"/>
              </a:rPr>
              <a:t> </a:t>
            </a:r>
            <a:r>
              <a:rPr lang="en-GB" dirty="0">
                <a:latin typeface="Consolas" panose="020B0609020204030204" pitchFamily="49" charset="0"/>
              </a:rPr>
              <a:t>0.5 * a * b</a:t>
            </a:r>
            <a:br>
              <a:rPr lang="en-GB" dirty="0">
                <a:latin typeface="Consolas" panose="020B0609020204030204" pitchFamily="49" charset="0"/>
              </a:rPr>
            </a:br>
            <a:r>
              <a:rPr lang="en-GB" dirty="0">
                <a:latin typeface="Consolas" panose="020B0609020204030204" pitchFamily="49" charset="0"/>
              </a:rPr>
              <a:t>RETURN c</a:t>
            </a:r>
            <a:br>
              <a:rPr lang="en-GB" dirty="0">
                <a:latin typeface="Consolas" panose="020B0609020204030204" pitchFamily="49" charset="0"/>
              </a:rPr>
            </a:br>
            <a:r>
              <a:rPr lang="en-GB" dirty="0">
                <a:latin typeface="Consolas" panose="020B0609020204030204" pitchFamily="49" charset="0"/>
              </a:rPr>
              <a:t>ENDFUNCTION</a:t>
            </a:r>
          </a:p>
          <a:p>
            <a:pPr marL="444500" lvl="1" indent="0">
              <a:buNone/>
            </a:pPr>
            <a:r>
              <a:rPr lang="en-GB" dirty="0">
                <a:latin typeface="Consolas" panose="020B0609020204030204" pitchFamily="49" charset="0"/>
              </a:rPr>
              <a:t>OUTPUT </a:t>
            </a:r>
            <a:r>
              <a:rPr lang="en-GB" dirty="0" err="1">
                <a:latin typeface="Consolas" panose="020B0609020204030204" pitchFamily="49" charset="0"/>
              </a:rPr>
              <a:t>triA</a:t>
            </a:r>
            <a:r>
              <a:rPr lang="en-GB" dirty="0">
                <a:latin typeface="Consolas" panose="020B0609020204030204" pitchFamily="49" charset="0"/>
              </a:rPr>
              <a:t>(5, 3)</a:t>
            </a:r>
          </a:p>
        </p:txBody>
      </p:sp>
    </p:spTree>
    <p:extLst>
      <p:ext uri="{BB962C8B-B14F-4D97-AF65-F5344CB8AC3E}">
        <p14:creationId xmlns:p14="http://schemas.microsoft.com/office/powerpoint/2010/main" val="193447971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C41536D-4DC4-4010-8DBE-D29CD13DF885}"/>
              </a:ext>
            </a:extLst>
          </p:cNvPr>
          <p:cNvSpPr>
            <a:spLocks noGrp="1"/>
          </p:cNvSpPr>
          <p:nvPr>
            <p:ph type="body" sz="quarter" idx="13"/>
          </p:nvPr>
        </p:nvSpPr>
        <p:spPr/>
        <p:txBody>
          <a:bodyPr/>
          <a:lstStyle/>
          <a:p>
            <a:r>
              <a:rPr lang="en-GB" dirty="0"/>
              <a:t>Plenary</a:t>
            </a:r>
          </a:p>
        </p:txBody>
      </p:sp>
      <p:sp>
        <p:nvSpPr>
          <p:cNvPr id="3" name="Text Placeholder 2">
            <a:extLst>
              <a:ext uri="{FF2B5EF4-FFF2-40B4-BE49-F238E27FC236}">
                <a16:creationId xmlns:a16="http://schemas.microsoft.com/office/drawing/2014/main" id="{DF351E72-DA1E-427D-BBF5-35F3677CA4F1}"/>
              </a:ext>
            </a:extLst>
          </p:cNvPr>
          <p:cNvSpPr>
            <a:spLocks noGrp="1"/>
          </p:cNvSpPr>
          <p:nvPr>
            <p:ph type="body" sz="quarter" idx="14"/>
          </p:nvPr>
        </p:nvSpPr>
        <p:spPr>
          <a:xfrm>
            <a:off x="724279" y="1704179"/>
            <a:ext cx="8100883" cy="3453607"/>
          </a:xfrm>
        </p:spPr>
        <p:txBody>
          <a:bodyPr/>
          <a:lstStyle/>
          <a:p>
            <a:pPr lvl="1"/>
            <a:r>
              <a:rPr lang="en-GB" dirty="0"/>
              <a:t>Look at the following and explain at least </a:t>
            </a:r>
            <a:r>
              <a:rPr lang="en-GB" b="1" dirty="0"/>
              <a:t>four </a:t>
            </a:r>
            <a:r>
              <a:rPr lang="en-GB" dirty="0"/>
              <a:t>improvements that would make it more maintainable</a:t>
            </a:r>
          </a:p>
          <a:p>
            <a:pPr marL="715963" lvl="1" indent="0">
              <a:buNone/>
              <a:tabLst>
                <a:tab pos="715963" algn="l"/>
              </a:tabLst>
            </a:pPr>
            <a:r>
              <a:rPr lang="en-GB" dirty="0">
                <a:solidFill>
                  <a:srgbClr val="FF0000"/>
                </a:solidFill>
                <a:latin typeface="Consolas" panose="020B0609020204030204" pitchFamily="49" charset="0"/>
              </a:rPr>
              <a:t>FUNCTION </a:t>
            </a:r>
            <a:r>
              <a:rPr lang="en-GB" dirty="0" err="1">
                <a:solidFill>
                  <a:srgbClr val="FF0000"/>
                </a:solidFill>
                <a:latin typeface="Consolas" panose="020B0609020204030204" pitchFamily="49" charset="0"/>
              </a:rPr>
              <a:t>triangleArea</a:t>
            </a:r>
            <a:r>
              <a:rPr lang="en-GB" dirty="0">
                <a:solidFill>
                  <a:srgbClr val="FF0000"/>
                </a:solidFill>
                <a:latin typeface="Consolas" panose="020B0609020204030204" pitchFamily="49" charset="0"/>
              </a:rPr>
              <a:t>(base, height)</a:t>
            </a:r>
            <a:br>
              <a:rPr lang="en-GB" dirty="0">
                <a:solidFill>
                  <a:srgbClr val="FF0000"/>
                </a:solidFill>
                <a:latin typeface="Consolas" panose="020B0609020204030204" pitchFamily="49" charset="0"/>
              </a:rPr>
            </a:br>
            <a:r>
              <a:rPr lang="en-GB" dirty="0">
                <a:solidFill>
                  <a:srgbClr val="FF0000"/>
                </a:solidFill>
                <a:latin typeface="Consolas" panose="020B0609020204030204" pitchFamily="49" charset="0"/>
              </a:rPr>
              <a:t>    //The function finds the area of a triangle</a:t>
            </a:r>
            <a:br>
              <a:rPr lang="en-GB" dirty="0">
                <a:solidFill>
                  <a:srgbClr val="FF0000"/>
                </a:solidFill>
                <a:latin typeface="Consolas" panose="020B0609020204030204" pitchFamily="49" charset="0"/>
              </a:rPr>
            </a:br>
            <a:r>
              <a:rPr lang="en-GB" dirty="0">
                <a:solidFill>
                  <a:srgbClr val="FF0000"/>
                </a:solidFill>
                <a:latin typeface="Consolas" panose="020B0609020204030204" pitchFamily="49" charset="0"/>
              </a:rPr>
              <a:t>    area </a:t>
            </a:r>
            <a:r>
              <a:rPr lang="en-GB" dirty="0">
                <a:solidFill>
                  <a:srgbClr val="FF0000"/>
                </a:solidFill>
                <a:latin typeface="Consolas" panose="020B0609020204030204" pitchFamily="49" charset="0"/>
                <a:sym typeface="Wingdings" panose="05000000000000000000" pitchFamily="2" charset="2"/>
              </a:rPr>
              <a:t> </a:t>
            </a:r>
            <a:r>
              <a:rPr lang="en-GB" dirty="0">
                <a:solidFill>
                  <a:srgbClr val="FF0000"/>
                </a:solidFill>
                <a:latin typeface="Consolas" panose="020B0609020204030204" pitchFamily="49" charset="0"/>
              </a:rPr>
              <a:t>0.5 * base * height //the formula used</a:t>
            </a:r>
            <a:br>
              <a:rPr lang="en-GB" dirty="0">
                <a:solidFill>
                  <a:srgbClr val="FF0000"/>
                </a:solidFill>
                <a:latin typeface="Consolas" panose="020B0609020204030204" pitchFamily="49" charset="0"/>
              </a:rPr>
            </a:br>
            <a:r>
              <a:rPr lang="en-GB" dirty="0">
                <a:solidFill>
                  <a:srgbClr val="FF0000"/>
                </a:solidFill>
                <a:latin typeface="Consolas" panose="020B0609020204030204" pitchFamily="49" charset="0"/>
              </a:rPr>
              <a:t>                            //is half base * height</a:t>
            </a:r>
            <a:br>
              <a:rPr lang="en-GB" dirty="0">
                <a:solidFill>
                  <a:srgbClr val="FF0000"/>
                </a:solidFill>
                <a:latin typeface="Consolas" panose="020B0609020204030204" pitchFamily="49" charset="0"/>
              </a:rPr>
            </a:br>
            <a:r>
              <a:rPr lang="en-GB" dirty="0">
                <a:solidFill>
                  <a:srgbClr val="FF0000"/>
                </a:solidFill>
                <a:latin typeface="Consolas" panose="020B0609020204030204" pitchFamily="49" charset="0"/>
              </a:rPr>
              <a:t>    RETURN area</a:t>
            </a:r>
            <a:br>
              <a:rPr lang="en-GB" dirty="0">
                <a:solidFill>
                  <a:srgbClr val="FF0000"/>
                </a:solidFill>
                <a:latin typeface="Consolas" panose="020B0609020204030204" pitchFamily="49" charset="0"/>
              </a:rPr>
            </a:br>
            <a:r>
              <a:rPr lang="en-GB" dirty="0">
                <a:solidFill>
                  <a:srgbClr val="FF0000"/>
                </a:solidFill>
                <a:latin typeface="Consolas" panose="020B0609020204030204" pitchFamily="49" charset="0"/>
              </a:rPr>
              <a:t>ENDFUNCTION</a:t>
            </a:r>
          </a:p>
          <a:p>
            <a:pPr marL="715963" lvl="1" indent="0">
              <a:buNone/>
              <a:tabLst>
                <a:tab pos="715963" algn="l"/>
              </a:tabLst>
            </a:pPr>
            <a:r>
              <a:rPr lang="en-GB" dirty="0">
                <a:solidFill>
                  <a:srgbClr val="FF0000"/>
                </a:solidFill>
                <a:latin typeface="Consolas" panose="020B0609020204030204" pitchFamily="49" charset="0"/>
              </a:rPr>
              <a:t>OUTPUT </a:t>
            </a:r>
            <a:r>
              <a:rPr lang="en-GB" dirty="0" err="1">
                <a:solidFill>
                  <a:srgbClr val="FF0000"/>
                </a:solidFill>
                <a:latin typeface="Consolas" panose="020B0609020204030204" pitchFamily="49" charset="0"/>
              </a:rPr>
              <a:t>triangleArea</a:t>
            </a:r>
            <a:r>
              <a:rPr lang="en-GB" dirty="0">
                <a:solidFill>
                  <a:srgbClr val="FF0000"/>
                </a:solidFill>
                <a:latin typeface="Consolas" panose="020B0609020204030204" pitchFamily="49" charset="0"/>
              </a:rPr>
              <a:t>(5, 3)</a:t>
            </a:r>
          </a:p>
          <a:p>
            <a:pPr lvl="1"/>
            <a:r>
              <a:rPr lang="en-GB" dirty="0">
                <a:latin typeface="+mj-lt"/>
              </a:rPr>
              <a:t>Meaningful identifiers for the function name, parameters </a:t>
            </a:r>
            <a:br>
              <a:rPr lang="en-GB" dirty="0">
                <a:latin typeface="+mj-lt"/>
              </a:rPr>
            </a:br>
            <a:r>
              <a:rPr lang="en-GB" dirty="0">
                <a:latin typeface="+mj-lt"/>
              </a:rPr>
              <a:t>and variable</a:t>
            </a:r>
          </a:p>
          <a:p>
            <a:pPr lvl="1"/>
            <a:r>
              <a:rPr lang="en-GB" dirty="0">
                <a:latin typeface="+mj-lt"/>
              </a:rPr>
              <a:t>Use of comments that are relevant and appropriate</a:t>
            </a:r>
          </a:p>
          <a:p>
            <a:pPr lvl="1"/>
            <a:r>
              <a:rPr lang="en-GB" dirty="0">
                <a:latin typeface="+mj-lt"/>
              </a:rPr>
              <a:t>Indentation</a:t>
            </a:r>
          </a:p>
        </p:txBody>
      </p:sp>
    </p:spTree>
    <p:extLst>
      <p:ext uri="{BB962C8B-B14F-4D97-AF65-F5344CB8AC3E}">
        <p14:creationId xmlns:p14="http://schemas.microsoft.com/office/powerpoint/2010/main" val="243428480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034403279"/>
      </p:ext>
    </p:extLst>
  </p:cSld>
  <p:clrMapOvr>
    <a:masterClrMapping/>
  </p:clrMapOvr>
</p:sld>
</file>

<file path=ppt/theme/theme1.xml><?xml version="1.0" encoding="utf-8"?>
<a:theme xmlns:a="http://schemas.openxmlformats.org/drawingml/2006/main" name="Office Theme">
  <a:themeElements>
    <a:clrScheme name="Geography Unit 6B Cold environments">
      <a:dk1>
        <a:sysClr val="windowText" lastClr="000000"/>
      </a:dk1>
      <a:lt1>
        <a:sysClr val="window" lastClr="FFFFFF"/>
      </a:lt1>
      <a:dk2>
        <a:srgbClr val="1D140F"/>
      </a:dk2>
      <a:lt2>
        <a:srgbClr val="FFFFFF"/>
      </a:lt2>
      <a:accent1>
        <a:srgbClr val="00B7CC"/>
      </a:accent1>
      <a:accent2>
        <a:srgbClr val="0046A8"/>
      </a:accent2>
      <a:accent3>
        <a:srgbClr val="55E2EB"/>
      </a:accent3>
      <a:accent4>
        <a:srgbClr val="9E6E44"/>
      </a:accent4>
      <a:accent5>
        <a:srgbClr val="113625"/>
      </a:accent5>
      <a:accent6>
        <a:srgbClr val="55674D"/>
      </a:accent6>
      <a:hlink>
        <a:srgbClr val="000000"/>
      </a:hlink>
      <a:folHlink>
        <a:srgbClr val="00000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5" id="{2D7BC509-3963-4E2B-92B3-1D2397DFC951}" vid="{6A572357-DBC3-4AED-99F2-BAC5AF89B28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24951742A866DD4C8563BF4DFAFD4423" ma:contentTypeVersion="13" ma:contentTypeDescription="Create a new document." ma:contentTypeScope="" ma:versionID="f785eec6e2c67b839315347a29dc3713">
  <xsd:schema xmlns:xsd="http://www.w3.org/2001/XMLSchema" xmlns:xs="http://www.w3.org/2001/XMLSchema" xmlns:p="http://schemas.microsoft.com/office/2006/metadata/properties" xmlns:ns2="1ef05dc5-97a2-498b-bf7c-bd189143a1ff" xmlns:ns3="94dce8ab-38ff-4714-b1ed-1fc5e4d9abd1" targetNamespace="http://schemas.microsoft.com/office/2006/metadata/properties" ma:root="true" ma:fieldsID="a0c82b207cdf2da5c092e9a40fe5e576" ns2:_="" ns3:_="">
    <xsd:import namespace="1ef05dc5-97a2-498b-bf7c-bd189143a1ff"/>
    <xsd:import namespace="94dce8ab-38ff-4714-b1ed-1fc5e4d9abd1"/>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AutoTags" minOccurs="0"/>
                <xsd:element ref="ns3:MediaServiceOCR" minOccurs="0"/>
                <xsd:element ref="ns3:MediaServiceDateTaken" minOccurs="0"/>
                <xsd:element ref="ns3:MediaServiceLocation" minOccurs="0"/>
                <xsd:element ref="ns3:MediaServiceEventHashCode" minOccurs="0"/>
                <xsd:element ref="ns3:MediaServiceGenerationTime" minOccurs="0"/>
                <xsd:element ref="ns3:MediaServiceAutoKeyPoints" minOccurs="0"/>
                <xsd:element ref="ns3:MediaServiceKeyPoints"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ef05dc5-97a2-498b-bf7c-bd189143a1ff"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94dce8ab-38ff-4714-b1ed-1fc5e4d9abd1"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AutoTags" ma:index="12" nillable="true" ma:displayName="MediaServiceAutoTags" ma:internalName="MediaServiceAutoTags" ma:readOnly="true">
      <xsd:simpleType>
        <xsd:restriction base="dms:Text"/>
      </xsd:simpleType>
    </xsd:element>
    <xsd:element name="MediaServiceOCR" ma:index="13" nillable="true" ma:displayName="MediaServiceOCR" ma:internalName="MediaServiceOCR"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ServiceLocation" ma:index="15" nillable="true" ma:displayName="MediaServiceLocation" ma:internalName="MediaServiceLocation"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MediaLengthInSeconds" ma:index="20" nillable="true" ma:displayName="Length (seconds)"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C2C15FB9-4F8E-44CF-868B-6AF8062426A2}">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707B2EB5-05D9-4194-B489-2E92F439801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ef05dc5-97a2-498b-bf7c-bd189143a1ff"/>
    <ds:schemaRef ds:uri="94dce8ab-38ff-4714-b1ed-1fc5e4d9abd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07018C1F-1F22-411A-8DDB-E1935557D30B}">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4927</TotalTime>
  <Words>1009</Words>
  <Application>Microsoft Office PowerPoint</Application>
  <PresentationFormat>On-screen Show (4:3)</PresentationFormat>
  <Paragraphs>102</Paragraphs>
  <Slides>17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Arial</vt:lpstr>
      <vt:lpstr>Consolas</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PG Online Ltd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PG Online Ltd</dc:creator>
  <cp:lastModifiedBy>Mike Bloys</cp:lastModifiedBy>
  <cp:revision>81</cp:revision>
  <dcterms:created xsi:type="dcterms:W3CDTF">2016-01-18T13:50:59Z</dcterms:created>
  <dcterms:modified xsi:type="dcterms:W3CDTF">2021-10-27T14:55:27Z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0x01010024951742A866DD4C8563BF4DFAFD4423</vt:lpwstr>
  </property>
</Properties>
</file>