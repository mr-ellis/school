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Lst>
  <p:notesMasterIdLst>
    <p:notesMasterId r:id="rId22"/>
  </p:notesMasterIdLst>
  <p:sldIdLst>
    <p:sldId id="260" r:id="rId5"/>
    <p:sldId id="284" r:id="rId6"/>
    <p:sldId id="338" r:id="rId7"/>
    <p:sldId id="340" r:id="rId8"/>
    <p:sldId id="345" r:id="rId9"/>
    <p:sldId id="346" r:id="rId10"/>
    <p:sldId id="290" r:id="rId11"/>
    <p:sldId id="341" r:id="rId12"/>
    <p:sldId id="347" r:id="rId13"/>
    <p:sldId id="342" r:id="rId14"/>
    <p:sldId id="348" r:id="rId15"/>
    <p:sldId id="343" r:id="rId16"/>
    <p:sldId id="350" r:id="rId17"/>
    <p:sldId id="299" r:id="rId18"/>
    <p:sldId id="349" r:id="rId19"/>
    <p:sldId id="344" r:id="rId20"/>
    <p:sldId id="311" r:id="rId21"/>
  </p:sldIdLst>
  <p:sldSz cx="9144000" cy="6858000" type="screen4x3"/>
  <p:notesSz cx="6858000" cy="9144000"/>
  <p:embeddedFontLst>
    <p:embeddedFont>
      <p:font typeface="Calibri" panose="020F0502020204030204" pitchFamily="34" charset="0"/>
      <p:regular r:id="rId23"/>
      <p:bold r:id="rId24"/>
      <p:italic r:id="rId25"/>
      <p:boldItalic r:id="rId2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45">
          <p15:clr>
            <a:srgbClr val="A4A3A4"/>
          </p15:clr>
        </p15:guide>
        <p15:guide id="2" orient="horz" pos="3226" userDrawn="1">
          <p15:clr>
            <a:srgbClr val="A4A3A4"/>
          </p15:clr>
        </p15:guide>
        <p15:guide id="3" orient="horz" pos="1888" userDrawn="1">
          <p15:clr>
            <a:srgbClr val="A4A3A4"/>
          </p15:clr>
        </p15:guide>
        <p15:guide id="4" pos="5488" userDrawn="1">
          <p15:clr>
            <a:srgbClr val="A4A3A4"/>
          </p15:clr>
        </p15:guide>
        <p15:guide id="5" pos="295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87878"/>
    <a:srgbClr val="CFD2D7"/>
    <a:srgbClr val="AAAA98"/>
    <a:srgbClr val="2C3039"/>
    <a:srgbClr val="F1F1F1"/>
    <a:srgbClr val="EDEDED"/>
    <a:srgbClr val="010101"/>
    <a:srgbClr val="0E463C"/>
    <a:srgbClr val="58ACA5"/>
    <a:srgbClr val="17477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438129-ABCA-9B9D-0108-C0E0522A1F16}" v="2" dt="2021-12-02T12:01:31.7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3" d="100"/>
          <a:sy n="143" d="100"/>
        </p:scale>
        <p:origin x="2226" y="126"/>
      </p:cViewPr>
      <p:guideLst>
        <p:guide orient="horz" pos="1245"/>
        <p:guide orient="horz" pos="3226"/>
        <p:guide orient="horz" pos="1888"/>
        <p:guide pos="5488"/>
        <p:guide pos="295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3.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2.fntdata"/><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1.fntdata"/><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Franklin" userId="cf915d05-507f-491f-b4a6-b2aa085ee4b1" providerId="ADAL" clId="{F456D98F-EEA0-4D0C-AA1B-B300AAB9F27E}"/>
    <pc:docChg chg="undo custSel addSld delSld modSld sldOrd">
      <pc:chgData name="James Franklin" userId="cf915d05-507f-491f-b4a6-b2aa085ee4b1" providerId="ADAL" clId="{F456D98F-EEA0-4D0C-AA1B-B300AAB9F27E}" dt="2020-03-03T14:22:27.236" v="3001" actId="20577"/>
      <pc:docMkLst>
        <pc:docMk/>
      </pc:docMkLst>
      <pc:sldChg chg="modSp">
        <pc:chgData name="James Franklin" userId="cf915d05-507f-491f-b4a6-b2aa085ee4b1" providerId="ADAL" clId="{F456D98F-EEA0-4D0C-AA1B-B300AAB9F27E}" dt="2020-03-02T15:24:57.547" v="0" actId="6549"/>
        <pc:sldMkLst>
          <pc:docMk/>
          <pc:sldMk cId="2542456931" sldId="284"/>
        </pc:sldMkLst>
        <pc:spChg chg="mod">
          <ac:chgData name="James Franklin" userId="cf915d05-507f-491f-b4a6-b2aa085ee4b1" providerId="ADAL" clId="{F456D98F-EEA0-4D0C-AA1B-B300AAB9F27E}" dt="2020-03-02T15:24:57.547" v="0" actId="6549"/>
          <ac:spMkLst>
            <pc:docMk/>
            <pc:sldMk cId="2542456931" sldId="284"/>
            <ac:spMk id="4" creationId="{00000000-0000-0000-0000-000000000000}"/>
          </ac:spMkLst>
        </pc:spChg>
      </pc:sldChg>
      <pc:sldChg chg="modSp del">
        <pc:chgData name="James Franklin" userId="cf915d05-507f-491f-b4a6-b2aa085ee4b1" providerId="ADAL" clId="{F456D98F-EEA0-4D0C-AA1B-B300AAB9F27E}" dt="2020-03-02T15:50:05.505" v="451" actId="47"/>
        <pc:sldMkLst>
          <pc:docMk/>
          <pc:sldMk cId="624868983" sldId="286"/>
        </pc:sldMkLst>
        <pc:spChg chg="mod">
          <ac:chgData name="James Franklin" userId="cf915d05-507f-491f-b4a6-b2aa085ee4b1" providerId="ADAL" clId="{F456D98F-EEA0-4D0C-AA1B-B300AAB9F27E}" dt="2020-03-02T15:48:36.669" v="396" actId="20577"/>
          <ac:spMkLst>
            <pc:docMk/>
            <pc:sldMk cId="624868983" sldId="286"/>
            <ac:spMk id="4" creationId="{00000000-0000-0000-0000-000000000000}"/>
          </ac:spMkLst>
        </pc:spChg>
      </pc:sldChg>
      <pc:sldChg chg="modSp">
        <pc:chgData name="James Franklin" userId="cf915d05-507f-491f-b4a6-b2aa085ee4b1" providerId="ADAL" clId="{F456D98F-EEA0-4D0C-AA1B-B300AAB9F27E}" dt="2020-03-02T15:53:30.749" v="577" actId="20577"/>
        <pc:sldMkLst>
          <pc:docMk/>
          <pc:sldMk cId="428608259" sldId="287"/>
        </pc:sldMkLst>
        <pc:spChg chg="mod">
          <ac:chgData name="James Franklin" userId="cf915d05-507f-491f-b4a6-b2aa085ee4b1" providerId="ADAL" clId="{F456D98F-EEA0-4D0C-AA1B-B300AAB9F27E}" dt="2020-03-02T15:53:30.749" v="577" actId="20577"/>
          <ac:spMkLst>
            <pc:docMk/>
            <pc:sldMk cId="428608259" sldId="287"/>
            <ac:spMk id="4" creationId="{00000000-0000-0000-0000-000000000000}"/>
          </ac:spMkLst>
        </pc:spChg>
      </pc:sldChg>
      <pc:sldChg chg="modSp">
        <pc:chgData name="James Franklin" userId="cf915d05-507f-491f-b4a6-b2aa085ee4b1" providerId="ADAL" clId="{F456D98F-EEA0-4D0C-AA1B-B300AAB9F27E}" dt="2020-03-02T15:55:23.206" v="589" actId="20577"/>
        <pc:sldMkLst>
          <pc:docMk/>
          <pc:sldMk cId="1918430168" sldId="289"/>
        </pc:sldMkLst>
        <pc:spChg chg="mod">
          <ac:chgData name="James Franklin" userId="cf915d05-507f-491f-b4a6-b2aa085ee4b1" providerId="ADAL" clId="{F456D98F-EEA0-4D0C-AA1B-B300AAB9F27E}" dt="2020-03-02T15:55:23.206" v="589" actId="20577"/>
          <ac:spMkLst>
            <pc:docMk/>
            <pc:sldMk cId="1918430168" sldId="289"/>
            <ac:spMk id="4" creationId="{00000000-0000-0000-0000-000000000000}"/>
          </ac:spMkLst>
        </pc:spChg>
      </pc:sldChg>
      <pc:sldChg chg="modSp">
        <pc:chgData name="James Franklin" userId="cf915d05-507f-491f-b4a6-b2aa085ee4b1" providerId="ADAL" clId="{F456D98F-EEA0-4D0C-AA1B-B300AAB9F27E}" dt="2020-03-02T16:00:36.582" v="892" actId="113"/>
        <pc:sldMkLst>
          <pc:docMk/>
          <pc:sldMk cId="1540939022" sldId="290"/>
        </pc:sldMkLst>
        <pc:spChg chg="mod">
          <ac:chgData name="James Franklin" userId="cf915d05-507f-491f-b4a6-b2aa085ee4b1" providerId="ADAL" clId="{F456D98F-EEA0-4D0C-AA1B-B300AAB9F27E}" dt="2020-03-02T16:00:36.582" v="892" actId="113"/>
          <ac:spMkLst>
            <pc:docMk/>
            <pc:sldMk cId="1540939022" sldId="290"/>
            <ac:spMk id="4" creationId="{00000000-0000-0000-0000-000000000000}"/>
          </ac:spMkLst>
        </pc:spChg>
      </pc:sldChg>
      <pc:sldChg chg="modSp">
        <pc:chgData name="James Franklin" userId="cf915d05-507f-491f-b4a6-b2aa085ee4b1" providerId="ADAL" clId="{F456D98F-EEA0-4D0C-AA1B-B300AAB9F27E}" dt="2020-03-02T16:00:54.989" v="908" actId="113"/>
        <pc:sldMkLst>
          <pc:docMk/>
          <pc:sldMk cId="3784374972" sldId="293"/>
        </pc:sldMkLst>
        <pc:spChg chg="mod">
          <ac:chgData name="James Franklin" userId="cf915d05-507f-491f-b4a6-b2aa085ee4b1" providerId="ADAL" clId="{F456D98F-EEA0-4D0C-AA1B-B300AAB9F27E}" dt="2020-03-02T16:00:54.989" v="908" actId="113"/>
          <ac:spMkLst>
            <pc:docMk/>
            <pc:sldMk cId="3784374972" sldId="293"/>
            <ac:spMk id="4" creationId="{00000000-0000-0000-0000-000000000000}"/>
          </ac:spMkLst>
        </pc:spChg>
      </pc:sldChg>
      <pc:sldChg chg="modSp">
        <pc:chgData name="James Franklin" userId="cf915d05-507f-491f-b4a6-b2aa085ee4b1" providerId="ADAL" clId="{F456D98F-EEA0-4D0C-AA1B-B300AAB9F27E}" dt="2020-03-02T16:40:22.565" v="1406" actId="20577"/>
        <pc:sldMkLst>
          <pc:docMk/>
          <pc:sldMk cId="3959948642" sldId="294"/>
        </pc:sldMkLst>
        <pc:spChg chg="mod">
          <ac:chgData name="James Franklin" userId="cf915d05-507f-491f-b4a6-b2aa085ee4b1" providerId="ADAL" clId="{F456D98F-EEA0-4D0C-AA1B-B300AAB9F27E}" dt="2020-03-02T16:40:22.565" v="1406" actId="20577"/>
          <ac:spMkLst>
            <pc:docMk/>
            <pc:sldMk cId="3959948642" sldId="294"/>
            <ac:spMk id="4" creationId="{00000000-0000-0000-0000-000000000000}"/>
          </ac:spMkLst>
        </pc:spChg>
      </pc:sldChg>
      <pc:sldChg chg="del">
        <pc:chgData name="James Franklin" userId="cf915d05-507f-491f-b4a6-b2aa085ee4b1" providerId="ADAL" clId="{F456D98F-EEA0-4D0C-AA1B-B300AAB9F27E}" dt="2020-03-02T16:50:34.092" v="1566" actId="47"/>
        <pc:sldMkLst>
          <pc:docMk/>
          <pc:sldMk cId="259050091" sldId="308"/>
        </pc:sldMkLst>
      </pc:sldChg>
      <pc:sldChg chg="del">
        <pc:chgData name="James Franklin" userId="cf915d05-507f-491f-b4a6-b2aa085ee4b1" providerId="ADAL" clId="{F456D98F-EEA0-4D0C-AA1B-B300AAB9F27E}" dt="2020-03-02T16:50:36.138" v="1567" actId="47"/>
        <pc:sldMkLst>
          <pc:docMk/>
          <pc:sldMk cId="3817535676" sldId="309"/>
        </pc:sldMkLst>
      </pc:sldChg>
      <pc:sldChg chg="del">
        <pc:chgData name="James Franklin" userId="cf915d05-507f-491f-b4a6-b2aa085ee4b1" providerId="ADAL" clId="{F456D98F-EEA0-4D0C-AA1B-B300AAB9F27E}" dt="2020-03-02T16:50:38.504" v="1568" actId="47"/>
        <pc:sldMkLst>
          <pc:docMk/>
          <pc:sldMk cId="93491676" sldId="310"/>
        </pc:sldMkLst>
      </pc:sldChg>
      <pc:sldChg chg="modSp">
        <pc:chgData name="James Franklin" userId="cf915d05-507f-491f-b4a6-b2aa085ee4b1" providerId="ADAL" clId="{F456D98F-EEA0-4D0C-AA1B-B300AAB9F27E}" dt="2020-03-02T15:50:47.311" v="461" actId="20577"/>
        <pc:sldMkLst>
          <pc:docMk/>
          <pc:sldMk cId="1937822333" sldId="313"/>
        </pc:sldMkLst>
        <pc:spChg chg="mod">
          <ac:chgData name="James Franklin" userId="cf915d05-507f-491f-b4a6-b2aa085ee4b1" providerId="ADAL" clId="{F456D98F-EEA0-4D0C-AA1B-B300AAB9F27E}" dt="2020-03-02T15:49:57.533" v="450" actId="20577"/>
          <ac:spMkLst>
            <pc:docMk/>
            <pc:sldMk cId="1937822333" sldId="313"/>
            <ac:spMk id="4" creationId="{00000000-0000-0000-0000-000000000000}"/>
          </ac:spMkLst>
        </pc:spChg>
        <pc:graphicFrameChg chg="mod modGraphic">
          <ac:chgData name="James Franklin" userId="cf915d05-507f-491f-b4a6-b2aa085ee4b1" providerId="ADAL" clId="{F456D98F-EEA0-4D0C-AA1B-B300AAB9F27E}" dt="2020-03-02T15:50:47.311" v="461" actId="20577"/>
          <ac:graphicFrameMkLst>
            <pc:docMk/>
            <pc:sldMk cId="1937822333" sldId="313"/>
            <ac:graphicFrameMk id="5" creationId="{00000000-0000-0000-0000-000000000000}"/>
          </ac:graphicFrameMkLst>
        </pc:graphicFrameChg>
      </pc:sldChg>
      <pc:sldChg chg="modSp del">
        <pc:chgData name="James Franklin" userId="cf915d05-507f-491f-b4a6-b2aa085ee4b1" providerId="ADAL" clId="{F456D98F-EEA0-4D0C-AA1B-B300AAB9F27E}" dt="2020-03-03T09:45:12.491" v="2563" actId="47"/>
        <pc:sldMkLst>
          <pc:docMk/>
          <pc:sldMk cId="2048605439" sldId="314"/>
        </pc:sldMkLst>
        <pc:spChg chg="mod">
          <ac:chgData name="James Franklin" userId="cf915d05-507f-491f-b4a6-b2aa085ee4b1" providerId="ADAL" clId="{F456D98F-EEA0-4D0C-AA1B-B300AAB9F27E}" dt="2020-03-02T15:25:34.667" v="1" actId="6549"/>
          <ac:spMkLst>
            <pc:docMk/>
            <pc:sldMk cId="2048605439" sldId="314"/>
            <ac:spMk id="5" creationId="{00000000-0000-0000-0000-000000000000}"/>
          </ac:spMkLst>
        </pc:spChg>
      </pc:sldChg>
      <pc:sldChg chg="add del">
        <pc:chgData name="James Franklin" userId="cf915d05-507f-491f-b4a6-b2aa085ee4b1" providerId="ADAL" clId="{F456D98F-EEA0-4D0C-AA1B-B300AAB9F27E}" dt="2020-03-02T15:25:43.213" v="3"/>
        <pc:sldMkLst>
          <pc:docMk/>
          <pc:sldMk cId="2766099574" sldId="315"/>
        </pc:sldMkLst>
      </pc:sldChg>
      <pc:sldChg chg="addSp delSp modSp add ord">
        <pc:chgData name="James Franklin" userId="cf915d05-507f-491f-b4a6-b2aa085ee4b1" providerId="ADAL" clId="{F456D98F-EEA0-4D0C-AA1B-B300AAB9F27E}" dt="2020-03-02T16:46:58.845" v="1564" actId="20577"/>
        <pc:sldMkLst>
          <pc:docMk/>
          <pc:sldMk cId="3554935877" sldId="315"/>
        </pc:sldMkLst>
        <pc:spChg chg="mod">
          <ac:chgData name="James Franklin" userId="cf915d05-507f-491f-b4a6-b2aa085ee4b1" providerId="ADAL" clId="{F456D98F-EEA0-4D0C-AA1B-B300AAB9F27E}" dt="2020-03-02T15:25:50.221" v="13" actId="20577"/>
          <ac:spMkLst>
            <pc:docMk/>
            <pc:sldMk cId="3554935877" sldId="315"/>
            <ac:spMk id="2" creationId="{040B699D-A91D-4616-9A56-8704D35EB02A}"/>
          </ac:spMkLst>
        </pc:spChg>
        <pc:spChg chg="mod">
          <ac:chgData name="James Franklin" userId="cf915d05-507f-491f-b4a6-b2aa085ee4b1" providerId="ADAL" clId="{F456D98F-EEA0-4D0C-AA1B-B300AAB9F27E}" dt="2020-03-02T15:41:35.430" v="142" actId="20577"/>
          <ac:spMkLst>
            <pc:docMk/>
            <pc:sldMk cId="3554935877" sldId="315"/>
            <ac:spMk id="3" creationId="{30138D9D-C9C1-4990-AC37-0D9C68A9B5D5}"/>
          </ac:spMkLst>
        </pc:spChg>
        <pc:spChg chg="add mod">
          <ac:chgData name="James Franklin" userId="cf915d05-507f-491f-b4a6-b2aa085ee4b1" providerId="ADAL" clId="{F456D98F-EEA0-4D0C-AA1B-B300AAB9F27E}" dt="2020-03-02T16:46:58.845" v="1564" actId="20577"/>
          <ac:spMkLst>
            <pc:docMk/>
            <pc:sldMk cId="3554935877" sldId="315"/>
            <ac:spMk id="5" creationId="{CEA1D3DF-B89A-4F17-BF4F-0C46B00B2C23}"/>
          </ac:spMkLst>
        </pc:spChg>
        <pc:picChg chg="add mod">
          <ac:chgData name="James Franklin" userId="cf915d05-507f-491f-b4a6-b2aa085ee4b1" providerId="ADAL" clId="{F456D98F-EEA0-4D0C-AA1B-B300AAB9F27E}" dt="2020-03-02T15:40:18.630" v="122" actId="1076"/>
          <ac:picMkLst>
            <pc:docMk/>
            <pc:sldMk cId="3554935877" sldId="315"/>
            <ac:picMk id="4" creationId="{3ED50421-8062-4189-AB03-074EC54E5BE4}"/>
          </ac:picMkLst>
        </pc:picChg>
        <pc:picChg chg="add del">
          <ac:chgData name="James Franklin" userId="cf915d05-507f-491f-b4a6-b2aa085ee4b1" providerId="ADAL" clId="{F456D98F-EEA0-4D0C-AA1B-B300AAB9F27E}" dt="2020-03-02T15:40:05.847" v="119" actId="478"/>
          <ac:picMkLst>
            <pc:docMk/>
            <pc:sldMk cId="3554935877" sldId="315"/>
            <ac:picMk id="1026" creationId="{9EAC9F95-9712-4B59-9D3B-8D5FC5390A28}"/>
          </ac:picMkLst>
        </pc:picChg>
        <pc:picChg chg="add mod">
          <ac:chgData name="James Franklin" userId="cf915d05-507f-491f-b4a6-b2aa085ee4b1" providerId="ADAL" clId="{F456D98F-EEA0-4D0C-AA1B-B300AAB9F27E}" dt="2020-03-02T15:40:52.938" v="129" actId="167"/>
          <ac:picMkLst>
            <pc:docMk/>
            <pc:sldMk cId="3554935877" sldId="315"/>
            <ac:picMk id="1028" creationId="{1D2205E5-71D2-43EA-9C85-894E3807F6EF}"/>
          </ac:picMkLst>
        </pc:picChg>
      </pc:sldChg>
      <pc:sldChg chg="addSp modSp add">
        <pc:chgData name="James Franklin" userId="cf915d05-507f-491f-b4a6-b2aa085ee4b1" providerId="ADAL" clId="{F456D98F-EEA0-4D0C-AA1B-B300AAB9F27E}" dt="2020-03-02T15:47:42.428" v="317" actId="207"/>
        <pc:sldMkLst>
          <pc:docMk/>
          <pc:sldMk cId="3591071188" sldId="316"/>
        </pc:sldMkLst>
        <pc:spChg chg="mod">
          <ac:chgData name="James Franklin" userId="cf915d05-507f-491f-b4a6-b2aa085ee4b1" providerId="ADAL" clId="{F456D98F-EEA0-4D0C-AA1B-B300AAB9F27E}" dt="2020-03-02T15:35:50.053" v="108" actId="20577"/>
          <ac:spMkLst>
            <pc:docMk/>
            <pc:sldMk cId="3591071188" sldId="316"/>
            <ac:spMk id="2" creationId="{A076E545-FF11-4204-8454-AB880FF94E04}"/>
          </ac:spMkLst>
        </pc:spChg>
        <pc:spChg chg="mod">
          <ac:chgData name="James Franklin" userId="cf915d05-507f-491f-b4a6-b2aa085ee4b1" providerId="ADAL" clId="{F456D98F-EEA0-4D0C-AA1B-B300AAB9F27E}" dt="2020-03-02T15:47:42.428" v="317" actId="207"/>
          <ac:spMkLst>
            <pc:docMk/>
            <pc:sldMk cId="3591071188" sldId="316"/>
            <ac:spMk id="3" creationId="{58539F46-7FA6-4998-86C4-93A728502A04}"/>
          </ac:spMkLst>
        </pc:spChg>
        <pc:spChg chg="add mod">
          <ac:chgData name="James Franklin" userId="cf915d05-507f-491f-b4a6-b2aa085ee4b1" providerId="ADAL" clId="{F456D98F-EEA0-4D0C-AA1B-B300AAB9F27E}" dt="2020-03-02T15:35:45.112" v="101" actId="207"/>
          <ac:spMkLst>
            <pc:docMk/>
            <pc:sldMk cId="3591071188" sldId="316"/>
            <ac:spMk id="4" creationId="{D6206177-56CA-417E-8E62-65A1AC303D8F}"/>
          </ac:spMkLst>
        </pc:spChg>
      </pc:sldChg>
      <pc:sldChg chg="addSp modSp add">
        <pc:chgData name="James Franklin" userId="cf915d05-507f-491f-b4a6-b2aa085ee4b1" providerId="ADAL" clId="{F456D98F-EEA0-4D0C-AA1B-B300AAB9F27E}" dt="2020-03-03T14:22:27.236" v="3001" actId="20577"/>
        <pc:sldMkLst>
          <pc:docMk/>
          <pc:sldMk cId="3377395835" sldId="317"/>
        </pc:sldMkLst>
        <pc:spChg chg="mod">
          <ac:chgData name="James Franklin" userId="cf915d05-507f-491f-b4a6-b2aa085ee4b1" providerId="ADAL" clId="{F456D98F-EEA0-4D0C-AA1B-B300AAB9F27E}" dt="2020-03-02T15:51:17.893" v="502" actId="20577"/>
          <ac:spMkLst>
            <pc:docMk/>
            <pc:sldMk cId="3377395835" sldId="317"/>
            <ac:spMk id="2" creationId="{03403FA4-4E7E-414F-87BB-108BB42C837D}"/>
          </ac:spMkLst>
        </pc:spChg>
        <pc:spChg chg="mod">
          <ac:chgData name="James Franklin" userId="cf915d05-507f-491f-b4a6-b2aa085ee4b1" providerId="ADAL" clId="{F456D98F-EEA0-4D0C-AA1B-B300AAB9F27E}" dt="2020-03-03T14:22:27.236" v="3001" actId="20577"/>
          <ac:spMkLst>
            <pc:docMk/>
            <pc:sldMk cId="3377395835" sldId="317"/>
            <ac:spMk id="3" creationId="{B824653B-DDBD-4B1C-8CA0-032B575995AB}"/>
          </ac:spMkLst>
        </pc:spChg>
        <pc:spChg chg="add">
          <ac:chgData name="James Franklin" userId="cf915d05-507f-491f-b4a6-b2aa085ee4b1" providerId="ADAL" clId="{F456D98F-EEA0-4D0C-AA1B-B300AAB9F27E}" dt="2020-03-02T15:50:13.470" v="453"/>
          <ac:spMkLst>
            <pc:docMk/>
            <pc:sldMk cId="3377395835" sldId="317"/>
            <ac:spMk id="4" creationId="{F36E195C-2528-45F8-A2AA-4D6CFD0800E7}"/>
          </ac:spMkLst>
        </pc:spChg>
      </pc:sldChg>
      <pc:sldChg chg="addSp modSp add">
        <pc:chgData name="James Franklin" userId="cf915d05-507f-491f-b4a6-b2aa085ee4b1" providerId="ADAL" clId="{F456D98F-EEA0-4D0C-AA1B-B300AAB9F27E}" dt="2020-03-02T15:59:08.558" v="876" actId="207"/>
        <pc:sldMkLst>
          <pc:docMk/>
          <pc:sldMk cId="1331524694" sldId="318"/>
        </pc:sldMkLst>
        <pc:spChg chg="mod">
          <ac:chgData name="James Franklin" userId="cf915d05-507f-491f-b4a6-b2aa085ee4b1" providerId="ADAL" clId="{F456D98F-EEA0-4D0C-AA1B-B300AAB9F27E}" dt="2020-03-02T15:55:47.636" v="615" actId="20577"/>
          <ac:spMkLst>
            <pc:docMk/>
            <pc:sldMk cId="1331524694" sldId="318"/>
            <ac:spMk id="2" creationId="{A7E083A3-B377-4D7F-8193-F392EEE49C20}"/>
          </ac:spMkLst>
        </pc:spChg>
        <pc:spChg chg="mod">
          <ac:chgData name="James Franklin" userId="cf915d05-507f-491f-b4a6-b2aa085ee4b1" providerId="ADAL" clId="{F456D98F-EEA0-4D0C-AA1B-B300AAB9F27E}" dt="2020-03-02T15:59:08.558" v="876" actId="207"/>
          <ac:spMkLst>
            <pc:docMk/>
            <pc:sldMk cId="1331524694" sldId="318"/>
            <ac:spMk id="3" creationId="{F337B8E0-9A34-4760-BF2D-83799C0B5D60}"/>
          </ac:spMkLst>
        </pc:spChg>
        <pc:spChg chg="add">
          <ac:chgData name="James Franklin" userId="cf915d05-507f-491f-b4a6-b2aa085ee4b1" providerId="ADAL" clId="{F456D98F-EEA0-4D0C-AA1B-B300AAB9F27E}" dt="2020-03-02T15:55:49.129" v="616"/>
          <ac:spMkLst>
            <pc:docMk/>
            <pc:sldMk cId="1331524694" sldId="318"/>
            <ac:spMk id="4" creationId="{DF023BE3-2D7E-416D-9DF1-4E8BDFDA9BCB}"/>
          </ac:spMkLst>
        </pc:spChg>
      </pc:sldChg>
      <pc:sldChg chg="addSp delSp modSp add">
        <pc:chgData name="James Franklin" userId="cf915d05-507f-491f-b4a6-b2aa085ee4b1" providerId="ADAL" clId="{F456D98F-EEA0-4D0C-AA1B-B300AAB9F27E}" dt="2020-03-02T16:50:50.052" v="1569" actId="1076"/>
        <pc:sldMkLst>
          <pc:docMk/>
          <pc:sldMk cId="2666053668" sldId="319"/>
        </pc:sldMkLst>
        <pc:spChg chg="mod">
          <ac:chgData name="James Franklin" userId="cf915d05-507f-491f-b4a6-b2aa085ee4b1" providerId="ADAL" clId="{F456D98F-EEA0-4D0C-AA1B-B300AAB9F27E}" dt="2020-03-02T16:33:59.236" v="948" actId="20577"/>
          <ac:spMkLst>
            <pc:docMk/>
            <pc:sldMk cId="2666053668" sldId="319"/>
            <ac:spMk id="2" creationId="{55715713-7BB1-4C5A-B92E-9F053E245C43}"/>
          </ac:spMkLst>
        </pc:spChg>
        <pc:spChg chg="mod">
          <ac:chgData name="James Franklin" userId="cf915d05-507f-491f-b4a6-b2aa085ee4b1" providerId="ADAL" clId="{F456D98F-EEA0-4D0C-AA1B-B300AAB9F27E}" dt="2020-03-02T16:36:27.637" v="1089" actId="207"/>
          <ac:spMkLst>
            <pc:docMk/>
            <pc:sldMk cId="2666053668" sldId="319"/>
            <ac:spMk id="3" creationId="{126B1CAC-3850-4880-952A-143FCB0DE68F}"/>
          </ac:spMkLst>
        </pc:spChg>
        <pc:spChg chg="add mod">
          <ac:chgData name="James Franklin" userId="cf915d05-507f-491f-b4a6-b2aa085ee4b1" providerId="ADAL" clId="{F456D98F-EEA0-4D0C-AA1B-B300AAB9F27E}" dt="2020-03-02T16:50:50.052" v="1569" actId="1076"/>
          <ac:spMkLst>
            <pc:docMk/>
            <pc:sldMk cId="2666053668" sldId="319"/>
            <ac:spMk id="4" creationId="{D562DEE5-913C-45DA-BA99-914484793CBC}"/>
          </ac:spMkLst>
        </pc:spChg>
        <pc:spChg chg="add del mod">
          <ac:chgData name="James Franklin" userId="cf915d05-507f-491f-b4a6-b2aa085ee4b1" providerId="ADAL" clId="{F456D98F-EEA0-4D0C-AA1B-B300AAB9F27E}" dt="2020-03-02T16:34:21.771" v="954"/>
          <ac:spMkLst>
            <pc:docMk/>
            <pc:sldMk cId="2666053668" sldId="319"/>
            <ac:spMk id="5" creationId="{8BB84113-4119-443B-ADD3-E942FE12F57C}"/>
          </ac:spMkLst>
        </pc:spChg>
        <pc:spChg chg="add del mod">
          <ac:chgData name="James Franklin" userId="cf915d05-507f-491f-b4a6-b2aa085ee4b1" providerId="ADAL" clId="{F456D98F-EEA0-4D0C-AA1B-B300AAB9F27E}" dt="2020-03-02T16:34:21.771" v="954"/>
          <ac:spMkLst>
            <pc:docMk/>
            <pc:sldMk cId="2666053668" sldId="319"/>
            <ac:spMk id="6" creationId="{18803BC4-3147-4007-AC74-A20DD3FC4889}"/>
          </ac:spMkLst>
        </pc:spChg>
      </pc:sldChg>
      <pc:sldChg chg="addSp modSp add">
        <pc:chgData name="James Franklin" userId="cf915d05-507f-491f-b4a6-b2aa085ee4b1" providerId="ADAL" clId="{F456D98F-EEA0-4D0C-AA1B-B300AAB9F27E}" dt="2020-03-03T09:33:12.140" v="2174" actId="1076"/>
        <pc:sldMkLst>
          <pc:docMk/>
          <pc:sldMk cId="2547750006" sldId="320"/>
        </pc:sldMkLst>
        <pc:spChg chg="mod">
          <ac:chgData name="James Franklin" userId="cf915d05-507f-491f-b4a6-b2aa085ee4b1" providerId="ADAL" clId="{F456D98F-EEA0-4D0C-AA1B-B300AAB9F27E}" dt="2020-03-02T16:52:50.683" v="1586" actId="20577"/>
          <ac:spMkLst>
            <pc:docMk/>
            <pc:sldMk cId="2547750006" sldId="320"/>
            <ac:spMk id="2" creationId="{3F30A105-D82F-45AC-91E0-B049C5A9FFAF}"/>
          </ac:spMkLst>
        </pc:spChg>
        <pc:spChg chg="mod">
          <ac:chgData name="James Franklin" userId="cf915d05-507f-491f-b4a6-b2aa085ee4b1" providerId="ADAL" clId="{F456D98F-EEA0-4D0C-AA1B-B300AAB9F27E}" dt="2020-03-02T17:04:51.901" v="2083" actId="20577"/>
          <ac:spMkLst>
            <pc:docMk/>
            <pc:sldMk cId="2547750006" sldId="320"/>
            <ac:spMk id="3" creationId="{C558FFD0-10E7-4741-B83D-7AED62FE1C5E}"/>
          </ac:spMkLst>
        </pc:spChg>
        <pc:spChg chg="add">
          <ac:chgData name="James Franklin" userId="cf915d05-507f-491f-b4a6-b2aa085ee4b1" providerId="ADAL" clId="{F456D98F-EEA0-4D0C-AA1B-B300AAB9F27E}" dt="2020-03-02T16:50:55.006" v="1570"/>
          <ac:spMkLst>
            <pc:docMk/>
            <pc:sldMk cId="2547750006" sldId="320"/>
            <ac:spMk id="4" creationId="{7B1DA7E7-646D-42B3-BE6E-C2248B2C9EC4}"/>
          </ac:spMkLst>
        </pc:spChg>
        <pc:spChg chg="add mod">
          <ac:chgData name="James Franklin" userId="cf915d05-507f-491f-b4a6-b2aa085ee4b1" providerId="ADAL" clId="{F456D98F-EEA0-4D0C-AA1B-B300AAB9F27E}" dt="2020-03-03T09:33:12.140" v="2174" actId="1076"/>
          <ac:spMkLst>
            <pc:docMk/>
            <pc:sldMk cId="2547750006" sldId="320"/>
            <ac:spMk id="5" creationId="{5DD985DE-CE1D-40C7-A7D9-4DB53CA016E8}"/>
          </ac:spMkLst>
        </pc:spChg>
      </pc:sldChg>
      <pc:sldChg chg="modSp add ord">
        <pc:chgData name="James Franklin" userId="cf915d05-507f-491f-b4a6-b2aa085ee4b1" providerId="ADAL" clId="{F456D98F-EEA0-4D0C-AA1B-B300AAB9F27E}" dt="2020-03-03T09:45:21.490" v="2598" actId="20577"/>
        <pc:sldMkLst>
          <pc:docMk/>
          <pc:sldMk cId="359555635" sldId="321"/>
        </pc:sldMkLst>
        <pc:spChg chg="mod">
          <ac:chgData name="James Franklin" userId="cf915d05-507f-491f-b4a6-b2aa085ee4b1" providerId="ADAL" clId="{F456D98F-EEA0-4D0C-AA1B-B300AAB9F27E}" dt="2020-03-03T09:15:31.057" v="2095" actId="20577"/>
          <ac:spMkLst>
            <pc:docMk/>
            <pc:sldMk cId="359555635" sldId="321"/>
            <ac:spMk id="2" creationId="{91B3414B-74D0-4E02-9D84-44D17D1703DC}"/>
          </ac:spMkLst>
        </pc:spChg>
        <pc:spChg chg="mod">
          <ac:chgData name="James Franklin" userId="cf915d05-507f-491f-b4a6-b2aa085ee4b1" providerId="ADAL" clId="{F456D98F-EEA0-4D0C-AA1B-B300AAB9F27E}" dt="2020-03-03T09:45:21.490" v="2598" actId="20577"/>
          <ac:spMkLst>
            <pc:docMk/>
            <pc:sldMk cId="359555635" sldId="321"/>
            <ac:spMk id="3" creationId="{42DD66E1-4C96-4B0C-A0CF-0C06EA95D964}"/>
          </ac:spMkLst>
        </pc:spChg>
      </pc:sldChg>
      <pc:sldChg chg="add del">
        <pc:chgData name="James Franklin" userId="cf915d05-507f-491f-b4a6-b2aa085ee4b1" providerId="ADAL" clId="{F456D98F-EEA0-4D0C-AA1B-B300AAB9F27E}" dt="2020-03-03T09:15:24.355" v="2085"/>
        <pc:sldMkLst>
          <pc:docMk/>
          <pc:sldMk cId="2652423772" sldId="321"/>
        </pc:sldMkLst>
      </pc:sldChg>
      <pc:sldChg chg="addSp modSp add">
        <pc:chgData name="James Franklin" userId="cf915d05-507f-491f-b4a6-b2aa085ee4b1" providerId="ADAL" clId="{F456D98F-EEA0-4D0C-AA1B-B300AAB9F27E}" dt="2020-03-03T09:50:24.973" v="2882"/>
        <pc:sldMkLst>
          <pc:docMk/>
          <pc:sldMk cId="3246953194" sldId="322"/>
        </pc:sldMkLst>
        <pc:spChg chg="mod">
          <ac:chgData name="James Franklin" userId="cf915d05-507f-491f-b4a6-b2aa085ee4b1" providerId="ADAL" clId="{F456D98F-EEA0-4D0C-AA1B-B300AAB9F27E}" dt="2020-03-03T09:45:38.256" v="2606" actId="20577"/>
          <ac:spMkLst>
            <pc:docMk/>
            <pc:sldMk cId="3246953194" sldId="322"/>
            <ac:spMk id="2" creationId="{4430F7B0-B670-436F-A67F-0349EDC3CA8D}"/>
          </ac:spMkLst>
        </pc:spChg>
        <pc:spChg chg="mod">
          <ac:chgData name="James Franklin" userId="cf915d05-507f-491f-b4a6-b2aa085ee4b1" providerId="ADAL" clId="{F456D98F-EEA0-4D0C-AA1B-B300AAB9F27E}" dt="2020-03-03T09:50:16.779" v="2881" actId="207"/>
          <ac:spMkLst>
            <pc:docMk/>
            <pc:sldMk cId="3246953194" sldId="322"/>
            <ac:spMk id="3" creationId="{849D9F46-5A56-4D30-83D3-05C3F304FBA4}"/>
          </ac:spMkLst>
        </pc:spChg>
        <pc:spChg chg="add">
          <ac:chgData name="James Franklin" userId="cf915d05-507f-491f-b4a6-b2aa085ee4b1" providerId="ADAL" clId="{F456D98F-EEA0-4D0C-AA1B-B300AAB9F27E}" dt="2020-03-03T09:50:24.973" v="2882"/>
          <ac:spMkLst>
            <pc:docMk/>
            <pc:sldMk cId="3246953194" sldId="322"/>
            <ac:spMk id="4" creationId="{DBB36767-BFB8-4C6E-8201-2F32667B5636}"/>
          </ac:spMkLst>
        </pc:spChg>
      </pc:sldChg>
    </pc:docChg>
  </pc:docChgLst>
  <pc:docChgLst>
    <pc:chgData name="Mike Bloys" userId="1248c4d8-7b2b-4b32-b8bd-163ae845f9bb" providerId="ADAL" clId="{E466D568-9CA7-1541-B598-560EA6561CD5}"/>
    <pc:docChg chg="undo custSel modSld modMainMaster">
      <pc:chgData name="Mike Bloys" userId="1248c4d8-7b2b-4b32-b8bd-163ae845f9bb" providerId="ADAL" clId="{E466D568-9CA7-1541-B598-560EA6561CD5}" dt="2021-07-23T11:08:03.600" v="108" actId="20577"/>
      <pc:docMkLst>
        <pc:docMk/>
      </pc:docMkLst>
      <pc:sldChg chg="addSp delSp modSp mod modClrScheme chgLayout">
        <pc:chgData name="Mike Bloys" userId="1248c4d8-7b2b-4b32-b8bd-163ae845f9bb" providerId="ADAL" clId="{E466D568-9CA7-1541-B598-560EA6561CD5}" dt="2021-07-23T10:57:55.023" v="44" actId="21"/>
        <pc:sldMkLst>
          <pc:docMk/>
          <pc:sldMk cId="2542456931" sldId="284"/>
        </pc:sldMkLst>
        <pc:spChg chg="add del mod">
          <ac:chgData name="Mike Bloys" userId="1248c4d8-7b2b-4b32-b8bd-163ae845f9bb" providerId="ADAL" clId="{E466D568-9CA7-1541-B598-560EA6561CD5}" dt="2021-07-23T10:57:55.023" v="44" actId="21"/>
          <ac:spMkLst>
            <pc:docMk/>
            <pc:sldMk cId="2542456931" sldId="284"/>
            <ac:spMk id="2" creationId="{1A0D2D28-09AC-F942-B2F7-968EAB358D38}"/>
          </ac:spMkLst>
        </pc:spChg>
        <pc:spChg chg="mod ord">
          <ac:chgData name="Mike Bloys" userId="1248c4d8-7b2b-4b32-b8bd-163ae845f9bb" providerId="ADAL" clId="{E466D568-9CA7-1541-B598-560EA6561CD5}" dt="2021-07-23T10:57:32.932" v="41" actId="700"/>
          <ac:spMkLst>
            <pc:docMk/>
            <pc:sldMk cId="2542456931" sldId="284"/>
            <ac:spMk id="3" creationId="{00000000-0000-0000-0000-000000000000}"/>
          </ac:spMkLst>
        </pc:spChg>
        <pc:spChg chg="mod ord">
          <ac:chgData name="Mike Bloys" userId="1248c4d8-7b2b-4b32-b8bd-163ae845f9bb" providerId="ADAL" clId="{E466D568-9CA7-1541-B598-560EA6561CD5}" dt="2021-07-23T10:57:32.932" v="41" actId="700"/>
          <ac:spMkLst>
            <pc:docMk/>
            <pc:sldMk cId="2542456931" sldId="284"/>
            <ac:spMk id="4" creationId="{00000000-0000-0000-0000-000000000000}"/>
          </ac:spMkLst>
        </pc:spChg>
      </pc:sldChg>
      <pc:sldChg chg="modSp mod">
        <pc:chgData name="Mike Bloys" userId="1248c4d8-7b2b-4b32-b8bd-163ae845f9bb" providerId="ADAL" clId="{E466D568-9CA7-1541-B598-560EA6561CD5}" dt="2021-07-23T11:08:03.600" v="108" actId="20577"/>
        <pc:sldMkLst>
          <pc:docMk/>
          <pc:sldMk cId="1463995141" sldId="299"/>
        </pc:sldMkLst>
        <pc:spChg chg="mod">
          <ac:chgData name="Mike Bloys" userId="1248c4d8-7b2b-4b32-b8bd-163ae845f9bb" providerId="ADAL" clId="{E466D568-9CA7-1541-B598-560EA6561CD5}" dt="2021-07-23T11:08:03.600" v="108" actId="20577"/>
          <ac:spMkLst>
            <pc:docMk/>
            <pc:sldMk cId="1463995141" sldId="299"/>
            <ac:spMk id="4" creationId="{00000000-0000-0000-0000-000000000000}"/>
          </ac:spMkLst>
        </pc:spChg>
      </pc:sldChg>
      <pc:sldChg chg="modSp">
        <pc:chgData name="Mike Bloys" userId="1248c4d8-7b2b-4b32-b8bd-163ae845f9bb" providerId="ADAL" clId="{E466D568-9CA7-1541-B598-560EA6561CD5}" dt="2021-07-23T11:03:31.450" v="76"/>
        <pc:sldMkLst>
          <pc:docMk/>
          <pc:sldMk cId="3331707200" sldId="301"/>
        </pc:sldMkLst>
        <pc:graphicFrameChg chg="mod">
          <ac:chgData name="Mike Bloys" userId="1248c4d8-7b2b-4b32-b8bd-163ae845f9bb" providerId="ADAL" clId="{E466D568-9CA7-1541-B598-560EA6561CD5}" dt="2021-07-23T11:03:27.590" v="75"/>
          <ac:graphicFrameMkLst>
            <pc:docMk/>
            <pc:sldMk cId="3331707200" sldId="301"/>
            <ac:graphicFrameMk id="4" creationId="{00000000-0000-0000-0000-000000000000}"/>
          </ac:graphicFrameMkLst>
        </pc:graphicFrameChg>
        <pc:graphicFrameChg chg="mod">
          <ac:chgData name="Mike Bloys" userId="1248c4d8-7b2b-4b32-b8bd-163ae845f9bb" providerId="ADAL" clId="{E466D568-9CA7-1541-B598-560EA6561CD5}" dt="2021-07-23T11:03:31.450" v="76"/>
          <ac:graphicFrameMkLst>
            <pc:docMk/>
            <pc:sldMk cId="3331707200" sldId="301"/>
            <ac:graphicFrameMk id="6" creationId="{00000000-0000-0000-0000-000000000000}"/>
          </ac:graphicFrameMkLst>
        </pc:graphicFrameChg>
      </pc:sldChg>
      <pc:sldChg chg="modSp">
        <pc:chgData name="Mike Bloys" userId="1248c4d8-7b2b-4b32-b8bd-163ae845f9bb" providerId="ADAL" clId="{E466D568-9CA7-1541-B598-560EA6561CD5}" dt="2021-07-23T11:03:48.057" v="78"/>
        <pc:sldMkLst>
          <pc:docMk/>
          <pc:sldMk cId="555319969" sldId="312"/>
        </pc:sldMkLst>
        <pc:graphicFrameChg chg="mod">
          <ac:chgData name="Mike Bloys" userId="1248c4d8-7b2b-4b32-b8bd-163ae845f9bb" providerId="ADAL" clId="{E466D568-9CA7-1541-B598-560EA6561CD5}" dt="2021-07-23T11:03:44.939" v="77"/>
          <ac:graphicFrameMkLst>
            <pc:docMk/>
            <pc:sldMk cId="555319969" sldId="312"/>
            <ac:graphicFrameMk id="12" creationId="{00000000-0000-0000-0000-000000000000}"/>
          </ac:graphicFrameMkLst>
        </pc:graphicFrameChg>
        <pc:graphicFrameChg chg="mod">
          <ac:chgData name="Mike Bloys" userId="1248c4d8-7b2b-4b32-b8bd-163ae845f9bb" providerId="ADAL" clId="{E466D568-9CA7-1541-B598-560EA6561CD5}" dt="2021-07-23T11:03:48.057" v="78"/>
          <ac:graphicFrameMkLst>
            <pc:docMk/>
            <pc:sldMk cId="555319969" sldId="312"/>
            <ac:graphicFrameMk id="13" creationId="{00000000-0000-0000-0000-000000000000}"/>
          </ac:graphicFrameMkLst>
        </pc:graphicFrameChg>
      </pc:sldChg>
      <pc:sldChg chg="addSp delSp modSp mod">
        <pc:chgData name="Mike Bloys" userId="1248c4d8-7b2b-4b32-b8bd-163ae845f9bb" providerId="ADAL" clId="{E466D568-9CA7-1541-B598-560EA6561CD5}" dt="2021-07-23T11:01:22.883" v="59" actId="18331"/>
        <pc:sldMkLst>
          <pc:docMk/>
          <pc:sldMk cId="3554935877" sldId="315"/>
        </pc:sldMkLst>
        <pc:picChg chg="del">
          <ac:chgData name="Mike Bloys" userId="1248c4d8-7b2b-4b32-b8bd-163ae845f9bb" providerId="ADAL" clId="{E466D568-9CA7-1541-B598-560EA6561CD5}" dt="2021-07-23T10:59:20.687" v="48" actId="478"/>
          <ac:picMkLst>
            <pc:docMk/>
            <pc:sldMk cId="3554935877" sldId="315"/>
            <ac:picMk id="5" creationId="{2ECC027C-DDC6-463A-AA0B-DA3AE99D6537}"/>
          </ac:picMkLst>
        </pc:picChg>
        <pc:picChg chg="add del mod">
          <ac:chgData name="Mike Bloys" userId="1248c4d8-7b2b-4b32-b8bd-163ae845f9bb" providerId="ADAL" clId="{E466D568-9CA7-1541-B598-560EA6561CD5}" dt="2021-07-23T11:00:46.079" v="51" actId="21"/>
          <ac:picMkLst>
            <pc:docMk/>
            <pc:sldMk cId="3554935877" sldId="315"/>
            <ac:picMk id="6" creationId="{21792461-D73D-2842-BDA8-CEC419D422EF}"/>
          </ac:picMkLst>
        </pc:picChg>
        <pc:picChg chg="add mod">
          <ac:chgData name="Mike Bloys" userId="1248c4d8-7b2b-4b32-b8bd-163ae845f9bb" providerId="ADAL" clId="{E466D568-9CA7-1541-B598-560EA6561CD5}" dt="2021-07-23T11:01:22.883" v="59" actId="18331"/>
          <ac:picMkLst>
            <pc:docMk/>
            <pc:sldMk cId="3554935877" sldId="315"/>
            <ac:picMk id="8" creationId="{6676BFCF-B98E-D643-819D-43CDE818ACBF}"/>
          </ac:picMkLst>
        </pc:picChg>
        <pc:picChg chg="add mod">
          <ac:chgData name="Mike Bloys" userId="1248c4d8-7b2b-4b32-b8bd-163ae845f9bb" providerId="ADAL" clId="{E466D568-9CA7-1541-B598-560EA6561CD5}" dt="2021-07-23T11:01:14.300" v="57" actId="167"/>
          <ac:picMkLst>
            <pc:docMk/>
            <pc:sldMk cId="3554935877" sldId="315"/>
            <ac:picMk id="9" creationId="{A0FFA373-D5C3-B245-A928-E8C2FBCCA65A}"/>
          </ac:picMkLst>
        </pc:picChg>
        <pc:picChg chg="del">
          <ac:chgData name="Mike Bloys" userId="1248c4d8-7b2b-4b32-b8bd-163ae845f9bb" providerId="ADAL" clId="{E466D568-9CA7-1541-B598-560EA6561CD5}" dt="2021-07-23T11:01:15.903" v="58" actId="478"/>
          <ac:picMkLst>
            <pc:docMk/>
            <pc:sldMk cId="3554935877" sldId="315"/>
            <ac:picMk id="1026" creationId="{93676EE2-3F7D-45BA-8B64-5E81A2B72182}"/>
          </ac:picMkLst>
        </pc:picChg>
      </pc:sldChg>
      <pc:sldChg chg="delSp mod">
        <pc:chgData name="Mike Bloys" userId="1248c4d8-7b2b-4b32-b8bd-163ae845f9bb" providerId="ADAL" clId="{E466D568-9CA7-1541-B598-560EA6561CD5}" dt="2021-07-23T11:01:38.628" v="60" actId="478"/>
        <pc:sldMkLst>
          <pc:docMk/>
          <pc:sldMk cId="4232365910" sldId="328"/>
        </pc:sldMkLst>
        <pc:picChg chg="del">
          <ac:chgData name="Mike Bloys" userId="1248c4d8-7b2b-4b32-b8bd-163ae845f9bb" providerId="ADAL" clId="{E466D568-9CA7-1541-B598-560EA6561CD5}" dt="2021-07-23T11:01:38.628" v="60" actId="478"/>
          <ac:picMkLst>
            <pc:docMk/>
            <pc:sldMk cId="4232365910" sldId="328"/>
            <ac:picMk id="5" creationId="{2ECC027C-DDC6-463A-AA0B-DA3AE99D6537}"/>
          </ac:picMkLst>
        </pc:picChg>
      </pc:sldChg>
      <pc:sldChg chg="modSp mod">
        <pc:chgData name="Mike Bloys" userId="1248c4d8-7b2b-4b32-b8bd-163ae845f9bb" providerId="ADAL" clId="{E466D568-9CA7-1541-B598-560EA6561CD5}" dt="2021-07-23T11:02:12.576" v="66"/>
        <pc:sldMkLst>
          <pc:docMk/>
          <pc:sldMk cId="1248477976" sldId="329"/>
        </pc:sldMkLst>
        <pc:graphicFrameChg chg="mod modGraphic">
          <ac:chgData name="Mike Bloys" userId="1248c4d8-7b2b-4b32-b8bd-163ae845f9bb" providerId="ADAL" clId="{E466D568-9CA7-1541-B598-560EA6561CD5}" dt="2021-07-23T11:02:12.576" v="66"/>
          <ac:graphicFrameMkLst>
            <pc:docMk/>
            <pc:sldMk cId="1248477976" sldId="329"/>
            <ac:graphicFrameMk id="4" creationId="{1BC3D7B8-7B2A-4498-895F-B14E42BD3405}"/>
          </ac:graphicFrameMkLst>
        </pc:graphicFrameChg>
      </pc:sldChg>
      <pc:sldChg chg="modSp mod">
        <pc:chgData name="Mike Bloys" userId="1248c4d8-7b2b-4b32-b8bd-163ae845f9bb" providerId="ADAL" clId="{E466D568-9CA7-1541-B598-560EA6561CD5}" dt="2021-07-23T11:03:13.304" v="74" actId="2084"/>
        <pc:sldMkLst>
          <pc:docMk/>
          <pc:sldMk cId="3859180162" sldId="331"/>
        </pc:sldMkLst>
        <pc:graphicFrameChg chg="mod modGraphic">
          <ac:chgData name="Mike Bloys" userId="1248c4d8-7b2b-4b32-b8bd-163ae845f9bb" providerId="ADAL" clId="{E466D568-9CA7-1541-B598-560EA6561CD5}" dt="2021-07-23T11:03:13.304" v="74" actId="2084"/>
          <ac:graphicFrameMkLst>
            <pc:docMk/>
            <pc:sldMk cId="3859180162" sldId="331"/>
            <ac:graphicFrameMk id="5" creationId="{96582958-66F8-47F0-963C-56FB010F51E5}"/>
          </ac:graphicFrameMkLst>
        </pc:graphicFrameChg>
      </pc:sldChg>
      <pc:sldChg chg="modSp mod">
        <pc:chgData name="Mike Bloys" userId="1248c4d8-7b2b-4b32-b8bd-163ae845f9bb" providerId="ADAL" clId="{E466D568-9CA7-1541-B598-560EA6561CD5}" dt="2021-07-23T11:07:16.498" v="85" actId="207"/>
        <pc:sldMkLst>
          <pc:docMk/>
          <pc:sldMk cId="1039116559" sldId="333"/>
        </pc:sldMkLst>
        <pc:graphicFrameChg chg="mod modGraphic">
          <ac:chgData name="Mike Bloys" userId="1248c4d8-7b2b-4b32-b8bd-163ae845f9bb" providerId="ADAL" clId="{E466D568-9CA7-1541-B598-560EA6561CD5}" dt="2021-07-23T11:07:16.498" v="85" actId="207"/>
          <ac:graphicFrameMkLst>
            <pc:docMk/>
            <pc:sldMk cId="1039116559" sldId="333"/>
            <ac:graphicFrameMk id="5" creationId="{2F625C0A-C39A-47CA-8E02-4CB7F52AB5E9}"/>
          </ac:graphicFrameMkLst>
        </pc:graphicFrameChg>
      </pc:sldChg>
      <pc:sldChg chg="modSp mod">
        <pc:chgData name="Mike Bloys" userId="1248c4d8-7b2b-4b32-b8bd-163ae845f9bb" providerId="ADAL" clId="{E466D568-9CA7-1541-B598-560EA6561CD5}" dt="2021-07-23T11:07:35.982" v="89" actId="2084"/>
        <pc:sldMkLst>
          <pc:docMk/>
          <pc:sldMk cId="349074311" sldId="335"/>
        </pc:sldMkLst>
        <pc:graphicFrameChg chg="mod modGraphic">
          <ac:chgData name="Mike Bloys" userId="1248c4d8-7b2b-4b32-b8bd-163ae845f9bb" providerId="ADAL" clId="{E466D568-9CA7-1541-B598-560EA6561CD5}" dt="2021-07-23T11:07:35.982" v="89" actId="2084"/>
          <ac:graphicFrameMkLst>
            <pc:docMk/>
            <pc:sldMk cId="349074311" sldId="335"/>
            <ac:graphicFrameMk id="4" creationId="{D49F4463-D9FA-498D-902E-430EE698A14A}"/>
          </ac:graphicFrameMkLst>
        </pc:graphicFrameChg>
      </pc:sldChg>
      <pc:sldChg chg="modSp mod">
        <pc:chgData name="Mike Bloys" userId="1248c4d8-7b2b-4b32-b8bd-163ae845f9bb" providerId="ADAL" clId="{E466D568-9CA7-1541-B598-560EA6561CD5}" dt="2021-07-23T11:02:48.736" v="70" actId="207"/>
        <pc:sldMkLst>
          <pc:docMk/>
          <pc:sldMk cId="3815216955" sldId="336"/>
        </pc:sldMkLst>
        <pc:graphicFrameChg chg="mod modGraphic">
          <ac:chgData name="Mike Bloys" userId="1248c4d8-7b2b-4b32-b8bd-163ae845f9bb" providerId="ADAL" clId="{E466D568-9CA7-1541-B598-560EA6561CD5}" dt="2021-07-23T11:02:48.736" v="70" actId="207"/>
          <ac:graphicFrameMkLst>
            <pc:docMk/>
            <pc:sldMk cId="3815216955" sldId="336"/>
            <ac:graphicFrameMk id="4" creationId="{1BC3D7B8-7B2A-4498-895F-B14E42BD3405}"/>
          </ac:graphicFrameMkLst>
        </pc:graphicFrameChg>
      </pc:sldChg>
      <pc:sldMasterChg chg="delSldLayout modSldLayout sldLayoutOrd">
        <pc:chgData name="Mike Bloys" userId="1248c4d8-7b2b-4b32-b8bd-163ae845f9bb" providerId="ADAL" clId="{E466D568-9CA7-1541-B598-560EA6561CD5}" dt="2021-07-23T11:01:08.038" v="55" actId="478"/>
        <pc:sldMasterMkLst>
          <pc:docMk/>
          <pc:sldMasterMk cId="3316734550" sldId="2147483648"/>
        </pc:sldMasterMkLst>
        <pc:sldLayoutChg chg="delSp modSp">
          <pc:chgData name="Mike Bloys" userId="1248c4d8-7b2b-4b32-b8bd-163ae845f9bb" providerId="ADAL" clId="{E466D568-9CA7-1541-B598-560EA6561CD5}" dt="2021-07-22T17:44:02.655" v="2" actId="18331"/>
          <pc:sldLayoutMkLst>
            <pc:docMk/>
            <pc:sldMasterMk cId="3316734550" sldId="2147483648"/>
            <pc:sldLayoutMk cId="3886385901" sldId="2147483649"/>
          </pc:sldLayoutMkLst>
          <pc:grpChg chg="del">
            <ac:chgData name="Mike Bloys" userId="1248c4d8-7b2b-4b32-b8bd-163ae845f9bb" providerId="ADAL" clId="{E466D568-9CA7-1541-B598-560EA6561CD5}" dt="2021-07-22T17:42:56.880" v="0" actId="478"/>
            <ac:grpSpMkLst>
              <pc:docMk/>
              <pc:sldMasterMk cId="3316734550" sldId="2147483648"/>
              <pc:sldLayoutMk cId="3886385901" sldId="2147483649"/>
              <ac:grpSpMk id="3" creationId="{8257D1D6-CE02-40CC-86C3-B2B90C9DFD98}"/>
            </ac:grpSpMkLst>
          </pc:grpChg>
          <pc:picChg chg="mod">
            <ac:chgData name="Mike Bloys" userId="1248c4d8-7b2b-4b32-b8bd-163ae845f9bb" providerId="ADAL" clId="{E466D568-9CA7-1541-B598-560EA6561CD5}" dt="2021-07-22T17:44:02.655" v="2" actId="18331"/>
            <ac:picMkLst>
              <pc:docMk/>
              <pc:sldMasterMk cId="3316734550" sldId="2147483648"/>
              <pc:sldLayoutMk cId="3886385901" sldId="2147483649"/>
              <ac:picMk id="5" creationId="{466C617B-0A74-4623-A698-327CD1F18CC4}"/>
            </ac:picMkLst>
          </pc:picChg>
        </pc:sldLayoutChg>
        <pc:sldLayoutChg chg="addSp delSp modSp mod">
          <pc:chgData name="Mike Bloys" userId="1248c4d8-7b2b-4b32-b8bd-163ae845f9bb" providerId="ADAL" clId="{E466D568-9CA7-1541-B598-560EA6561CD5}" dt="2021-07-23T10:56:05.583" v="29" actId="948"/>
          <pc:sldLayoutMkLst>
            <pc:docMk/>
            <pc:sldMasterMk cId="3316734550" sldId="2147483648"/>
            <pc:sldLayoutMk cId="2849720375" sldId="2147483652"/>
          </pc:sldLayoutMkLst>
          <pc:spChg chg="mod">
            <ac:chgData name="Mike Bloys" userId="1248c4d8-7b2b-4b32-b8bd-163ae845f9bb" providerId="ADAL" clId="{E466D568-9CA7-1541-B598-560EA6561CD5}" dt="2021-07-23T10:55:07.508" v="18" actId="20577"/>
            <ac:spMkLst>
              <pc:docMk/>
              <pc:sldMasterMk cId="3316734550" sldId="2147483648"/>
              <pc:sldLayoutMk cId="2849720375" sldId="2147483652"/>
              <ac:spMk id="3" creationId="{00000000-0000-0000-0000-000000000000}"/>
            </ac:spMkLst>
          </pc:spChg>
          <pc:spChg chg="mod">
            <ac:chgData name="Mike Bloys" userId="1248c4d8-7b2b-4b32-b8bd-163ae845f9bb" providerId="ADAL" clId="{E466D568-9CA7-1541-B598-560EA6561CD5}" dt="2021-07-23T10:56:05.583" v="29" actId="948"/>
            <ac:spMkLst>
              <pc:docMk/>
              <pc:sldMasterMk cId="3316734550" sldId="2147483648"/>
              <pc:sldLayoutMk cId="2849720375" sldId="2147483652"/>
              <ac:spMk id="8" creationId="{00000000-0000-0000-0000-000000000000}"/>
            </ac:spMkLst>
          </pc:spChg>
          <pc:picChg chg="del">
            <ac:chgData name="Mike Bloys" userId="1248c4d8-7b2b-4b32-b8bd-163ae845f9bb" providerId="ADAL" clId="{E466D568-9CA7-1541-B598-560EA6561CD5}" dt="2021-07-23T10:53:56.213" v="9" actId="478"/>
            <ac:picMkLst>
              <pc:docMk/>
              <pc:sldMasterMk cId="3316734550" sldId="2147483648"/>
              <pc:sldLayoutMk cId="2849720375" sldId="2147483652"/>
              <ac:picMk id="4" creationId="{00000000-0000-0000-0000-000000000000}"/>
            </ac:picMkLst>
          </pc:picChg>
          <pc:picChg chg="del">
            <ac:chgData name="Mike Bloys" userId="1248c4d8-7b2b-4b32-b8bd-163ae845f9bb" providerId="ADAL" clId="{E466D568-9CA7-1541-B598-560EA6561CD5}" dt="2021-07-23T10:53:56.213" v="9" actId="478"/>
            <ac:picMkLst>
              <pc:docMk/>
              <pc:sldMasterMk cId="3316734550" sldId="2147483648"/>
              <pc:sldLayoutMk cId="2849720375" sldId="2147483652"/>
              <ac:picMk id="5" creationId="{B476A126-1F7E-4247-8667-B9F285563C50}"/>
            </ac:picMkLst>
          </pc:picChg>
          <pc:picChg chg="add mod">
            <ac:chgData name="Mike Bloys" userId="1248c4d8-7b2b-4b32-b8bd-163ae845f9bb" providerId="ADAL" clId="{E466D568-9CA7-1541-B598-560EA6561CD5}" dt="2021-07-23T10:53:59.663" v="11" actId="167"/>
            <ac:picMkLst>
              <pc:docMk/>
              <pc:sldMasterMk cId="3316734550" sldId="2147483648"/>
              <pc:sldLayoutMk cId="2849720375" sldId="2147483652"/>
              <ac:picMk id="9" creationId="{EEA22985-FB22-2846-83CE-35F79648FB5F}"/>
            </ac:picMkLst>
          </pc:picChg>
          <pc:picChg chg="add mod">
            <ac:chgData name="Mike Bloys" userId="1248c4d8-7b2b-4b32-b8bd-163ae845f9bb" providerId="ADAL" clId="{E466D568-9CA7-1541-B598-560EA6561CD5}" dt="2021-07-23T10:53:59.663" v="11" actId="167"/>
            <ac:picMkLst>
              <pc:docMk/>
              <pc:sldMasterMk cId="3316734550" sldId="2147483648"/>
              <pc:sldLayoutMk cId="2849720375" sldId="2147483652"/>
              <ac:picMk id="10" creationId="{0DF3998F-DF8D-594E-B03F-34D750ABAC70}"/>
            </ac:picMkLst>
          </pc:picChg>
        </pc:sldLayoutChg>
        <pc:sldLayoutChg chg="addSp delSp modSp mod ord">
          <pc:chgData name="Mike Bloys" userId="1248c4d8-7b2b-4b32-b8bd-163ae845f9bb" providerId="ADAL" clId="{E466D568-9CA7-1541-B598-560EA6561CD5}" dt="2021-07-23T11:01:08.038" v="55" actId="478"/>
          <pc:sldLayoutMkLst>
            <pc:docMk/>
            <pc:sldMasterMk cId="3316734550" sldId="2147483648"/>
            <pc:sldLayoutMk cId="4180777422" sldId="2147483653"/>
          </pc:sldLayoutMkLst>
          <pc:spChg chg="add mod">
            <ac:chgData name="Mike Bloys" userId="1248c4d8-7b2b-4b32-b8bd-163ae845f9bb" providerId="ADAL" clId="{E466D568-9CA7-1541-B598-560EA6561CD5}" dt="2021-07-23T10:55:28.784" v="22"/>
            <ac:spMkLst>
              <pc:docMk/>
              <pc:sldMasterMk cId="3316734550" sldId="2147483648"/>
              <pc:sldLayoutMk cId="4180777422" sldId="2147483653"/>
              <ac:spMk id="10" creationId="{27138FC6-FB6F-F440-8462-6F27FCD41DAF}"/>
            </ac:spMkLst>
          </pc:spChg>
          <pc:spChg chg="mod">
            <ac:chgData name="Mike Bloys" userId="1248c4d8-7b2b-4b32-b8bd-163ae845f9bb" providerId="ADAL" clId="{E466D568-9CA7-1541-B598-560EA6561CD5}" dt="2021-07-23T10:55:58.788" v="28" actId="948"/>
            <ac:spMkLst>
              <pc:docMk/>
              <pc:sldMasterMk cId="3316734550" sldId="2147483648"/>
              <pc:sldLayoutMk cId="4180777422" sldId="2147483653"/>
              <ac:spMk id="12" creationId="{00000000-0000-0000-0000-000000000000}"/>
            </ac:spMkLst>
          </pc:spChg>
          <pc:spChg chg="del">
            <ac:chgData name="Mike Bloys" userId="1248c4d8-7b2b-4b32-b8bd-163ae845f9bb" providerId="ADAL" clId="{E466D568-9CA7-1541-B598-560EA6561CD5}" dt="2021-07-23T10:55:28.194" v="21" actId="478"/>
            <ac:spMkLst>
              <pc:docMk/>
              <pc:sldMasterMk cId="3316734550" sldId="2147483648"/>
              <pc:sldLayoutMk cId="4180777422" sldId="2147483653"/>
              <ac:spMk id="14" creationId="{00000000-0000-0000-0000-000000000000}"/>
            </ac:spMkLst>
          </pc:spChg>
          <pc:picChg chg="add mod">
            <ac:chgData name="Mike Bloys" userId="1248c4d8-7b2b-4b32-b8bd-163ae845f9bb" providerId="ADAL" clId="{E466D568-9CA7-1541-B598-560EA6561CD5}" dt="2021-07-23T10:55:28.784" v="22"/>
            <ac:picMkLst>
              <pc:docMk/>
              <pc:sldMasterMk cId="3316734550" sldId="2147483648"/>
              <pc:sldLayoutMk cId="4180777422" sldId="2147483653"/>
              <ac:picMk id="7" creationId="{5C67477A-8515-5749-AFCE-BE9E383F8972}"/>
            </ac:picMkLst>
          </pc:picChg>
          <pc:picChg chg="del">
            <ac:chgData name="Mike Bloys" userId="1248c4d8-7b2b-4b32-b8bd-163ae845f9bb" providerId="ADAL" clId="{E466D568-9CA7-1541-B598-560EA6561CD5}" dt="2021-07-23T10:55:28.194" v="21" actId="478"/>
            <ac:picMkLst>
              <pc:docMk/>
              <pc:sldMasterMk cId="3316734550" sldId="2147483648"/>
              <pc:sldLayoutMk cId="4180777422" sldId="2147483653"/>
              <ac:picMk id="8" creationId="{6683FD12-8041-4AC8-8747-9C9D139BEC3E}"/>
            </ac:picMkLst>
          </pc:picChg>
          <pc:picChg chg="add mod">
            <ac:chgData name="Mike Bloys" userId="1248c4d8-7b2b-4b32-b8bd-163ae845f9bb" providerId="ADAL" clId="{E466D568-9CA7-1541-B598-560EA6561CD5}" dt="2021-07-23T10:55:28.784" v="22"/>
            <ac:picMkLst>
              <pc:docMk/>
              <pc:sldMasterMk cId="3316734550" sldId="2147483648"/>
              <pc:sldLayoutMk cId="4180777422" sldId="2147483653"/>
              <ac:picMk id="9" creationId="{F8DD0078-FAB6-D14E-8983-738D5228C816}"/>
            </ac:picMkLst>
          </pc:picChg>
          <pc:picChg chg="add del mod modCrop">
            <ac:chgData name="Mike Bloys" userId="1248c4d8-7b2b-4b32-b8bd-163ae845f9bb" providerId="ADAL" clId="{E466D568-9CA7-1541-B598-560EA6561CD5}" dt="2021-07-23T11:01:08.038" v="55" actId="478"/>
            <ac:picMkLst>
              <pc:docMk/>
              <pc:sldMasterMk cId="3316734550" sldId="2147483648"/>
              <pc:sldLayoutMk cId="4180777422" sldId="2147483653"/>
              <ac:picMk id="13" creationId="{BDB44900-AB0B-4041-BB9C-4FFAAA94409E}"/>
            </ac:picMkLst>
          </pc:picChg>
          <pc:picChg chg="del">
            <ac:chgData name="Mike Bloys" userId="1248c4d8-7b2b-4b32-b8bd-163ae845f9bb" providerId="ADAL" clId="{E466D568-9CA7-1541-B598-560EA6561CD5}" dt="2021-07-23T10:55:28.194" v="21" actId="478"/>
            <ac:picMkLst>
              <pc:docMk/>
              <pc:sldMasterMk cId="3316734550" sldId="2147483648"/>
              <pc:sldLayoutMk cId="4180777422" sldId="2147483653"/>
              <ac:picMk id="17" creationId="{00000000-0000-0000-0000-000000000000}"/>
            </ac:picMkLst>
          </pc:picChg>
        </pc:sldLayoutChg>
        <pc:sldLayoutChg chg="addSp delSp modSp mod setBg">
          <pc:chgData name="Mike Bloys" userId="1248c4d8-7b2b-4b32-b8bd-163ae845f9bb" providerId="ADAL" clId="{E466D568-9CA7-1541-B598-560EA6561CD5}" dt="2021-07-23T10:58:04.188" v="47" actId="478"/>
          <pc:sldLayoutMkLst>
            <pc:docMk/>
            <pc:sldMasterMk cId="3316734550" sldId="2147483648"/>
            <pc:sldLayoutMk cId="2265425468" sldId="2147483654"/>
          </pc:sldLayoutMkLst>
          <pc:spChg chg="add mod">
            <ac:chgData name="Mike Bloys" userId="1248c4d8-7b2b-4b32-b8bd-163ae845f9bb" providerId="ADAL" clId="{E466D568-9CA7-1541-B598-560EA6561CD5}" dt="2021-07-23T10:57:19.998" v="39" actId="207"/>
            <ac:spMkLst>
              <pc:docMk/>
              <pc:sldMasterMk cId="3316734550" sldId="2147483648"/>
              <pc:sldLayoutMk cId="2265425468" sldId="2147483654"/>
              <ac:spMk id="6" creationId="{7AA307DE-07B7-024B-8B6E-FEDAD9978E95}"/>
            </ac:spMkLst>
          </pc:spChg>
          <pc:spChg chg="add del mod">
            <ac:chgData name="Mike Bloys" userId="1248c4d8-7b2b-4b32-b8bd-163ae845f9bb" providerId="ADAL" clId="{E466D568-9CA7-1541-B598-560EA6561CD5}" dt="2021-07-23T10:58:04.188" v="47" actId="478"/>
            <ac:spMkLst>
              <pc:docMk/>
              <pc:sldMasterMk cId="3316734550" sldId="2147483648"/>
              <pc:sldLayoutMk cId="2265425468" sldId="2147483654"/>
              <ac:spMk id="7" creationId="{7DA87B84-7FA3-F944-AB2D-7520F4FFDC74}"/>
            </ac:spMkLst>
          </pc:spChg>
          <pc:spChg chg="del">
            <ac:chgData name="Mike Bloys" userId="1248c4d8-7b2b-4b32-b8bd-163ae845f9bb" providerId="ADAL" clId="{E466D568-9CA7-1541-B598-560EA6561CD5}" dt="2021-07-23T10:57:22.764" v="40" actId="478"/>
            <ac:spMkLst>
              <pc:docMk/>
              <pc:sldMasterMk cId="3316734550" sldId="2147483648"/>
              <pc:sldLayoutMk cId="2265425468" sldId="2147483654"/>
              <ac:spMk id="10" creationId="{00000000-0000-0000-0000-000000000000}"/>
            </ac:spMkLst>
          </pc:spChg>
          <pc:cxnChg chg="mod">
            <ac:chgData name="Mike Bloys" userId="1248c4d8-7b2b-4b32-b8bd-163ae845f9bb" providerId="ADAL" clId="{E466D568-9CA7-1541-B598-560EA6561CD5}" dt="2021-07-23T10:58:02.964" v="46" actId="14100"/>
            <ac:cxnSpMkLst>
              <pc:docMk/>
              <pc:sldMasterMk cId="3316734550" sldId="2147483648"/>
              <pc:sldLayoutMk cId="2265425468" sldId="2147483654"/>
              <ac:cxnSpMk id="8" creationId="{00000000-0000-0000-0000-000000000000}"/>
            </ac:cxnSpMkLst>
          </pc:cxnChg>
        </pc:sldLayoutChg>
        <pc:sldLayoutChg chg="del">
          <pc:chgData name="Mike Bloys" userId="1248c4d8-7b2b-4b32-b8bd-163ae845f9bb" providerId="ADAL" clId="{E466D568-9CA7-1541-B598-560EA6561CD5}" dt="2021-07-23T10:55:51.242" v="27" actId="2696"/>
          <pc:sldLayoutMkLst>
            <pc:docMk/>
            <pc:sldMasterMk cId="3316734550" sldId="2147483648"/>
            <pc:sldLayoutMk cId="2400860605" sldId="2147483655"/>
          </pc:sldLayoutMkLst>
        </pc:sldLayoutChg>
        <pc:sldLayoutChg chg="modSp">
          <pc:chgData name="Mike Bloys" userId="1248c4d8-7b2b-4b32-b8bd-163ae845f9bb" providerId="ADAL" clId="{E466D568-9CA7-1541-B598-560EA6561CD5}" dt="2021-07-23T10:56:25.407" v="33" actId="207"/>
          <pc:sldLayoutMkLst>
            <pc:docMk/>
            <pc:sldMasterMk cId="3316734550" sldId="2147483648"/>
            <pc:sldLayoutMk cId="3315833090" sldId="2147483656"/>
          </pc:sldLayoutMkLst>
          <pc:spChg chg="mod">
            <ac:chgData name="Mike Bloys" userId="1248c4d8-7b2b-4b32-b8bd-163ae845f9bb" providerId="ADAL" clId="{E466D568-9CA7-1541-B598-560EA6561CD5}" dt="2021-07-23T10:56:25.407" v="33" actId="207"/>
            <ac:spMkLst>
              <pc:docMk/>
              <pc:sldMasterMk cId="3316734550" sldId="2147483648"/>
              <pc:sldLayoutMk cId="3315833090" sldId="2147483656"/>
              <ac:spMk id="10" creationId="{00000000-0000-0000-0000-000000000000}"/>
            </ac:spMkLst>
          </pc:spChg>
        </pc:sldLayoutChg>
        <pc:sldLayoutChg chg="modSp mod setBg">
          <pc:chgData name="Mike Bloys" userId="1248c4d8-7b2b-4b32-b8bd-163ae845f9bb" providerId="ADAL" clId="{E466D568-9CA7-1541-B598-560EA6561CD5}" dt="2021-07-23T10:52:58.719" v="6" actId="692"/>
          <pc:sldLayoutMkLst>
            <pc:docMk/>
            <pc:sldMasterMk cId="3316734550" sldId="2147483648"/>
            <pc:sldLayoutMk cId="393927180" sldId="2147483664"/>
          </pc:sldLayoutMkLst>
          <pc:cxnChg chg="mod">
            <ac:chgData name="Mike Bloys" userId="1248c4d8-7b2b-4b32-b8bd-163ae845f9bb" providerId="ADAL" clId="{E466D568-9CA7-1541-B598-560EA6561CD5}" dt="2021-07-23T10:52:58.719" v="6" actId="692"/>
            <ac:cxnSpMkLst>
              <pc:docMk/>
              <pc:sldMasterMk cId="3316734550" sldId="2147483648"/>
              <pc:sldLayoutMk cId="393927180" sldId="2147483664"/>
              <ac:cxnSpMk id="9" creationId="{00000000-0000-0000-0000-000000000000}"/>
            </ac:cxnSpMkLst>
          </pc:cxnChg>
        </pc:sldLayoutChg>
        <pc:sldLayoutChg chg="addSp delSp modSp mod">
          <pc:chgData name="Mike Bloys" userId="1248c4d8-7b2b-4b32-b8bd-163ae845f9bb" providerId="ADAL" clId="{E466D568-9CA7-1541-B598-560EA6561CD5}" dt="2021-07-23T10:56:39.829" v="37"/>
          <pc:sldLayoutMkLst>
            <pc:docMk/>
            <pc:sldMasterMk cId="3316734550" sldId="2147483648"/>
            <pc:sldLayoutMk cId="2767036606" sldId="2147483665"/>
          </pc:sldLayoutMkLst>
          <pc:spChg chg="mod">
            <ac:chgData name="Mike Bloys" userId="1248c4d8-7b2b-4b32-b8bd-163ae845f9bb" providerId="ADAL" clId="{E466D568-9CA7-1541-B598-560EA6561CD5}" dt="2021-07-23T10:56:32.736" v="35" actId="20577"/>
            <ac:spMkLst>
              <pc:docMk/>
              <pc:sldMasterMk cId="3316734550" sldId="2147483648"/>
              <pc:sldLayoutMk cId="2767036606" sldId="2147483665"/>
              <ac:spMk id="8" creationId="{00000000-0000-0000-0000-000000000000}"/>
            </ac:spMkLst>
          </pc:spChg>
          <pc:spChg chg="add mod">
            <ac:chgData name="Mike Bloys" userId="1248c4d8-7b2b-4b32-b8bd-163ae845f9bb" providerId="ADAL" clId="{E466D568-9CA7-1541-B598-560EA6561CD5}" dt="2021-07-23T10:56:39.829" v="37"/>
            <ac:spMkLst>
              <pc:docMk/>
              <pc:sldMasterMk cId="3316734550" sldId="2147483648"/>
              <pc:sldLayoutMk cId="2767036606" sldId="2147483665"/>
              <ac:spMk id="10" creationId="{EA3D4073-13C7-BA4D-976B-26549E60A935}"/>
            </ac:spMkLst>
          </pc:spChg>
          <pc:spChg chg="del">
            <ac:chgData name="Mike Bloys" userId="1248c4d8-7b2b-4b32-b8bd-163ae845f9bb" providerId="ADAL" clId="{E466D568-9CA7-1541-B598-560EA6561CD5}" dt="2021-07-23T10:56:39.047" v="36" actId="478"/>
            <ac:spMkLst>
              <pc:docMk/>
              <pc:sldMasterMk cId="3316734550" sldId="2147483648"/>
              <pc:sldLayoutMk cId="2767036606" sldId="2147483665"/>
              <ac:spMk id="14" creationId="{00000000-0000-0000-0000-000000000000}"/>
            </ac:spMkLst>
          </pc:spChg>
          <pc:picChg chg="del">
            <ac:chgData name="Mike Bloys" userId="1248c4d8-7b2b-4b32-b8bd-163ae845f9bb" providerId="ADAL" clId="{E466D568-9CA7-1541-B598-560EA6561CD5}" dt="2021-07-23T10:56:39.047" v="36" actId="478"/>
            <ac:picMkLst>
              <pc:docMk/>
              <pc:sldMasterMk cId="3316734550" sldId="2147483648"/>
              <pc:sldLayoutMk cId="2767036606" sldId="2147483665"/>
              <ac:picMk id="6" creationId="{DCAC4C13-93D9-48B3-A051-5A790C655DA8}"/>
            </ac:picMkLst>
          </pc:picChg>
          <pc:picChg chg="add mod">
            <ac:chgData name="Mike Bloys" userId="1248c4d8-7b2b-4b32-b8bd-163ae845f9bb" providerId="ADAL" clId="{E466D568-9CA7-1541-B598-560EA6561CD5}" dt="2021-07-23T10:56:39.829" v="37"/>
            <ac:picMkLst>
              <pc:docMk/>
              <pc:sldMasterMk cId="3316734550" sldId="2147483648"/>
              <pc:sldLayoutMk cId="2767036606" sldId="2147483665"/>
              <ac:picMk id="7" creationId="{22ED9071-74C8-3548-B3CD-28723A672332}"/>
            </ac:picMkLst>
          </pc:picChg>
          <pc:picChg chg="add mod">
            <ac:chgData name="Mike Bloys" userId="1248c4d8-7b2b-4b32-b8bd-163ae845f9bb" providerId="ADAL" clId="{E466D568-9CA7-1541-B598-560EA6561CD5}" dt="2021-07-23T10:56:39.829" v="37"/>
            <ac:picMkLst>
              <pc:docMk/>
              <pc:sldMasterMk cId="3316734550" sldId="2147483648"/>
              <pc:sldLayoutMk cId="2767036606" sldId="2147483665"/>
              <ac:picMk id="9" creationId="{21581208-3AFA-F84B-B761-B47CED546C32}"/>
            </ac:picMkLst>
          </pc:picChg>
          <pc:picChg chg="del">
            <ac:chgData name="Mike Bloys" userId="1248c4d8-7b2b-4b32-b8bd-163ae845f9bb" providerId="ADAL" clId="{E466D568-9CA7-1541-B598-560EA6561CD5}" dt="2021-07-23T10:56:39.047" v="36" actId="478"/>
            <ac:picMkLst>
              <pc:docMk/>
              <pc:sldMasterMk cId="3316734550" sldId="2147483648"/>
              <pc:sldLayoutMk cId="2767036606" sldId="2147483665"/>
              <ac:picMk id="17" creationId="{00000000-0000-0000-0000-000000000000}"/>
            </ac:picMkLst>
          </pc:picChg>
        </pc:sldLayoutChg>
        <pc:sldLayoutChg chg="addSp delSp modSp mod">
          <pc:chgData name="Mike Bloys" userId="1248c4d8-7b2b-4b32-b8bd-163ae845f9bb" providerId="ADAL" clId="{E466D568-9CA7-1541-B598-560EA6561CD5}" dt="2021-07-23T10:56:12.659" v="30" actId="948"/>
          <pc:sldLayoutMkLst>
            <pc:docMk/>
            <pc:sldMasterMk cId="3316734550" sldId="2147483648"/>
            <pc:sldLayoutMk cId="3939891126" sldId="2147483666"/>
          </pc:sldLayoutMkLst>
          <pc:spChg chg="del">
            <ac:chgData name="Mike Bloys" userId="1248c4d8-7b2b-4b32-b8bd-163ae845f9bb" providerId="ADAL" clId="{E466D568-9CA7-1541-B598-560EA6561CD5}" dt="2021-07-23T10:55:36.890" v="23" actId="478"/>
            <ac:spMkLst>
              <pc:docMk/>
              <pc:sldMasterMk cId="3316734550" sldId="2147483648"/>
              <pc:sldLayoutMk cId="3939891126" sldId="2147483666"/>
              <ac:spMk id="3" creationId="{00000000-0000-0000-0000-000000000000}"/>
            </ac:spMkLst>
          </pc:spChg>
          <pc:spChg chg="mod">
            <ac:chgData name="Mike Bloys" userId="1248c4d8-7b2b-4b32-b8bd-163ae845f9bb" providerId="ADAL" clId="{E466D568-9CA7-1541-B598-560EA6561CD5}" dt="2021-07-23T10:56:12.659" v="30" actId="948"/>
            <ac:spMkLst>
              <pc:docMk/>
              <pc:sldMasterMk cId="3316734550" sldId="2147483648"/>
              <pc:sldLayoutMk cId="3939891126" sldId="2147483666"/>
              <ac:spMk id="8" creationId="{00000000-0000-0000-0000-000000000000}"/>
            </ac:spMkLst>
          </pc:spChg>
          <pc:spChg chg="add mod">
            <ac:chgData name="Mike Bloys" userId="1248c4d8-7b2b-4b32-b8bd-163ae845f9bb" providerId="ADAL" clId="{E466D568-9CA7-1541-B598-560EA6561CD5}" dt="2021-07-23T10:55:37.446" v="24"/>
            <ac:spMkLst>
              <pc:docMk/>
              <pc:sldMasterMk cId="3316734550" sldId="2147483648"/>
              <pc:sldLayoutMk cId="3939891126" sldId="2147483666"/>
              <ac:spMk id="12" creationId="{689EC199-9B99-D348-BBBB-37B6471801B8}"/>
            </ac:spMkLst>
          </pc:spChg>
          <pc:picChg chg="del">
            <ac:chgData name="Mike Bloys" userId="1248c4d8-7b2b-4b32-b8bd-163ae845f9bb" providerId="ADAL" clId="{E466D568-9CA7-1541-B598-560EA6561CD5}" dt="2021-07-23T10:55:36.890" v="23" actId="478"/>
            <ac:picMkLst>
              <pc:docMk/>
              <pc:sldMasterMk cId="3316734550" sldId="2147483648"/>
              <pc:sldLayoutMk cId="3939891126" sldId="2147483666"/>
              <ac:picMk id="4" creationId="{00000000-0000-0000-0000-000000000000}"/>
            </ac:picMkLst>
          </pc:picChg>
          <pc:picChg chg="del">
            <ac:chgData name="Mike Bloys" userId="1248c4d8-7b2b-4b32-b8bd-163ae845f9bb" providerId="ADAL" clId="{E466D568-9CA7-1541-B598-560EA6561CD5}" dt="2021-07-23T10:55:36.890" v="23" actId="478"/>
            <ac:picMkLst>
              <pc:docMk/>
              <pc:sldMasterMk cId="3316734550" sldId="2147483648"/>
              <pc:sldLayoutMk cId="3939891126" sldId="2147483666"/>
              <ac:picMk id="5" creationId="{B476A126-1F7E-4247-8667-B9F285563C50}"/>
            </ac:picMkLst>
          </pc:picChg>
          <pc:picChg chg="add mod">
            <ac:chgData name="Mike Bloys" userId="1248c4d8-7b2b-4b32-b8bd-163ae845f9bb" providerId="ADAL" clId="{E466D568-9CA7-1541-B598-560EA6561CD5}" dt="2021-07-23T10:55:37.446" v="24"/>
            <ac:picMkLst>
              <pc:docMk/>
              <pc:sldMasterMk cId="3316734550" sldId="2147483648"/>
              <pc:sldLayoutMk cId="3939891126" sldId="2147483666"/>
              <ac:picMk id="10" creationId="{AF815E4C-5E82-CA4A-8255-E87B103F01F7}"/>
            </ac:picMkLst>
          </pc:picChg>
          <pc:picChg chg="add mod">
            <ac:chgData name="Mike Bloys" userId="1248c4d8-7b2b-4b32-b8bd-163ae845f9bb" providerId="ADAL" clId="{E466D568-9CA7-1541-B598-560EA6561CD5}" dt="2021-07-23T10:55:37.446" v="24"/>
            <ac:picMkLst>
              <pc:docMk/>
              <pc:sldMasterMk cId="3316734550" sldId="2147483648"/>
              <pc:sldLayoutMk cId="3939891126" sldId="2147483666"/>
              <ac:picMk id="11" creationId="{D66B5260-29B2-E343-BCDE-4DF21A40A991}"/>
            </ac:picMkLst>
          </pc:picChg>
        </pc:sldLayoutChg>
      </pc:sldMasterChg>
    </pc:docChg>
  </pc:docChgLst>
  <pc:docChgLst>
    <pc:chgData name="Mike Bloys" userId="1248c4d8-7b2b-4b32-b8bd-163ae845f9bb" providerId="ADAL" clId="{0E65AE74-7B58-4679-A33F-4ACDB4DE3715}"/>
    <pc:docChg chg="modSld modMainMaster">
      <pc:chgData name="Mike Bloys" userId="1248c4d8-7b2b-4b32-b8bd-163ae845f9bb" providerId="ADAL" clId="{0E65AE74-7B58-4679-A33F-4ACDB4DE3715}" dt="2021-12-02T12:03:40.488" v="6" actId="14100"/>
      <pc:docMkLst>
        <pc:docMk/>
      </pc:docMkLst>
      <pc:sldChg chg="modSp mod">
        <pc:chgData name="Mike Bloys" userId="1248c4d8-7b2b-4b32-b8bd-163ae845f9bb" providerId="ADAL" clId="{0E65AE74-7B58-4679-A33F-4ACDB4DE3715}" dt="2021-12-02T12:03:40.488" v="6" actId="14100"/>
        <pc:sldMkLst>
          <pc:docMk/>
          <pc:sldMk cId="1621333647" sldId="346"/>
        </pc:sldMkLst>
        <pc:spChg chg="mod">
          <ac:chgData name="Mike Bloys" userId="1248c4d8-7b2b-4b32-b8bd-163ae845f9bb" providerId="ADAL" clId="{0E65AE74-7B58-4679-A33F-4ACDB4DE3715}" dt="2021-12-02T12:03:40.488" v="6" actId="14100"/>
          <ac:spMkLst>
            <pc:docMk/>
            <pc:sldMk cId="1621333647" sldId="346"/>
            <ac:spMk id="3" creationId="{E4875394-5916-4C99-B652-DDCC8BFA49CC}"/>
          </ac:spMkLst>
        </pc:spChg>
      </pc:sldChg>
      <pc:sldMasterChg chg="modSldLayout">
        <pc:chgData name="Mike Bloys" userId="1248c4d8-7b2b-4b32-b8bd-163ae845f9bb" providerId="ADAL" clId="{0E65AE74-7B58-4679-A33F-4ACDB4DE3715}" dt="2021-12-02T12:03:25.186" v="5" actId="14100"/>
        <pc:sldMasterMkLst>
          <pc:docMk/>
          <pc:sldMasterMk cId="3316734550" sldId="2147483648"/>
        </pc:sldMasterMkLst>
        <pc:sldLayoutChg chg="modSp mod">
          <pc:chgData name="Mike Bloys" userId="1248c4d8-7b2b-4b32-b8bd-163ae845f9bb" providerId="ADAL" clId="{0E65AE74-7B58-4679-A33F-4ACDB4DE3715}" dt="2021-12-02T12:03:16.192" v="3" actId="14100"/>
          <pc:sldLayoutMkLst>
            <pc:docMk/>
            <pc:sldMasterMk cId="3316734550" sldId="2147483648"/>
            <pc:sldLayoutMk cId="2849720375" sldId="2147483652"/>
          </pc:sldLayoutMkLst>
          <pc:spChg chg="mod">
            <ac:chgData name="Mike Bloys" userId="1248c4d8-7b2b-4b32-b8bd-163ae845f9bb" providerId="ADAL" clId="{0E65AE74-7B58-4679-A33F-4ACDB4DE3715}" dt="2021-12-02T12:03:16.192" v="3" actId="14100"/>
            <ac:spMkLst>
              <pc:docMk/>
              <pc:sldMasterMk cId="3316734550" sldId="2147483648"/>
              <pc:sldLayoutMk cId="2849720375" sldId="2147483652"/>
              <ac:spMk id="8" creationId="{00000000-0000-0000-0000-000000000000}"/>
            </ac:spMkLst>
          </pc:spChg>
        </pc:sldLayoutChg>
        <pc:sldLayoutChg chg="modSp mod">
          <pc:chgData name="Mike Bloys" userId="1248c4d8-7b2b-4b32-b8bd-163ae845f9bb" providerId="ADAL" clId="{0E65AE74-7B58-4679-A33F-4ACDB4DE3715}" dt="2021-12-02T12:03:11.274" v="2" actId="14100"/>
          <pc:sldLayoutMkLst>
            <pc:docMk/>
            <pc:sldMasterMk cId="3316734550" sldId="2147483648"/>
            <pc:sldLayoutMk cId="4180777422" sldId="2147483653"/>
          </pc:sldLayoutMkLst>
          <pc:spChg chg="mod">
            <ac:chgData name="Mike Bloys" userId="1248c4d8-7b2b-4b32-b8bd-163ae845f9bb" providerId="ADAL" clId="{0E65AE74-7B58-4679-A33F-4ACDB4DE3715}" dt="2021-12-02T12:03:11.274" v="2" actId="14100"/>
            <ac:spMkLst>
              <pc:docMk/>
              <pc:sldMasterMk cId="3316734550" sldId="2147483648"/>
              <pc:sldLayoutMk cId="4180777422" sldId="2147483653"/>
              <ac:spMk id="12" creationId="{00000000-0000-0000-0000-000000000000}"/>
            </ac:spMkLst>
          </pc:spChg>
        </pc:sldLayoutChg>
        <pc:sldLayoutChg chg="modSp mod">
          <pc:chgData name="Mike Bloys" userId="1248c4d8-7b2b-4b32-b8bd-163ae845f9bb" providerId="ADAL" clId="{0E65AE74-7B58-4679-A33F-4ACDB4DE3715}" dt="2021-12-02T12:03:01.354" v="0" actId="14100"/>
          <pc:sldLayoutMkLst>
            <pc:docMk/>
            <pc:sldMasterMk cId="3316734550" sldId="2147483648"/>
            <pc:sldLayoutMk cId="2265425468" sldId="2147483654"/>
          </pc:sldLayoutMkLst>
          <pc:spChg chg="mod">
            <ac:chgData name="Mike Bloys" userId="1248c4d8-7b2b-4b32-b8bd-163ae845f9bb" providerId="ADAL" clId="{0E65AE74-7B58-4679-A33F-4ACDB4DE3715}" dt="2021-12-02T12:03:01.354" v="0" actId="14100"/>
            <ac:spMkLst>
              <pc:docMk/>
              <pc:sldMasterMk cId="3316734550" sldId="2147483648"/>
              <pc:sldLayoutMk cId="2265425468" sldId="2147483654"/>
              <ac:spMk id="6" creationId="{7AA307DE-07B7-024B-8B6E-FEDAD9978E95}"/>
            </ac:spMkLst>
          </pc:spChg>
        </pc:sldLayoutChg>
        <pc:sldLayoutChg chg="modSp mod">
          <pc:chgData name="Mike Bloys" userId="1248c4d8-7b2b-4b32-b8bd-163ae845f9bb" providerId="ADAL" clId="{0E65AE74-7B58-4679-A33F-4ACDB4DE3715}" dt="2021-12-02T12:03:25.186" v="5" actId="14100"/>
          <pc:sldLayoutMkLst>
            <pc:docMk/>
            <pc:sldMasterMk cId="3316734550" sldId="2147483648"/>
            <pc:sldLayoutMk cId="3315833090" sldId="2147483656"/>
          </pc:sldLayoutMkLst>
          <pc:spChg chg="mod">
            <ac:chgData name="Mike Bloys" userId="1248c4d8-7b2b-4b32-b8bd-163ae845f9bb" providerId="ADAL" clId="{0E65AE74-7B58-4679-A33F-4ACDB4DE3715}" dt="2021-12-02T12:03:25.186" v="5" actId="14100"/>
            <ac:spMkLst>
              <pc:docMk/>
              <pc:sldMasterMk cId="3316734550" sldId="2147483648"/>
              <pc:sldLayoutMk cId="3315833090" sldId="2147483656"/>
              <ac:spMk id="10" creationId="{00000000-0000-0000-0000-000000000000}"/>
            </ac:spMkLst>
          </pc:spChg>
        </pc:sldLayoutChg>
        <pc:sldLayoutChg chg="modSp mod">
          <pc:chgData name="Mike Bloys" userId="1248c4d8-7b2b-4b32-b8bd-163ae845f9bb" providerId="ADAL" clId="{0E65AE74-7B58-4679-A33F-4ACDB4DE3715}" dt="2021-12-02T12:03:06.768" v="1" actId="14100"/>
          <pc:sldLayoutMkLst>
            <pc:docMk/>
            <pc:sldMasterMk cId="3316734550" sldId="2147483648"/>
            <pc:sldLayoutMk cId="393927180" sldId="2147483664"/>
          </pc:sldLayoutMkLst>
          <pc:spChg chg="mod">
            <ac:chgData name="Mike Bloys" userId="1248c4d8-7b2b-4b32-b8bd-163ae845f9bb" providerId="ADAL" clId="{0E65AE74-7B58-4679-A33F-4ACDB4DE3715}" dt="2021-12-02T12:03:06.768" v="1" actId="14100"/>
            <ac:spMkLst>
              <pc:docMk/>
              <pc:sldMasterMk cId="3316734550" sldId="2147483648"/>
              <pc:sldLayoutMk cId="393927180" sldId="2147483664"/>
              <ac:spMk id="6" creationId="{00000000-0000-0000-0000-000000000000}"/>
            </ac:spMkLst>
          </pc:spChg>
        </pc:sldLayoutChg>
        <pc:sldLayoutChg chg="modSp mod">
          <pc:chgData name="Mike Bloys" userId="1248c4d8-7b2b-4b32-b8bd-163ae845f9bb" providerId="ADAL" clId="{0E65AE74-7B58-4679-A33F-4ACDB4DE3715}" dt="2021-12-02T12:03:21.074" v="4" actId="14100"/>
          <pc:sldLayoutMkLst>
            <pc:docMk/>
            <pc:sldMasterMk cId="3316734550" sldId="2147483648"/>
            <pc:sldLayoutMk cId="3939891126" sldId="2147483666"/>
          </pc:sldLayoutMkLst>
          <pc:spChg chg="mod">
            <ac:chgData name="Mike Bloys" userId="1248c4d8-7b2b-4b32-b8bd-163ae845f9bb" providerId="ADAL" clId="{0E65AE74-7B58-4679-A33F-4ACDB4DE3715}" dt="2021-12-02T12:03:21.074" v="4" actId="14100"/>
            <ac:spMkLst>
              <pc:docMk/>
              <pc:sldMasterMk cId="3316734550" sldId="2147483648"/>
              <pc:sldLayoutMk cId="3939891126" sldId="2147483666"/>
              <ac:spMk id="8" creationId="{00000000-0000-0000-0000-000000000000}"/>
            </ac:spMkLst>
          </pc:spChg>
        </pc:sldLayoutChg>
      </pc:sldMasterChg>
    </pc:docChg>
  </pc:docChgLst>
  <pc:docChgLst>
    <pc:chgData name="James Franklin" userId="cf915d05-507f-491f-b4a6-b2aa085ee4b1" providerId="ADAL" clId="{CBDCB03D-C1F4-4CA2-B52D-6F0791AFF301}"/>
    <pc:docChg chg="undo custSel addSld delSld modSld sldOrd">
      <pc:chgData name="James Franklin" userId="cf915d05-507f-491f-b4a6-b2aa085ee4b1" providerId="ADAL" clId="{CBDCB03D-C1F4-4CA2-B52D-6F0791AFF301}" dt="2021-07-15T11:45:07.674" v="1255" actId="14100"/>
      <pc:docMkLst>
        <pc:docMk/>
      </pc:docMkLst>
      <pc:sldChg chg="modSp mod">
        <pc:chgData name="James Franklin" userId="cf915d05-507f-491f-b4a6-b2aa085ee4b1" providerId="ADAL" clId="{CBDCB03D-C1F4-4CA2-B52D-6F0791AFF301}" dt="2021-07-15T10:31:48.041" v="93" actId="20577"/>
        <pc:sldMkLst>
          <pc:docMk/>
          <pc:sldMk cId="2542456931" sldId="284"/>
        </pc:sldMkLst>
        <pc:spChg chg="mod">
          <ac:chgData name="James Franklin" userId="cf915d05-507f-491f-b4a6-b2aa085ee4b1" providerId="ADAL" clId="{CBDCB03D-C1F4-4CA2-B52D-6F0791AFF301}" dt="2021-07-15T10:31:48.041" v="93" actId="20577"/>
          <ac:spMkLst>
            <pc:docMk/>
            <pc:sldMk cId="2542456931" sldId="284"/>
            <ac:spMk id="4" creationId="{00000000-0000-0000-0000-000000000000}"/>
          </ac:spMkLst>
        </pc:spChg>
      </pc:sldChg>
      <pc:sldChg chg="modSp mod">
        <pc:chgData name="James Franklin" userId="cf915d05-507f-491f-b4a6-b2aa085ee4b1" providerId="ADAL" clId="{CBDCB03D-C1F4-4CA2-B52D-6F0791AFF301}" dt="2021-07-15T11:04:07.974" v="526" actId="113"/>
        <pc:sldMkLst>
          <pc:docMk/>
          <pc:sldMk cId="3784374972" sldId="293"/>
        </pc:sldMkLst>
        <pc:spChg chg="mod">
          <ac:chgData name="James Franklin" userId="cf915d05-507f-491f-b4a6-b2aa085ee4b1" providerId="ADAL" clId="{CBDCB03D-C1F4-4CA2-B52D-6F0791AFF301}" dt="2021-07-15T11:04:07.974" v="526" actId="113"/>
          <ac:spMkLst>
            <pc:docMk/>
            <pc:sldMk cId="3784374972" sldId="293"/>
            <ac:spMk id="4" creationId="{00000000-0000-0000-0000-000000000000}"/>
          </ac:spMkLst>
        </pc:spChg>
      </pc:sldChg>
      <pc:sldChg chg="modSp mod">
        <pc:chgData name="James Franklin" userId="cf915d05-507f-491f-b4a6-b2aa085ee4b1" providerId="ADAL" clId="{CBDCB03D-C1F4-4CA2-B52D-6F0791AFF301}" dt="2021-07-15T11:37:40.772" v="722" actId="20577"/>
        <pc:sldMkLst>
          <pc:docMk/>
          <pc:sldMk cId="3959948642" sldId="294"/>
        </pc:sldMkLst>
        <pc:spChg chg="mod">
          <ac:chgData name="James Franklin" userId="cf915d05-507f-491f-b4a6-b2aa085ee4b1" providerId="ADAL" clId="{CBDCB03D-C1F4-4CA2-B52D-6F0791AFF301}" dt="2021-07-15T11:37:40.772" v="722" actId="20577"/>
          <ac:spMkLst>
            <pc:docMk/>
            <pc:sldMk cId="3959948642" sldId="294"/>
            <ac:spMk id="4" creationId="{00000000-0000-0000-0000-000000000000}"/>
          </ac:spMkLst>
        </pc:spChg>
      </pc:sldChg>
      <pc:sldChg chg="addSp modSp">
        <pc:chgData name="James Franklin" userId="cf915d05-507f-491f-b4a6-b2aa085ee4b1" providerId="ADAL" clId="{CBDCB03D-C1F4-4CA2-B52D-6F0791AFF301}" dt="2021-07-15T11:38:37.880" v="728"/>
        <pc:sldMkLst>
          <pc:docMk/>
          <pc:sldMk cId="3331707200" sldId="301"/>
        </pc:sldMkLst>
        <pc:cxnChg chg="add mod">
          <ac:chgData name="James Franklin" userId="cf915d05-507f-491f-b4a6-b2aa085ee4b1" providerId="ADAL" clId="{CBDCB03D-C1F4-4CA2-B52D-6F0791AFF301}" dt="2021-07-15T11:38:37.880" v="728"/>
          <ac:cxnSpMkLst>
            <pc:docMk/>
            <pc:sldMk cId="3331707200" sldId="301"/>
            <ac:cxnSpMk id="13" creationId="{2DD2EC84-8A1B-4B49-B89D-1E5C7502D0C9}"/>
          </ac:cxnSpMkLst>
        </pc:cxnChg>
      </pc:sldChg>
      <pc:sldChg chg="addSp delSp modSp mod">
        <pc:chgData name="James Franklin" userId="cf915d05-507f-491f-b4a6-b2aa085ee4b1" providerId="ADAL" clId="{CBDCB03D-C1F4-4CA2-B52D-6F0791AFF301}" dt="2021-07-15T11:38:36.156" v="727" actId="21"/>
        <pc:sldMkLst>
          <pc:docMk/>
          <pc:sldMk cId="1836284230" sldId="307"/>
        </pc:sldMkLst>
        <pc:cxnChg chg="add del mod">
          <ac:chgData name="James Franklin" userId="cf915d05-507f-491f-b4a6-b2aa085ee4b1" providerId="ADAL" clId="{CBDCB03D-C1F4-4CA2-B52D-6F0791AFF301}" dt="2021-07-15T11:38:36.156" v="727" actId="21"/>
          <ac:cxnSpMkLst>
            <pc:docMk/>
            <pc:sldMk cId="1836284230" sldId="307"/>
            <ac:cxnSpMk id="6" creationId="{A0F4CBB9-0106-49AF-A239-6D67DE9EA7EA}"/>
          </ac:cxnSpMkLst>
        </pc:cxnChg>
      </pc:sldChg>
      <pc:sldChg chg="addSp modSp">
        <pc:chgData name="James Franklin" userId="cf915d05-507f-491f-b4a6-b2aa085ee4b1" providerId="ADAL" clId="{CBDCB03D-C1F4-4CA2-B52D-6F0791AFF301}" dt="2021-07-15T11:44:41.456" v="1250"/>
        <pc:sldMkLst>
          <pc:docMk/>
          <pc:sldMk cId="555319969" sldId="312"/>
        </pc:sldMkLst>
        <pc:cxnChg chg="add mod">
          <ac:chgData name="James Franklin" userId="cf915d05-507f-491f-b4a6-b2aa085ee4b1" providerId="ADAL" clId="{CBDCB03D-C1F4-4CA2-B52D-6F0791AFF301}" dt="2021-07-15T11:44:41.456" v="1250"/>
          <ac:cxnSpMkLst>
            <pc:docMk/>
            <pc:sldMk cId="555319969" sldId="312"/>
            <ac:cxnSpMk id="14" creationId="{A33F6FC9-DA64-4C66-9948-323E59DAB6E5}"/>
          </ac:cxnSpMkLst>
        </pc:cxnChg>
      </pc:sldChg>
      <pc:sldChg chg="addSp delSp modSp mod setBg">
        <pc:chgData name="James Franklin" userId="cf915d05-507f-491f-b4a6-b2aa085ee4b1" providerId="ADAL" clId="{CBDCB03D-C1F4-4CA2-B52D-6F0791AFF301}" dt="2021-07-15T10:43:44.379" v="123" actId="1076"/>
        <pc:sldMkLst>
          <pc:docMk/>
          <pc:sldMk cId="3554935877" sldId="315"/>
        </pc:sldMkLst>
        <pc:spChg chg="mod">
          <ac:chgData name="James Franklin" userId="cf915d05-507f-491f-b4a6-b2aa085ee4b1" providerId="ADAL" clId="{CBDCB03D-C1F4-4CA2-B52D-6F0791AFF301}" dt="2021-07-15T10:42:27.909" v="111" actId="207"/>
          <ac:spMkLst>
            <pc:docMk/>
            <pc:sldMk cId="3554935877" sldId="315"/>
            <ac:spMk id="2" creationId="{040B699D-A91D-4616-9A56-8704D35EB02A}"/>
          </ac:spMkLst>
        </pc:spChg>
        <pc:spChg chg="mod">
          <ac:chgData name="James Franklin" userId="cf915d05-507f-491f-b4a6-b2aa085ee4b1" providerId="ADAL" clId="{CBDCB03D-C1F4-4CA2-B52D-6F0791AFF301}" dt="2021-07-15T10:42:27.909" v="111" actId="207"/>
          <ac:spMkLst>
            <pc:docMk/>
            <pc:sldMk cId="3554935877" sldId="315"/>
            <ac:spMk id="3" creationId="{30138D9D-C9C1-4990-AC37-0D9C68A9B5D5}"/>
          </ac:spMkLst>
        </pc:spChg>
        <pc:picChg chg="add del mod">
          <ac:chgData name="James Franklin" userId="cf915d05-507f-491f-b4a6-b2aa085ee4b1" providerId="ADAL" clId="{CBDCB03D-C1F4-4CA2-B52D-6F0791AFF301}" dt="2021-07-15T10:41:59.061" v="103" actId="478"/>
          <ac:picMkLst>
            <pc:docMk/>
            <pc:sldMk cId="3554935877" sldId="315"/>
            <ac:picMk id="5" creationId="{556E7E58-7982-4369-840E-1D06A8733571}"/>
          </ac:picMkLst>
        </pc:picChg>
        <pc:picChg chg="mod">
          <ac:chgData name="James Franklin" userId="cf915d05-507f-491f-b4a6-b2aa085ee4b1" providerId="ADAL" clId="{CBDCB03D-C1F4-4CA2-B52D-6F0791AFF301}" dt="2021-07-15T10:32:22.177" v="94" actId="1076"/>
          <ac:picMkLst>
            <pc:docMk/>
            <pc:sldMk cId="3554935877" sldId="315"/>
            <ac:picMk id="7" creationId="{02788E8C-B55E-4C7D-9458-ED3296B9B725}"/>
          </ac:picMkLst>
        </pc:picChg>
        <pc:picChg chg="add mod">
          <ac:chgData name="James Franklin" userId="cf915d05-507f-491f-b4a6-b2aa085ee4b1" providerId="ADAL" clId="{CBDCB03D-C1F4-4CA2-B52D-6F0791AFF301}" dt="2021-07-15T10:42:02.555" v="105" actId="1076"/>
          <ac:picMkLst>
            <pc:docMk/>
            <pc:sldMk cId="3554935877" sldId="315"/>
            <ac:picMk id="8" creationId="{F426D05D-F44E-4D10-AD66-C89EBD94A682}"/>
          </ac:picMkLst>
        </pc:picChg>
        <pc:picChg chg="add del mod">
          <ac:chgData name="James Franklin" userId="cf915d05-507f-491f-b4a6-b2aa085ee4b1" providerId="ADAL" clId="{CBDCB03D-C1F4-4CA2-B52D-6F0791AFF301}" dt="2021-07-15T10:39:55.309" v="101" actId="478"/>
          <ac:picMkLst>
            <pc:docMk/>
            <pc:sldMk cId="3554935877" sldId="315"/>
            <ac:picMk id="1026" creationId="{2EF5E2A4-9BCD-4361-84D6-FDA04AC78047}"/>
          </ac:picMkLst>
        </pc:picChg>
        <pc:picChg chg="add mod">
          <ac:chgData name="James Franklin" userId="cf915d05-507f-491f-b4a6-b2aa085ee4b1" providerId="ADAL" clId="{CBDCB03D-C1F4-4CA2-B52D-6F0791AFF301}" dt="2021-07-15T10:43:44.379" v="123" actId="1076"/>
          <ac:picMkLst>
            <pc:docMk/>
            <pc:sldMk cId="3554935877" sldId="315"/>
            <ac:picMk id="1028" creationId="{92E6B4D3-35EC-4A65-8519-EA437F16D37D}"/>
          </ac:picMkLst>
        </pc:picChg>
      </pc:sldChg>
      <pc:sldChg chg="addSp modSp">
        <pc:chgData name="James Franklin" userId="cf915d05-507f-491f-b4a6-b2aa085ee4b1" providerId="ADAL" clId="{CBDCB03D-C1F4-4CA2-B52D-6F0791AFF301}" dt="2021-07-15T11:44:39.709" v="1249"/>
        <pc:sldMkLst>
          <pc:docMk/>
          <pc:sldMk cId="2547750006" sldId="320"/>
        </pc:sldMkLst>
        <pc:cxnChg chg="add mod">
          <ac:chgData name="James Franklin" userId="cf915d05-507f-491f-b4a6-b2aa085ee4b1" providerId="ADAL" clId="{CBDCB03D-C1F4-4CA2-B52D-6F0791AFF301}" dt="2021-07-15T11:44:39.709" v="1249"/>
          <ac:cxnSpMkLst>
            <pc:docMk/>
            <pc:sldMk cId="2547750006" sldId="320"/>
            <ac:cxnSpMk id="4" creationId="{519F1140-318C-4E3E-8E86-4296EC6352A0}"/>
          </ac:cxnSpMkLst>
        </pc:cxnChg>
      </pc:sldChg>
      <pc:sldChg chg="addSp modSp mod">
        <pc:chgData name="James Franklin" userId="cf915d05-507f-491f-b4a6-b2aa085ee4b1" providerId="ADAL" clId="{CBDCB03D-C1F4-4CA2-B52D-6F0791AFF301}" dt="2021-07-15T11:44:55.827" v="1252" actId="14100"/>
        <pc:sldMkLst>
          <pc:docMk/>
          <pc:sldMk cId="359555635" sldId="321"/>
        </pc:sldMkLst>
        <pc:cxnChg chg="add mod">
          <ac:chgData name="James Franklin" userId="cf915d05-507f-491f-b4a6-b2aa085ee4b1" providerId="ADAL" clId="{CBDCB03D-C1F4-4CA2-B52D-6F0791AFF301}" dt="2021-07-15T11:44:55.827" v="1252" actId="14100"/>
          <ac:cxnSpMkLst>
            <pc:docMk/>
            <pc:sldMk cId="359555635" sldId="321"/>
            <ac:cxnSpMk id="4" creationId="{B7A95EB5-737C-4FE9-B0A7-DFB40FF70790}"/>
          </ac:cxnSpMkLst>
        </pc:cxnChg>
      </pc:sldChg>
      <pc:sldChg chg="addSp modSp mod">
        <pc:chgData name="James Franklin" userId="cf915d05-507f-491f-b4a6-b2aa085ee4b1" providerId="ADAL" clId="{CBDCB03D-C1F4-4CA2-B52D-6F0791AFF301}" dt="2021-07-15T11:45:07.674" v="1255" actId="14100"/>
        <pc:sldMkLst>
          <pc:docMk/>
          <pc:sldMk cId="3246953194" sldId="322"/>
        </pc:sldMkLst>
        <pc:cxnChg chg="add mod">
          <ac:chgData name="James Franklin" userId="cf915d05-507f-491f-b4a6-b2aa085ee4b1" providerId="ADAL" clId="{CBDCB03D-C1F4-4CA2-B52D-6F0791AFF301}" dt="2021-07-15T11:45:07.674" v="1255" actId="14100"/>
          <ac:cxnSpMkLst>
            <pc:docMk/>
            <pc:sldMk cId="3246953194" sldId="322"/>
            <ac:cxnSpMk id="4" creationId="{FCBD6976-F235-43EC-B6D9-88092D8BEA3D}"/>
          </ac:cxnSpMkLst>
        </pc:cxnChg>
      </pc:sldChg>
      <pc:sldChg chg="modSp add del mod">
        <pc:chgData name="James Franklin" userId="cf915d05-507f-491f-b4a6-b2aa085ee4b1" providerId="ADAL" clId="{CBDCB03D-C1F4-4CA2-B52D-6F0791AFF301}" dt="2021-07-15T11:04:11.993" v="527" actId="47"/>
        <pc:sldMkLst>
          <pc:docMk/>
          <pc:sldMk cId="3183478324" sldId="323"/>
        </pc:sldMkLst>
        <pc:spChg chg="mod">
          <ac:chgData name="James Franklin" userId="cf915d05-507f-491f-b4a6-b2aa085ee4b1" providerId="ADAL" clId="{CBDCB03D-C1F4-4CA2-B52D-6F0791AFF301}" dt="2021-07-15T10:45:53.364" v="126" actId="20577"/>
          <ac:spMkLst>
            <pc:docMk/>
            <pc:sldMk cId="3183478324" sldId="323"/>
            <ac:spMk id="4" creationId="{00000000-0000-0000-0000-000000000000}"/>
          </ac:spMkLst>
        </pc:spChg>
      </pc:sldChg>
      <pc:sldChg chg="addSp modSp add mod ord">
        <pc:chgData name="James Franklin" userId="cf915d05-507f-491f-b4a6-b2aa085ee4b1" providerId="ADAL" clId="{CBDCB03D-C1F4-4CA2-B52D-6F0791AFF301}" dt="2021-07-15T11:03:34.647" v="499" actId="20577"/>
        <pc:sldMkLst>
          <pc:docMk/>
          <pc:sldMk cId="227278076" sldId="324"/>
        </pc:sldMkLst>
        <pc:spChg chg="mod">
          <ac:chgData name="James Franklin" userId="cf915d05-507f-491f-b4a6-b2aa085ee4b1" providerId="ADAL" clId="{CBDCB03D-C1F4-4CA2-B52D-6F0791AFF301}" dt="2021-07-15T10:47:03.646" v="239" actId="6549"/>
          <ac:spMkLst>
            <pc:docMk/>
            <pc:sldMk cId="227278076" sldId="324"/>
            <ac:spMk id="3" creationId="{00000000-0000-0000-0000-000000000000}"/>
          </ac:spMkLst>
        </pc:spChg>
        <pc:spChg chg="mod">
          <ac:chgData name="James Franklin" userId="cf915d05-507f-491f-b4a6-b2aa085ee4b1" providerId="ADAL" clId="{CBDCB03D-C1F4-4CA2-B52D-6F0791AFF301}" dt="2021-07-15T11:03:34.647" v="499" actId="20577"/>
          <ac:spMkLst>
            <pc:docMk/>
            <pc:sldMk cId="227278076" sldId="324"/>
            <ac:spMk id="4" creationId="{00000000-0000-0000-0000-000000000000}"/>
          </ac:spMkLst>
        </pc:spChg>
        <pc:graphicFrameChg chg="add mod modGraphic">
          <ac:chgData name="James Franklin" userId="cf915d05-507f-491f-b4a6-b2aa085ee4b1" providerId="ADAL" clId="{CBDCB03D-C1F4-4CA2-B52D-6F0791AFF301}" dt="2021-07-15T11:02:29.606" v="436" actId="20577"/>
          <ac:graphicFrameMkLst>
            <pc:docMk/>
            <pc:sldMk cId="227278076" sldId="324"/>
            <ac:graphicFrameMk id="2" creationId="{614C9AF7-C61E-44DC-9511-30671F44320F}"/>
          </ac:graphicFrameMkLst>
        </pc:graphicFrameChg>
      </pc:sldChg>
      <pc:sldChg chg="delSp modSp add mod modClrScheme chgLayout">
        <pc:chgData name="James Franklin" userId="cf915d05-507f-491f-b4a6-b2aa085ee4b1" providerId="ADAL" clId="{CBDCB03D-C1F4-4CA2-B52D-6F0791AFF301}" dt="2021-07-15T11:08:36.431" v="574" actId="207"/>
        <pc:sldMkLst>
          <pc:docMk/>
          <pc:sldMk cId="3141151848" sldId="325"/>
        </pc:sldMkLst>
        <pc:spChg chg="mod ord">
          <ac:chgData name="James Franklin" userId="cf915d05-507f-491f-b4a6-b2aa085ee4b1" providerId="ADAL" clId="{CBDCB03D-C1F4-4CA2-B52D-6F0791AFF301}" dt="2021-07-15T11:06:15.076" v="528" actId="20577"/>
          <ac:spMkLst>
            <pc:docMk/>
            <pc:sldMk cId="3141151848" sldId="325"/>
            <ac:spMk id="3" creationId="{00000000-0000-0000-0000-000000000000}"/>
          </ac:spMkLst>
        </pc:spChg>
        <pc:spChg chg="mod ord">
          <ac:chgData name="James Franklin" userId="cf915d05-507f-491f-b4a6-b2aa085ee4b1" providerId="ADAL" clId="{CBDCB03D-C1F4-4CA2-B52D-6F0791AFF301}" dt="2021-07-15T11:08:36.431" v="574" actId="207"/>
          <ac:spMkLst>
            <pc:docMk/>
            <pc:sldMk cId="3141151848" sldId="325"/>
            <ac:spMk id="4" creationId="{00000000-0000-0000-0000-000000000000}"/>
          </ac:spMkLst>
        </pc:spChg>
        <pc:graphicFrameChg chg="del">
          <ac:chgData name="James Franklin" userId="cf915d05-507f-491f-b4a6-b2aa085ee4b1" providerId="ADAL" clId="{CBDCB03D-C1F4-4CA2-B52D-6F0791AFF301}" dt="2021-07-15T11:03:50.899" v="503" actId="478"/>
          <ac:graphicFrameMkLst>
            <pc:docMk/>
            <pc:sldMk cId="3141151848" sldId="325"/>
            <ac:graphicFrameMk id="2" creationId="{614C9AF7-C61E-44DC-9511-30671F44320F}"/>
          </ac:graphicFrameMkLst>
        </pc:graphicFrameChg>
      </pc:sldChg>
      <pc:sldChg chg="addSp modSp new mod">
        <pc:chgData name="James Franklin" userId="cf915d05-507f-491f-b4a6-b2aa085ee4b1" providerId="ADAL" clId="{CBDCB03D-C1F4-4CA2-B52D-6F0791AFF301}" dt="2021-07-15T11:44:26.418" v="1248" actId="20577"/>
        <pc:sldMkLst>
          <pc:docMk/>
          <pc:sldMk cId="3791209561" sldId="326"/>
        </pc:sldMkLst>
        <pc:spChg chg="mod">
          <ac:chgData name="James Franklin" userId="cf915d05-507f-491f-b4a6-b2aa085ee4b1" providerId="ADAL" clId="{CBDCB03D-C1F4-4CA2-B52D-6F0791AFF301}" dt="2021-07-15T11:43:21.160" v="1217" actId="207"/>
          <ac:spMkLst>
            <pc:docMk/>
            <pc:sldMk cId="3791209561" sldId="326"/>
            <ac:spMk id="2" creationId="{53AA439E-14B3-4887-8552-ABEB7BBB7D04}"/>
          </ac:spMkLst>
        </pc:spChg>
        <pc:spChg chg="mod">
          <ac:chgData name="James Franklin" userId="cf915d05-507f-491f-b4a6-b2aa085ee4b1" providerId="ADAL" clId="{CBDCB03D-C1F4-4CA2-B52D-6F0791AFF301}" dt="2021-07-15T11:44:26.418" v="1248" actId="20577"/>
          <ac:spMkLst>
            <pc:docMk/>
            <pc:sldMk cId="3791209561" sldId="326"/>
            <ac:spMk id="3" creationId="{8ECBCAAA-C50A-4197-A275-D214949BD4D5}"/>
          </ac:spMkLst>
        </pc:spChg>
        <pc:picChg chg="add mod">
          <ac:chgData name="James Franklin" userId="cf915d05-507f-491f-b4a6-b2aa085ee4b1" providerId="ADAL" clId="{CBDCB03D-C1F4-4CA2-B52D-6F0791AFF301}" dt="2021-07-15T11:42:38.098" v="1209" actId="1076"/>
          <ac:picMkLst>
            <pc:docMk/>
            <pc:sldMk cId="3791209561" sldId="326"/>
            <ac:picMk id="5" creationId="{EE620B51-6526-489B-B438-DE6B4FF45824}"/>
          </ac:picMkLst>
        </pc:picChg>
        <pc:picChg chg="add mod">
          <ac:chgData name="James Franklin" userId="cf915d05-507f-491f-b4a6-b2aa085ee4b1" providerId="ADAL" clId="{CBDCB03D-C1F4-4CA2-B52D-6F0791AFF301}" dt="2021-07-15T11:44:01.585" v="1225" actId="732"/>
          <ac:picMkLst>
            <pc:docMk/>
            <pc:sldMk cId="3791209561" sldId="326"/>
            <ac:picMk id="2050" creationId="{877FF1FF-CBA8-4000-BB43-59778EEDFDD6}"/>
          </ac:picMkLst>
        </pc:picChg>
      </pc:sldChg>
      <pc:sldChg chg="modSp add mod modClrScheme chgLayout">
        <pc:chgData name="James Franklin" userId="cf915d05-507f-491f-b4a6-b2aa085ee4b1" providerId="ADAL" clId="{CBDCB03D-C1F4-4CA2-B52D-6F0791AFF301}" dt="2021-07-15T11:41:56.885" v="1206" actId="700"/>
        <pc:sldMkLst>
          <pc:docMk/>
          <pc:sldMk cId="4263601986" sldId="327"/>
        </pc:sldMkLst>
        <pc:spChg chg="mod ord">
          <ac:chgData name="James Franklin" userId="cf915d05-507f-491f-b4a6-b2aa085ee4b1" providerId="ADAL" clId="{CBDCB03D-C1F4-4CA2-B52D-6F0791AFF301}" dt="2021-07-15T11:41:56.885" v="1206" actId="700"/>
          <ac:spMkLst>
            <pc:docMk/>
            <pc:sldMk cId="4263601986" sldId="327"/>
            <ac:spMk id="2" creationId="{53AA439E-14B3-4887-8552-ABEB7BBB7D04}"/>
          </ac:spMkLst>
        </pc:spChg>
        <pc:spChg chg="mod ord">
          <ac:chgData name="James Franklin" userId="cf915d05-507f-491f-b4a6-b2aa085ee4b1" providerId="ADAL" clId="{CBDCB03D-C1F4-4CA2-B52D-6F0791AFF301}" dt="2021-07-15T11:41:56.885" v="1206" actId="700"/>
          <ac:spMkLst>
            <pc:docMk/>
            <pc:sldMk cId="4263601986" sldId="327"/>
            <ac:spMk id="3" creationId="{8ECBCAAA-C50A-4197-A275-D214949BD4D5}"/>
          </ac:spMkLst>
        </pc:spChg>
      </pc:sldChg>
    </pc:docChg>
  </pc:docChgLst>
  <pc:docChgLst>
    <pc:chgData name="James Franklin" userId="cf915d05-507f-491f-b4a6-b2aa085ee4b1" providerId="ADAL" clId="{B11693D6-F9EA-47F7-8E29-6D58DF44F871}"/>
    <pc:docChg chg="undo custSel addSld delSld modSld sldOrd">
      <pc:chgData name="James Franklin" userId="cf915d05-507f-491f-b4a6-b2aa085ee4b1" providerId="ADAL" clId="{B11693D6-F9EA-47F7-8E29-6D58DF44F871}" dt="2021-07-26T14:45:30.729" v="3924" actId="20577"/>
      <pc:docMkLst>
        <pc:docMk/>
      </pc:docMkLst>
      <pc:sldChg chg="modSp mod">
        <pc:chgData name="James Franklin" userId="cf915d05-507f-491f-b4a6-b2aa085ee4b1" providerId="ADAL" clId="{B11693D6-F9EA-47F7-8E29-6D58DF44F871}" dt="2021-07-15T15:09:18.001" v="389" actId="14"/>
        <pc:sldMkLst>
          <pc:docMk/>
          <pc:sldMk cId="2542456931" sldId="284"/>
        </pc:sldMkLst>
        <pc:spChg chg="mod">
          <ac:chgData name="James Franklin" userId="cf915d05-507f-491f-b4a6-b2aa085ee4b1" providerId="ADAL" clId="{B11693D6-F9EA-47F7-8E29-6D58DF44F871}" dt="2021-07-15T15:09:18.001" v="389" actId="14"/>
          <ac:spMkLst>
            <pc:docMk/>
            <pc:sldMk cId="2542456931" sldId="284"/>
            <ac:spMk id="4" creationId="{00000000-0000-0000-0000-000000000000}"/>
          </ac:spMkLst>
        </pc:spChg>
      </pc:sldChg>
      <pc:sldChg chg="del">
        <pc:chgData name="James Franklin" userId="cf915d05-507f-491f-b4a6-b2aa085ee4b1" providerId="ADAL" clId="{B11693D6-F9EA-47F7-8E29-6D58DF44F871}" dt="2021-07-16T08:31:32.759" v="1078" actId="47"/>
        <pc:sldMkLst>
          <pc:docMk/>
          <pc:sldMk cId="428608259" sldId="287"/>
        </pc:sldMkLst>
      </pc:sldChg>
      <pc:sldChg chg="del">
        <pc:chgData name="James Franklin" userId="cf915d05-507f-491f-b4a6-b2aa085ee4b1" providerId="ADAL" clId="{B11693D6-F9EA-47F7-8E29-6D58DF44F871}" dt="2021-07-16T08:31:32.759" v="1078" actId="47"/>
        <pc:sldMkLst>
          <pc:docMk/>
          <pc:sldMk cId="3912875191" sldId="288"/>
        </pc:sldMkLst>
      </pc:sldChg>
      <pc:sldChg chg="del">
        <pc:chgData name="James Franklin" userId="cf915d05-507f-491f-b4a6-b2aa085ee4b1" providerId="ADAL" clId="{B11693D6-F9EA-47F7-8E29-6D58DF44F871}" dt="2021-07-16T08:31:32.759" v="1078" actId="47"/>
        <pc:sldMkLst>
          <pc:docMk/>
          <pc:sldMk cId="1918430168" sldId="289"/>
        </pc:sldMkLst>
      </pc:sldChg>
      <pc:sldChg chg="modSp mod ord">
        <pc:chgData name="James Franklin" userId="cf915d05-507f-491f-b4a6-b2aa085ee4b1" providerId="ADAL" clId="{B11693D6-F9EA-47F7-8E29-6D58DF44F871}" dt="2021-07-16T09:05:02.291" v="1093" actId="20577"/>
        <pc:sldMkLst>
          <pc:docMk/>
          <pc:sldMk cId="1540939022" sldId="290"/>
        </pc:sldMkLst>
        <pc:spChg chg="mod">
          <ac:chgData name="James Franklin" userId="cf915d05-507f-491f-b4a6-b2aa085ee4b1" providerId="ADAL" clId="{B11693D6-F9EA-47F7-8E29-6D58DF44F871}" dt="2021-07-16T09:05:00.122" v="1091" actId="20577"/>
          <ac:spMkLst>
            <pc:docMk/>
            <pc:sldMk cId="1540939022" sldId="290"/>
            <ac:spMk id="3" creationId="{00000000-0000-0000-0000-000000000000}"/>
          </ac:spMkLst>
        </pc:spChg>
        <pc:spChg chg="mod">
          <ac:chgData name="James Franklin" userId="cf915d05-507f-491f-b4a6-b2aa085ee4b1" providerId="ADAL" clId="{B11693D6-F9EA-47F7-8E29-6D58DF44F871}" dt="2021-07-16T09:05:02.291" v="1093" actId="20577"/>
          <ac:spMkLst>
            <pc:docMk/>
            <pc:sldMk cId="1540939022" sldId="290"/>
            <ac:spMk id="4" creationId="{00000000-0000-0000-0000-000000000000}"/>
          </ac:spMkLst>
        </pc:spChg>
      </pc:sldChg>
      <pc:sldChg chg="del">
        <pc:chgData name="James Franklin" userId="cf915d05-507f-491f-b4a6-b2aa085ee4b1" providerId="ADAL" clId="{B11693D6-F9EA-47F7-8E29-6D58DF44F871}" dt="2021-07-16T08:31:38.601" v="1079" actId="47"/>
        <pc:sldMkLst>
          <pc:docMk/>
          <pc:sldMk cId="2621621636" sldId="291"/>
        </pc:sldMkLst>
      </pc:sldChg>
      <pc:sldChg chg="del">
        <pc:chgData name="James Franklin" userId="cf915d05-507f-491f-b4a6-b2aa085ee4b1" providerId="ADAL" clId="{B11693D6-F9EA-47F7-8E29-6D58DF44F871}" dt="2021-07-16T08:31:38.601" v="1079" actId="47"/>
        <pc:sldMkLst>
          <pc:docMk/>
          <pc:sldMk cId="3136642099" sldId="292"/>
        </pc:sldMkLst>
      </pc:sldChg>
      <pc:sldChg chg="del ord">
        <pc:chgData name="James Franklin" userId="cf915d05-507f-491f-b4a6-b2aa085ee4b1" providerId="ADAL" clId="{B11693D6-F9EA-47F7-8E29-6D58DF44F871}" dt="2021-07-16T09:04:54.668" v="1088" actId="47"/>
        <pc:sldMkLst>
          <pc:docMk/>
          <pc:sldMk cId="3784374972" sldId="293"/>
        </pc:sldMkLst>
      </pc:sldChg>
      <pc:sldChg chg="del">
        <pc:chgData name="James Franklin" userId="cf915d05-507f-491f-b4a6-b2aa085ee4b1" providerId="ADAL" clId="{B11693D6-F9EA-47F7-8E29-6D58DF44F871}" dt="2021-07-16T08:31:45.067" v="1080" actId="47"/>
        <pc:sldMkLst>
          <pc:docMk/>
          <pc:sldMk cId="3959948642" sldId="294"/>
        </pc:sldMkLst>
      </pc:sldChg>
      <pc:sldChg chg="del">
        <pc:chgData name="James Franklin" userId="cf915d05-507f-491f-b4a6-b2aa085ee4b1" providerId="ADAL" clId="{B11693D6-F9EA-47F7-8E29-6D58DF44F871}" dt="2021-07-16T08:31:45.067" v="1080" actId="47"/>
        <pc:sldMkLst>
          <pc:docMk/>
          <pc:sldMk cId="2300425221" sldId="295"/>
        </pc:sldMkLst>
      </pc:sldChg>
      <pc:sldChg chg="del">
        <pc:chgData name="James Franklin" userId="cf915d05-507f-491f-b4a6-b2aa085ee4b1" providerId="ADAL" clId="{B11693D6-F9EA-47F7-8E29-6D58DF44F871}" dt="2021-07-16T08:31:45.067" v="1080" actId="47"/>
        <pc:sldMkLst>
          <pc:docMk/>
          <pc:sldMk cId="437694511" sldId="296"/>
        </pc:sldMkLst>
      </pc:sldChg>
      <pc:sldChg chg="del">
        <pc:chgData name="James Franklin" userId="cf915d05-507f-491f-b4a6-b2aa085ee4b1" providerId="ADAL" clId="{B11693D6-F9EA-47F7-8E29-6D58DF44F871}" dt="2021-07-16T08:31:45.067" v="1080" actId="47"/>
        <pc:sldMkLst>
          <pc:docMk/>
          <pc:sldMk cId="1456449982" sldId="298"/>
        </pc:sldMkLst>
      </pc:sldChg>
      <pc:sldChg chg="delSp modSp mod">
        <pc:chgData name="James Franklin" userId="cf915d05-507f-491f-b4a6-b2aa085ee4b1" providerId="ADAL" clId="{B11693D6-F9EA-47F7-8E29-6D58DF44F871}" dt="2021-07-16T13:16:35.283" v="3847" actId="20577"/>
        <pc:sldMkLst>
          <pc:docMk/>
          <pc:sldMk cId="3331707200" sldId="301"/>
        </pc:sldMkLst>
        <pc:spChg chg="mod">
          <ac:chgData name="James Franklin" userId="cf915d05-507f-491f-b4a6-b2aa085ee4b1" providerId="ADAL" clId="{B11693D6-F9EA-47F7-8E29-6D58DF44F871}" dt="2021-07-16T13:16:35.283" v="3847" actId="20577"/>
          <ac:spMkLst>
            <pc:docMk/>
            <pc:sldMk cId="3331707200" sldId="301"/>
            <ac:spMk id="3" creationId="{00000000-0000-0000-0000-000000000000}"/>
          </ac:spMkLst>
        </pc:spChg>
        <pc:cxnChg chg="del">
          <ac:chgData name="James Franklin" userId="cf915d05-507f-491f-b4a6-b2aa085ee4b1" providerId="ADAL" clId="{B11693D6-F9EA-47F7-8E29-6D58DF44F871}" dt="2021-07-16T08:31:53.557" v="1081" actId="478"/>
          <ac:cxnSpMkLst>
            <pc:docMk/>
            <pc:sldMk cId="3331707200" sldId="301"/>
            <ac:cxnSpMk id="13" creationId="{2DD2EC84-8A1B-4B49-B89D-1E5C7502D0C9}"/>
          </ac:cxnSpMkLst>
        </pc:cxnChg>
      </pc:sldChg>
      <pc:sldChg chg="del">
        <pc:chgData name="James Franklin" userId="cf915d05-507f-491f-b4a6-b2aa085ee4b1" providerId="ADAL" clId="{B11693D6-F9EA-47F7-8E29-6D58DF44F871}" dt="2021-07-16T08:31:45.067" v="1080" actId="47"/>
        <pc:sldMkLst>
          <pc:docMk/>
          <pc:sldMk cId="3547013280" sldId="305"/>
        </pc:sldMkLst>
      </pc:sldChg>
      <pc:sldChg chg="del">
        <pc:chgData name="James Franklin" userId="cf915d05-507f-491f-b4a6-b2aa085ee4b1" providerId="ADAL" clId="{B11693D6-F9EA-47F7-8E29-6D58DF44F871}" dt="2021-07-16T08:31:45.067" v="1080" actId="47"/>
        <pc:sldMkLst>
          <pc:docMk/>
          <pc:sldMk cId="3240171118" sldId="306"/>
        </pc:sldMkLst>
      </pc:sldChg>
      <pc:sldChg chg="del">
        <pc:chgData name="James Franklin" userId="cf915d05-507f-491f-b4a6-b2aa085ee4b1" providerId="ADAL" clId="{B11693D6-F9EA-47F7-8E29-6D58DF44F871}" dt="2021-07-16T08:31:45.067" v="1080" actId="47"/>
        <pc:sldMkLst>
          <pc:docMk/>
          <pc:sldMk cId="1836284230" sldId="307"/>
        </pc:sldMkLst>
      </pc:sldChg>
      <pc:sldChg chg="addSp delSp modSp mod">
        <pc:chgData name="James Franklin" userId="cf915d05-507f-491f-b4a6-b2aa085ee4b1" providerId="ADAL" clId="{B11693D6-F9EA-47F7-8E29-6D58DF44F871}" dt="2021-07-26T14:45:30.729" v="3924" actId="20577"/>
        <pc:sldMkLst>
          <pc:docMk/>
          <pc:sldMk cId="555319969" sldId="312"/>
        </pc:sldMkLst>
        <pc:spChg chg="mod">
          <ac:chgData name="James Franklin" userId="cf915d05-507f-491f-b4a6-b2aa085ee4b1" providerId="ADAL" clId="{B11693D6-F9EA-47F7-8E29-6D58DF44F871}" dt="2021-07-26T14:45:30.729" v="3924" actId="20577"/>
          <ac:spMkLst>
            <pc:docMk/>
            <pc:sldMk cId="555319969" sldId="312"/>
            <ac:spMk id="3" creationId="{00000000-0000-0000-0000-000000000000}"/>
          </ac:spMkLst>
        </pc:spChg>
        <pc:spChg chg="add mod">
          <ac:chgData name="James Franklin" userId="cf915d05-507f-491f-b4a6-b2aa085ee4b1" providerId="ADAL" clId="{B11693D6-F9EA-47F7-8E29-6D58DF44F871}" dt="2021-07-16T09:16:12.732" v="1254" actId="20577"/>
          <ac:spMkLst>
            <pc:docMk/>
            <pc:sldMk cId="555319969" sldId="312"/>
            <ac:spMk id="4" creationId="{B859805C-6267-4D4A-995D-32A78C78BC21}"/>
          </ac:spMkLst>
        </pc:spChg>
        <pc:cxnChg chg="del">
          <ac:chgData name="James Franklin" userId="cf915d05-507f-491f-b4a6-b2aa085ee4b1" providerId="ADAL" clId="{B11693D6-F9EA-47F7-8E29-6D58DF44F871}" dt="2021-07-16T08:32:56.052" v="1083" actId="478"/>
          <ac:cxnSpMkLst>
            <pc:docMk/>
            <pc:sldMk cId="555319969" sldId="312"/>
            <ac:cxnSpMk id="14" creationId="{A33F6FC9-DA64-4C66-9948-323E59DAB6E5}"/>
          </ac:cxnSpMkLst>
        </pc:cxnChg>
      </pc:sldChg>
      <pc:sldChg chg="del">
        <pc:chgData name="James Franklin" userId="cf915d05-507f-491f-b4a6-b2aa085ee4b1" providerId="ADAL" clId="{B11693D6-F9EA-47F7-8E29-6D58DF44F871}" dt="2021-07-16T08:31:32.759" v="1078" actId="47"/>
        <pc:sldMkLst>
          <pc:docMk/>
          <pc:sldMk cId="1937822333" sldId="313"/>
        </pc:sldMkLst>
      </pc:sldChg>
      <pc:sldChg chg="addSp delSp modSp mod setBg">
        <pc:chgData name="James Franklin" userId="cf915d05-507f-491f-b4a6-b2aa085ee4b1" providerId="ADAL" clId="{B11693D6-F9EA-47F7-8E29-6D58DF44F871}" dt="2021-07-15T15:29:11.113" v="638" actId="20577"/>
        <pc:sldMkLst>
          <pc:docMk/>
          <pc:sldMk cId="3554935877" sldId="315"/>
        </pc:sldMkLst>
        <pc:spChg chg="mod">
          <ac:chgData name="James Franklin" userId="cf915d05-507f-491f-b4a6-b2aa085ee4b1" providerId="ADAL" clId="{B11693D6-F9EA-47F7-8E29-6D58DF44F871}" dt="2021-07-15T15:27:46.618" v="624" actId="207"/>
          <ac:spMkLst>
            <pc:docMk/>
            <pc:sldMk cId="3554935877" sldId="315"/>
            <ac:spMk id="2" creationId="{040B699D-A91D-4616-9A56-8704D35EB02A}"/>
          </ac:spMkLst>
        </pc:spChg>
        <pc:spChg chg="mod">
          <ac:chgData name="James Franklin" userId="cf915d05-507f-491f-b4a6-b2aa085ee4b1" providerId="ADAL" clId="{B11693D6-F9EA-47F7-8E29-6D58DF44F871}" dt="2021-07-15T15:29:11.113" v="638" actId="20577"/>
          <ac:spMkLst>
            <pc:docMk/>
            <pc:sldMk cId="3554935877" sldId="315"/>
            <ac:spMk id="3" creationId="{30138D9D-C9C1-4990-AC37-0D9C68A9B5D5}"/>
          </ac:spMkLst>
        </pc:spChg>
        <pc:picChg chg="add mod">
          <ac:chgData name="James Franklin" userId="cf915d05-507f-491f-b4a6-b2aa085ee4b1" providerId="ADAL" clId="{B11693D6-F9EA-47F7-8E29-6D58DF44F871}" dt="2021-07-15T15:28:23.662" v="627" actId="1076"/>
          <ac:picMkLst>
            <pc:docMk/>
            <pc:sldMk cId="3554935877" sldId="315"/>
            <ac:picMk id="5" creationId="{2ECC027C-DDC6-463A-AA0B-DA3AE99D6537}"/>
          </ac:picMkLst>
        </pc:picChg>
        <pc:picChg chg="del">
          <ac:chgData name="James Franklin" userId="cf915d05-507f-491f-b4a6-b2aa085ee4b1" providerId="ADAL" clId="{B11693D6-F9EA-47F7-8E29-6D58DF44F871}" dt="2021-07-15T15:09:33.958" v="391" actId="478"/>
          <ac:picMkLst>
            <pc:docMk/>
            <pc:sldMk cId="3554935877" sldId="315"/>
            <ac:picMk id="7" creationId="{02788E8C-B55E-4C7D-9458-ED3296B9B725}"/>
          </ac:picMkLst>
        </pc:picChg>
        <pc:picChg chg="del">
          <ac:chgData name="James Franklin" userId="cf915d05-507f-491f-b4a6-b2aa085ee4b1" providerId="ADAL" clId="{B11693D6-F9EA-47F7-8E29-6D58DF44F871}" dt="2021-07-15T15:27:09.984" v="622" actId="478"/>
          <ac:picMkLst>
            <pc:docMk/>
            <pc:sldMk cId="3554935877" sldId="315"/>
            <ac:picMk id="8" creationId="{F426D05D-F44E-4D10-AD66-C89EBD94A682}"/>
          </ac:picMkLst>
        </pc:picChg>
        <pc:picChg chg="add mod">
          <ac:chgData name="James Franklin" userId="cf915d05-507f-491f-b4a6-b2aa085ee4b1" providerId="ADAL" clId="{B11693D6-F9EA-47F7-8E29-6D58DF44F871}" dt="2021-07-15T15:28:53.797" v="634" actId="167"/>
          <ac:picMkLst>
            <pc:docMk/>
            <pc:sldMk cId="3554935877" sldId="315"/>
            <ac:picMk id="1026" creationId="{93676EE2-3F7D-45BA-8B64-5E81A2B72182}"/>
          </ac:picMkLst>
        </pc:picChg>
        <pc:picChg chg="del">
          <ac:chgData name="James Franklin" userId="cf915d05-507f-491f-b4a6-b2aa085ee4b1" providerId="ADAL" clId="{B11693D6-F9EA-47F7-8E29-6D58DF44F871}" dt="2021-07-15T15:09:32.396" v="390" actId="478"/>
          <ac:picMkLst>
            <pc:docMk/>
            <pc:sldMk cId="3554935877" sldId="315"/>
            <ac:picMk id="1028" creationId="{92E6B4D3-35EC-4A65-8519-EA437F16D37D}"/>
          </ac:picMkLst>
        </pc:picChg>
      </pc:sldChg>
      <pc:sldChg chg="del">
        <pc:chgData name="James Franklin" userId="cf915d05-507f-491f-b4a6-b2aa085ee4b1" providerId="ADAL" clId="{B11693D6-F9EA-47F7-8E29-6D58DF44F871}" dt="2021-07-15T15:29:14.851" v="639" actId="47"/>
        <pc:sldMkLst>
          <pc:docMk/>
          <pc:sldMk cId="3591071188" sldId="316"/>
        </pc:sldMkLst>
      </pc:sldChg>
      <pc:sldChg chg="del">
        <pc:chgData name="James Franklin" userId="cf915d05-507f-491f-b4a6-b2aa085ee4b1" providerId="ADAL" clId="{B11693D6-F9EA-47F7-8E29-6D58DF44F871}" dt="2021-07-16T08:31:32.759" v="1078" actId="47"/>
        <pc:sldMkLst>
          <pc:docMk/>
          <pc:sldMk cId="3377395835" sldId="317"/>
        </pc:sldMkLst>
      </pc:sldChg>
      <pc:sldChg chg="del">
        <pc:chgData name="James Franklin" userId="cf915d05-507f-491f-b4a6-b2aa085ee4b1" providerId="ADAL" clId="{B11693D6-F9EA-47F7-8E29-6D58DF44F871}" dt="2021-07-16T08:31:32.759" v="1078" actId="47"/>
        <pc:sldMkLst>
          <pc:docMk/>
          <pc:sldMk cId="1331524694" sldId="318"/>
        </pc:sldMkLst>
      </pc:sldChg>
      <pc:sldChg chg="del">
        <pc:chgData name="James Franklin" userId="cf915d05-507f-491f-b4a6-b2aa085ee4b1" providerId="ADAL" clId="{B11693D6-F9EA-47F7-8E29-6D58DF44F871}" dt="2021-07-16T08:31:38.601" v="1079" actId="47"/>
        <pc:sldMkLst>
          <pc:docMk/>
          <pc:sldMk cId="2666053668" sldId="319"/>
        </pc:sldMkLst>
      </pc:sldChg>
      <pc:sldChg chg="delSp modSp mod">
        <pc:chgData name="James Franklin" userId="cf915d05-507f-491f-b4a6-b2aa085ee4b1" providerId="ADAL" clId="{B11693D6-F9EA-47F7-8E29-6D58DF44F871}" dt="2021-07-16T13:16:56.060" v="3873" actId="20577"/>
        <pc:sldMkLst>
          <pc:docMk/>
          <pc:sldMk cId="2547750006" sldId="320"/>
        </pc:sldMkLst>
        <pc:spChg chg="mod">
          <ac:chgData name="James Franklin" userId="cf915d05-507f-491f-b4a6-b2aa085ee4b1" providerId="ADAL" clId="{B11693D6-F9EA-47F7-8E29-6D58DF44F871}" dt="2021-07-16T13:16:56.060" v="3873" actId="20577"/>
          <ac:spMkLst>
            <pc:docMk/>
            <pc:sldMk cId="2547750006" sldId="320"/>
            <ac:spMk id="3" creationId="{C558FFD0-10E7-4741-B83D-7AED62FE1C5E}"/>
          </ac:spMkLst>
        </pc:spChg>
        <pc:cxnChg chg="del">
          <ac:chgData name="James Franklin" userId="cf915d05-507f-491f-b4a6-b2aa085ee4b1" providerId="ADAL" clId="{B11693D6-F9EA-47F7-8E29-6D58DF44F871}" dt="2021-07-16T08:32:29.324" v="1082" actId="478"/>
          <ac:cxnSpMkLst>
            <pc:docMk/>
            <pc:sldMk cId="2547750006" sldId="320"/>
            <ac:cxnSpMk id="4" creationId="{519F1140-318C-4E3E-8E86-4296EC6352A0}"/>
          </ac:cxnSpMkLst>
        </pc:cxnChg>
      </pc:sldChg>
      <pc:sldChg chg="delSp modSp mod">
        <pc:chgData name="James Franklin" userId="cf915d05-507f-491f-b4a6-b2aa085ee4b1" providerId="ADAL" clId="{B11693D6-F9EA-47F7-8E29-6D58DF44F871}" dt="2021-07-16T11:42:27.698" v="3558" actId="20577"/>
        <pc:sldMkLst>
          <pc:docMk/>
          <pc:sldMk cId="359555635" sldId="321"/>
        </pc:sldMkLst>
        <pc:spChg chg="mod">
          <ac:chgData name="James Franklin" userId="cf915d05-507f-491f-b4a6-b2aa085ee4b1" providerId="ADAL" clId="{B11693D6-F9EA-47F7-8E29-6D58DF44F871}" dt="2021-07-16T11:42:27.698" v="3558" actId="20577"/>
          <ac:spMkLst>
            <pc:docMk/>
            <pc:sldMk cId="359555635" sldId="321"/>
            <ac:spMk id="3" creationId="{42DD66E1-4C96-4B0C-A0CF-0C06EA95D964}"/>
          </ac:spMkLst>
        </pc:spChg>
        <pc:cxnChg chg="del">
          <ac:chgData name="James Franklin" userId="cf915d05-507f-491f-b4a6-b2aa085ee4b1" providerId="ADAL" clId="{B11693D6-F9EA-47F7-8E29-6D58DF44F871}" dt="2021-07-16T11:40:44.599" v="3355" actId="478"/>
          <ac:cxnSpMkLst>
            <pc:docMk/>
            <pc:sldMk cId="359555635" sldId="321"/>
            <ac:cxnSpMk id="4" creationId="{B7A95EB5-737C-4FE9-B0A7-DFB40FF70790}"/>
          </ac:cxnSpMkLst>
        </pc:cxnChg>
      </pc:sldChg>
      <pc:sldChg chg="del">
        <pc:chgData name="James Franklin" userId="cf915d05-507f-491f-b4a6-b2aa085ee4b1" providerId="ADAL" clId="{B11693D6-F9EA-47F7-8E29-6D58DF44F871}" dt="2021-07-16T11:42:48.138" v="3560" actId="47"/>
        <pc:sldMkLst>
          <pc:docMk/>
          <pc:sldMk cId="3246953194" sldId="322"/>
        </pc:sldMkLst>
      </pc:sldChg>
      <pc:sldChg chg="del">
        <pc:chgData name="James Franklin" userId="cf915d05-507f-491f-b4a6-b2aa085ee4b1" providerId="ADAL" clId="{B11693D6-F9EA-47F7-8E29-6D58DF44F871}" dt="2021-07-16T08:31:38.601" v="1079" actId="47"/>
        <pc:sldMkLst>
          <pc:docMk/>
          <pc:sldMk cId="227278076" sldId="324"/>
        </pc:sldMkLst>
      </pc:sldChg>
      <pc:sldChg chg="del">
        <pc:chgData name="James Franklin" userId="cf915d05-507f-491f-b4a6-b2aa085ee4b1" providerId="ADAL" clId="{B11693D6-F9EA-47F7-8E29-6D58DF44F871}" dt="2021-07-16T08:31:38.601" v="1079" actId="47"/>
        <pc:sldMkLst>
          <pc:docMk/>
          <pc:sldMk cId="3141151848" sldId="325"/>
        </pc:sldMkLst>
      </pc:sldChg>
      <pc:sldChg chg="del">
        <pc:chgData name="James Franklin" userId="cf915d05-507f-491f-b4a6-b2aa085ee4b1" providerId="ADAL" clId="{B11693D6-F9EA-47F7-8E29-6D58DF44F871}" dt="2021-07-16T08:31:45.067" v="1080" actId="47"/>
        <pc:sldMkLst>
          <pc:docMk/>
          <pc:sldMk cId="3791209561" sldId="326"/>
        </pc:sldMkLst>
      </pc:sldChg>
      <pc:sldChg chg="del">
        <pc:chgData name="James Franklin" userId="cf915d05-507f-491f-b4a6-b2aa085ee4b1" providerId="ADAL" clId="{B11693D6-F9EA-47F7-8E29-6D58DF44F871}" dt="2021-07-16T08:31:45.067" v="1080" actId="47"/>
        <pc:sldMkLst>
          <pc:docMk/>
          <pc:sldMk cId="4263601986" sldId="327"/>
        </pc:sldMkLst>
      </pc:sldChg>
      <pc:sldChg chg="delSp modSp add mod modClrScheme chgLayout">
        <pc:chgData name="James Franklin" userId="cf915d05-507f-491f-b4a6-b2aa085ee4b1" providerId="ADAL" clId="{B11693D6-F9EA-47F7-8E29-6D58DF44F871}" dt="2021-07-16T11:09:37.726" v="2381" actId="207"/>
        <pc:sldMkLst>
          <pc:docMk/>
          <pc:sldMk cId="4232365910" sldId="328"/>
        </pc:sldMkLst>
        <pc:spChg chg="mod ord">
          <ac:chgData name="James Franklin" userId="cf915d05-507f-491f-b4a6-b2aa085ee4b1" providerId="ADAL" clId="{B11693D6-F9EA-47F7-8E29-6D58DF44F871}" dt="2021-07-15T15:29:19.855" v="641" actId="700"/>
          <ac:spMkLst>
            <pc:docMk/>
            <pc:sldMk cId="4232365910" sldId="328"/>
            <ac:spMk id="2" creationId="{040B699D-A91D-4616-9A56-8704D35EB02A}"/>
          </ac:spMkLst>
        </pc:spChg>
        <pc:spChg chg="mod ord">
          <ac:chgData name="James Franklin" userId="cf915d05-507f-491f-b4a6-b2aa085ee4b1" providerId="ADAL" clId="{B11693D6-F9EA-47F7-8E29-6D58DF44F871}" dt="2021-07-16T11:09:37.726" v="2381" actId="207"/>
          <ac:spMkLst>
            <pc:docMk/>
            <pc:sldMk cId="4232365910" sldId="328"/>
            <ac:spMk id="3" creationId="{30138D9D-C9C1-4990-AC37-0D9C68A9B5D5}"/>
          </ac:spMkLst>
        </pc:spChg>
        <pc:picChg chg="del">
          <ac:chgData name="James Franklin" userId="cf915d05-507f-491f-b4a6-b2aa085ee4b1" providerId="ADAL" clId="{B11693D6-F9EA-47F7-8E29-6D58DF44F871}" dt="2021-07-15T15:29:21.518" v="642" actId="478"/>
          <ac:picMkLst>
            <pc:docMk/>
            <pc:sldMk cId="4232365910" sldId="328"/>
            <ac:picMk id="1026" creationId="{93676EE2-3F7D-45BA-8B64-5E81A2B72182}"/>
          </ac:picMkLst>
        </pc:picChg>
      </pc:sldChg>
      <pc:sldChg chg="addSp modSp new mod ord">
        <pc:chgData name="James Franklin" userId="cf915d05-507f-491f-b4a6-b2aa085ee4b1" providerId="ADAL" clId="{B11693D6-F9EA-47F7-8E29-6D58DF44F871}" dt="2021-07-16T11:29:20.379" v="2728" actId="6549"/>
        <pc:sldMkLst>
          <pc:docMk/>
          <pc:sldMk cId="1248477976" sldId="329"/>
        </pc:sldMkLst>
        <pc:spChg chg="mod">
          <ac:chgData name="James Franklin" userId="cf915d05-507f-491f-b4a6-b2aa085ee4b1" providerId="ADAL" clId="{B11693D6-F9EA-47F7-8E29-6D58DF44F871}" dt="2021-07-15T15:33:12.006" v="1040" actId="20577"/>
          <ac:spMkLst>
            <pc:docMk/>
            <pc:sldMk cId="1248477976" sldId="329"/>
            <ac:spMk id="2" creationId="{DCC3D561-714D-4E17-8368-F6C9C07CB86D}"/>
          </ac:spMkLst>
        </pc:spChg>
        <pc:spChg chg="mod">
          <ac:chgData name="James Franklin" userId="cf915d05-507f-491f-b4a6-b2aa085ee4b1" providerId="ADAL" clId="{B11693D6-F9EA-47F7-8E29-6D58DF44F871}" dt="2021-07-16T11:20:05.471" v="2554" actId="20577"/>
          <ac:spMkLst>
            <pc:docMk/>
            <pc:sldMk cId="1248477976" sldId="329"/>
            <ac:spMk id="3" creationId="{19BF9D10-241C-44B1-923B-6A817E1A92E2}"/>
          </ac:spMkLst>
        </pc:spChg>
        <pc:graphicFrameChg chg="add mod modGraphic">
          <ac:chgData name="James Franklin" userId="cf915d05-507f-491f-b4a6-b2aa085ee4b1" providerId="ADAL" clId="{B11693D6-F9EA-47F7-8E29-6D58DF44F871}" dt="2021-07-16T11:29:20.379" v="2728" actId="6549"/>
          <ac:graphicFrameMkLst>
            <pc:docMk/>
            <pc:sldMk cId="1248477976" sldId="329"/>
            <ac:graphicFrameMk id="4" creationId="{1BC3D7B8-7B2A-4498-895F-B14E42BD3405}"/>
          </ac:graphicFrameMkLst>
        </pc:graphicFrameChg>
      </pc:sldChg>
      <pc:sldChg chg="modSp add del mod">
        <pc:chgData name="James Franklin" userId="cf915d05-507f-491f-b4a6-b2aa085ee4b1" providerId="ADAL" clId="{B11693D6-F9EA-47F7-8E29-6D58DF44F871}" dt="2021-07-16T11:20:14.198" v="2556" actId="47"/>
        <pc:sldMkLst>
          <pc:docMk/>
          <pc:sldMk cId="3462205055" sldId="330"/>
        </pc:sldMkLst>
        <pc:spChg chg="mod">
          <ac:chgData name="James Franklin" userId="cf915d05-507f-491f-b4a6-b2aa085ee4b1" providerId="ADAL" clId="{B11693D6-F9EA-47F7-8E29-6D58DF44F871}" dt="2021-07-15T15:33:18.919" v="1053" actId="20577"/>
          <ac:spMkLst>
            <pc:docMk/>
            <pc:sldMk cId="3462205055" sldId="330"/>
            <ac:spMk id="2" creationId="{DCC3D561-714D-4E17-8368-F6C9C07CB86D}"/>
          </ac:spMkLst>
        </pc:spChg>
      </pc:sldChg>
      <pc:sldChg chg="addSp delSp modSp add mod modClrScheme chgLayout">
        <pc:chgData name="James Franklin" userId="cf915d05-507f-491f-b4a6-b2aa085ee4b1" providerId="ADAL" clId="{B11693D6-F9EA-47F7-8E29-6D58DF44F871}" dt="2021-07-26T14:45:07.416" v="3923" actId="20577"/>
        <pc:sldMkLst>
          <pc:docMk/>
          <pc:sldMk cId="3859180162" sldId="331"/>
        </pc:sldMkLst>
        <pc:spChg chg="mod ord">
          <ac:chgData name="James Franklin" userId="cf915d05-507f-491f-b4a6-b2aa085ee4b1" providerId="ADAL" clId="{B11693D6-F9EA-47F7-8E29-6D58DF44F871}" dt="2021-07-15T15:33:32.755" v="1077" actId="700"/>
          <ac:spMkLst>
            <pc:docMk/>
            <pc:sldMk cId="3859180162" sldId="331"/>
            <ac:spMk id="2" creationId="{DCC3D561-714D-4E17-8368-F6C9C07CB86D}"/>
          </ac:spMkLst>
        </pc:spChg>
        <pc:spChg chg="del mod ord">
          <ac:chgData name="James Franklin" userId="cf915d05-507f-491f-b4a6-b2aa085ee4b1" providerId="ADAL" clId="{B11693D6-F9EA-47F7-8E29-6D58DF44F871}" dt="2021-07-15T15:33:32.755" v="1077" actId="700"/>
          <ac:spMkLst>
            <pc:docMk/>
            <pc:sldMk cId="3859180162" sldId="331"/>
            <ac:spMk id="3" creationId="{19BF9D10-241C-44B1-923B-6A817E1A92E2}"/>
          </ac:spMkLst>
        </pc:spChg>
        <pc:spChg chg="add mod ord">
          <ac:chgData name="James Franklin" userId="cf915d05-507f-491f-b4a6-b2aa085ee4b1" providerId="ADAL" clId="{B11693D6-F9EA-47F7-8E29-6D58DF44F871}" dt="2021-07-26T14:45:07.416" v="3923" actId="20577"/>
          <ac:spMkLst>
            <pc:docMk/>
            <pc:sldMk cId="3859180162" sldId="331"/>
            <ac:spMk id="4" creationId="{58C97971-314C-4312-995E-6AAA5EC5EE4A}"/>
          </ac:spMkLst>
        </pc:spChg>
        <pc:spChg chg="add del mod">
          <ac:chgData name="James Franklin" userId="cf915d05-507f-491f-b4a6-b2aa085ee4b1" providerId="ADAL" clId="{B11693D6-F9EA-47F7-8E29-6D58DF44F871}" dt="2021-07-26T14:45:04.965" v="3922" actId="478"/>
          <ac:spMkLst>
            <pc:docMk/>
            <pc:sldMk cId="3859180162" sldId="331"/>
            <ac:spMk id="6" creationId="{6E843D65-2327-45EA-A527-B403EEAC72A6}"/>
          </ac:spMkLst>
        </pc:spChg>
        <pc:graphicFrameChg chg="add mod modGraphic">
          <ac:chgData name="James Franklin" userId="cf915d05-507f-491f-b4a6-b2aa085ee4b1" providerId="ADAL" clId="{B11693D6-F9EA-47F7-8E29-6D58DF44F871}" dt="2021-07-16T11:35:08.816" v="3137" actId="207"/>
          <ac:graphicFrameMkLst>
            <pc:docMk/>
            <pc:sldMk cId="3859180162" sldId="331"/>
            <ac:graphicFrameMk id="5" creationId="{96582958-66F8-47F0-963C-56FB010F51E5}"/>
          </ac:graphicFrameMkLst>
        </pc:graphicFrameChg>
      </pc:sldChg>
      <pc:sldChg chg="modSp add mod ord">
        <pc:chgData name="James Franklin" userId="cf915d05-507f-491f-b4a6-b2aa085ee4b1" providerId="ADAL" clId="{B11693D6-F9EA-47F7-8E29-6D58DF44F871}" dt="2021-07-16T09:45:21.275" v="1653" actId="20577"/>
        <pc:sldMkLst>
          <pc:docMk/>
          <pc:sldMk cId="2813629130" sldId="332"/>
        </pc:sldMkLst>
        <pc:spChg chg="mod">
          <ac:chgData name="James Franklin" userId="cf915d05-507f-491f-b4a6-b2aa085ee4b1" providerId="ADAL" clId="{B11693D6-F9EA-47F7-8E29-6D58DF44F871}" dt="2021-07-16T09:42:01.722" v="1282" actId="20577"/>
          <ac:spMkLst>
            <pc:docMk/>
            <pc:sldMk cId="2813629130" sldId="332"/>
            <ac:spMk id="2" creationId="{DCC3D561-714D-4E17-8368-F6C9C07CB86D}"/>
          </ac:spMkLst>
        </pc:spChg>
        <pc:spChg chg="mod">
          <ac:chgData name="James Franklin" userId="cf915d05-507f-491f-b4a6-b2aa085ee4b1" providerId="ADAL" clId="{B11693D6-F9EA-47F7-8E29-6D58DF44F871}" dt="2021-07-16T09:45:21.275" v="1653" actId="20577"/>
          <ac:spMkLst>
            <pc:docMk/>
            <pc:sldMk cId="2813629130" sldId="332"/>
            <ac:spMk id="3" creationId="{19BF9D10-241C-44B1-923B-6A817E1A92E2}"/>
          </ac:spMkLst>
        </pc:spChg>
      </pc:sldChg>
      <pc:sldChg chg="addSp delSp modSp add mod modClrScheme chgLayout">
        <pc:chgData name="James Franklin" userId="cf915d05-507f-491f-b4a6-b2aa085ee4b1" providerId="ADAL" clId="{B11693D6-F9EA-47F7-8E29-6D58DF44F871}" dt="2021-07-16T09:56:14.118" v="2072" actId="700"/>
        <pc:sldMkLst>
          <pc:docMk/>
          <pc:sldMk cId="1039116559" sldId="333"/>
        </pc:sldMkLst>
        <pc:spChg chg="mod ord">
          <ac:chgData name="James Franklin" userId="cf915d05-507f-491f-b4a6-b2aa085ee4b1" providerId="ADAL" clId="{B11693D6-F9EA-47F7-8E29-6D58DF44F871}" dt="2021-07-16T09:56:14.118" v="2072" actId="700"/>
          <ac:spMkLst>
            <pc:docMk/>
            <pc:sldMk cId="1039116559" sldId="333"/>
            <ac:spMk id="2" creationId="{DCC3D561-714D-4E17-8368-F6C9C07CB86D}"/>
          </ac:spMkLst>
        </pc:spChg>
        <pc:spChg chg="mod ord">
          <ac:chgData name="James Franklin" userId="cf915d05-507f-491f-b4a6-b2aa085ee4b1" providerId="ADAL" clId="{B11693D6-F9EA-47F7-8E29-6D58DF44F871}" dt="2021-07-16T09:56:14.118" v="2072" actId="700"/>
          <ac:spMkLst>
            <pc:docMk/>
            <pc:sldMk cId="1039116559" sldId="333"/>
            <ac:spMk id="3" creationId="{19BF9D10-241C-44B1-923B-6A817E1A92E2}"/>
          </ac:spMkLst>
        </pc:spChg>
        <pc:graphicFrameChg chg="add del">
          <ac:chgData name="James Franklin" userId="cf915d05-507f-491f-b4a6-b2aa085ee4b1" providerId="ADAL" clId="{B11693D6-F9EA-47F7-8E29-6D58DF44F871}" dt="2021-07-16T09:46:16.304" v="1786" actId="3680"/>
          <ac:graphicFrameMkLst>
            <pc:docMk/>
            <pc:sldMk cId="1039116559" sldId="333"/>
            <ac:graphicFrameMk id="4" creationId="{6C89FDFB-DA4D-44E2-8401-68DAED659C1E}"/>
          </ac:graphicFrameMkLst>
        </pc:graphicFrameChg>
        <pc:graphicFrameChg chg="add mod modGraphic">
          <ac:chgData name="James Franklin" userId="cf915d05-507f-491f-b4a6-b2aa085ee4b1" providerId="ADAL" clId="{B11693D6-F9EA-47F7-8E29-6D58DF44F871}" dt="2021-07-16T09:52:56.195" v="2004" actId="2165"/>
          <ac:graphicFrameMkLst>
            <pc:docMk/>
            <pc:sldMk cId="1039116559" sldId="333"/>
            <ac:graphicFrameMk id="5" creationId="{2F625C0A-C39A-47CA-8E02-4CB7F52AB5E9}"/>
          </ac:graphicFrameMkLst>
        </pc:graphicFrameChg>
      </pc:sldChg>
      <pc:sldChg chg="modSp add mod">
        <pc:chgData name="James Franklin" userId="cf915d05-507f-491f-b4a6-b2aa085ee4b1" providerId="ADAL" clId="{B11693D6-F9EA-47F7-8E29-6D58DF44F871}" dt="2021-07-16T10:45:04.516" v="2380" actId="122"/>
        <pc:sldMkLst>
          <pc:docMk/>
          <pc:sldMk cId="2223742173" sldId="334"/>
        </pc:sldMkLst>
        <pc:spChg chg="mod">
          <ac:chgData name="James Franklin" userId="cf915d05-507f-491f-b4a6-b2aa085ee4b1" providerId="ADAL" clId="{B11693D6-F9EA-47F7-8E29-6D58DF44F871}" dt="2021-07-16T09:56:21.074" v="2089" actId="20577"/>
          <ac:spMkLst>
            <pc:docMk/>
            <pc:sldMk cId="2223742173" sldId="334"/>
            <ac:spMk id="2" creationId="{DCC3D561-714D-4E17-8368-F6C9C07CB86D}"/>
          </ac:spMkLst>
        </pc:spChg>
        <pc:spChg chg="mod">
          <ac:chgData name="James Franklin" userId="cf915d05-507f-491f-b4a6-b2aa085ee4b1" providerId="ADAL" clId="{B11693D6-F9EA-47F7-8E29-6D58DF44F871}" dt="2021-07-16T10:45:04.516" v="2380" actId="122"/>
          <ac:spMkLst>
            <pc:docMk/>
            <pc:sldMk cId="2223742173" sldId="334"/>
            <ac:spMk id="3" creationId="{19BF9D10-241C-44B1-923B-6A817E1A92E2}"/>
          </ac:spMkLst>
        </pc:spChg>
      </pc:sldChg>
      <pc:sldChg chg="addSp modSp add mod modClrScheme chgLayout">
        <pc:chgData name="James Franklin" userId="cf915d05-507f-491f-b4a6-b2aa085ee4b1" providerId="ADAL" clId="{B11693D6-F9EA-47F7-8E29-6D58DF44F871}" dt="2021-07-16T10:00:30.387" v="2368" actId="207"/>
        <pc:sldMkLst>
          <pc:docMk/>
          <pc:sldMk cId="349074311" sldId="335"/>
        </pc:sldMkLst>
        <pc:spChg chg="mod ord">
          <ac:chgData name="James Franklin" userId="cf915d05-507f-491f-b4a6-b2aa085ee4b1" providerId="ADAL" clId="{B11693D6-F9EA-47F7-8E29-6D58DF44F871}" dt="2021-07-16T09:57:41.218" v="2178" actId="700"/>
          <ac:spMkLst>
            <pc:docMk/>
            <pc:sldMk cId="349074311" sldId="335"/>
            <ac:spMk id="2" creationId="{DCC3D561-714D-4E17-8368-F6C9C07CB86D}"/>
          </ac:spMkLst>
        </pc:spChg>
        <pc:spChg chg="mod ord">
          <ac:chgData name="James Franklin" userId="cf915d05-507f-491f-b4a6-b2aa085ee4b1" providerId="ADAL" clId="{B11693D6-F9EA-47F7-8E29-6D58DF44F871}" dt="2021-07-16T10:00:30.387" v="2368" actId="207"/>
          <ac:spMkLst>
            <pc:docMk/>
            <pc:sldMk cId="349074311" sldId="335"/>
            <ac:spMk id="3" creationId="{19BF9D10-241C-44B1-923B-6A817E1A92E2}"/>
          </ac:spMkLst>
        </pc:spChg>
        <pc:graphicFrameChg chg="add mod modGraphic">
          <ac:chgData name="James Franklin" userId="cf915d05-507f-491f-b4a6-b2aa085ee4b1" providerId="ADAL" clId="{B11693D6-F9EA-47F7-8E29-6D58DF44F871}" dt="2021-07-16T09:59:25.429" v="2287" actId="2166"/>
          <ac:graphicFrameMkLst>
            <pc:docMk/>
            <pc:sldMk cId="349074311" sldId="335"/>
            <ac:graphicFrameMk id="4" creationId="{D49F4463-D9FA-498D-902E-430EE698A14A}"/>
          </ac:graphicFrameMkLst>
        </pc:graphicFrameChg>
      </pc:sldChg>
      <pc:sldChg chg="modSp add mod">
        <pc:chgData name="James Franklin" userId="cf915d05-507f-491f-b4a6-b2aa085ee4b1" providerId="ADAL" clId="{B11693D6-F9EA-47F7-8E29-6D58DF44F871}" dt="2021-07-16T11:30:18.863" v="2792" actId="20577"/>
        <pc:sldMkLst>
          <pc:docMk/>
          <pc:sldMk cId="3815216955" sldId="336"/>
        </pc:sldMkLst>
        <pc:spChg chg="mod">
          <ac:chgData name="James Franklin" userId="cf915d05-507f-491f-b4a6-b2aa085ee4b1" providerId="ADAL" clId="{B11693D6-F9EA-47F7-8E29-6D58DF44F871}" dt="2021-07-16T11:20:22.599" v="2576" actId="20577"/>
          <ac:spMkLst>
            <pc:docMk/>
            <pc:sldMk cId="3815216955" sldId="336"/>
            <ac:spMk id="2" creationId="{DCC3D561-714D-4E17-8368-F6C9C07CB86D}"/>
          </ac:spMkLst>
        </pc:spChg>
        <pc:spChg chg="mod">
          <ac:chgData name="James Franklin" userId="cf915d05-507f-491f-b4a6-b2aa085ee4b1" providerId="ADAL" clId="{B11693D6-F9EA-47F7-8E29-6D58DF44F871}" dt="2021-07-16T11:30:18.863" v="2792" actId="20577"/>
          <ac:spMkLst>
            <pc:docMk/>
            <pc:sldMk cId="3815216955" sldId="336"/>
            <ac:spMk id="3" creationId="{19BF9D10-241C-44B1-923B-6A817E1A92E2}"/>
          </ac:spMkLst>
        </pc:spChg>
        <pc:graphicFrameChg chg="modGraphic">
          <ac:chgData name="James Franklin" userId="cf915d05-507f-491f-b4a6-b2aa085ee4b1" providerId="ADAL" clId="{B11693D6-F9EA-47F7-8E29-6D58DF44F871}" dt="2021-07-16T11:27:43.049" v="2707" actId="113"/>
          <ac:graphicFrameMkLst>
            <pc:docMk/>
            <pc:sldMk cId="3815216955" sldId="336"/>
            <ac:graphicFrameMk id="4" creationId="{1BC3D7B8-7B2A-4498-895F-B14E42BD3405}"/>
          </ac:graphicFrameMkLst>
        </pc:graphicFrameChg>
      </pc:sldChg>
      <pc:sldChg chg="modSp add mod modClrScheme chgLayout">
        <pc:chgData name="James Franklin" userId="cf915d05-507f-491f-b4a6-b2aa085ee4b1" providerId="ADAL" clId="{B11693D6-F9EA-47F7-8E29-6D58DF44F871}" dt="2021-07-16T11:45:19.816" v="3793" actId="207"/>
        <pc:sldMkLst>
          <pc:docMk/>
          <pc:sldMk cId="3821956463" sldId="337"/>
        </pc:sldMkLst>
        <pc:spChg chg="mod ord">
          <ac:chgData name="James Franklin" userId="cf915d05-507f-491f-b4a6-b2aa085ee4b1" providerId="ADAL" clId="{B11693D6-F9EA-47F7-8E29-6D58DF44F871}" dt="2021-07-16T11:42:51.268" v="3561" actId="700"/>
          <ac:spMkLst>
            <pc:docMk/>
            <pc:sldMk cId="3821956463" sldId="337"/>
            <ac:spMk id="2" creationId="{91B3414B-74D0-4E02-9D84-44D17D1703DC}"/>
          </ac:spMkLst>
        </pc:spChg>
        <pc:spChg chg="mod ord">
          <ac:chgData name="James Franklin" userId="cf915d05-507f-491f-b4a6-b2aa085ee4b1" providerId="ADAL" clId="{B11693D6-F9EA-47F7-8E29-6D58DF44F871}" dt="2021-07-16T11:45:19.816" v="3793" actId="207"/>
          <ac:spMkLst>
            <pc:docMk/>
            <pc:sldMk cId="3821956463" sldId="337"/>
            <ac:spMk id="3" creationId="{42DD66E1-4C96-4B0C-A0CF-0C06EA95D964}"/>
          </ac:spMkLst>
        </pc:spChg>
      </pc:sldChg>
    </pc:docChg>
  </pc:docChgLst>
  <pc:docChgLst>
    <pc:chgData name="James Franklin" userId="cf915d05-507f-491f-b4a6-b2aa085ee4b1" providerId="ADAL" clId="{C1B48029-7FD1-42D0-8D32-172011E92F2A}"/>
    <pc:docChg chg="undo custSel addSld delSld modSld sldOrd">
      <pc:chgData name="James Franklin" userId="cf915d05-507f-491f-b4a6-b2aa085ee4b1" providerId="ADAL" clId="{C1B48029-7FD1-42D0-8D32-172011E92F2A}" dt="2021-12-02T11:37:42.206" v="9856" actId="20577"/>
      <pc:docMkLst>
        <pc:docMk/>
      </pc:docMkLst>
      <pc:sldChg chg="modSp mod">
        <pc:chgData name="James Franklin" userId="cf915d05-507f-491f-b4a6-b2aa085ee4b1" providerId="ADAL" clId="{C1B48029-7FD1-42D0-8D32-172011E92F2A}" dt="2021-12-02T11:37:42.206" v="9856" actId="20577"/>
        <pc:sldMkLst>
          <pc:docMk/>
          <pc:sldMk cId="2542456931" sldId="284"/>
        </pc:sldMkLst>
        <pc:spChg chg="mod">
          <ac:chgData name="James Franklin" userId="cf915d05-507f-491f-b4a6-b2aa085ee4b1" providerId="ADAL" clId="{C1B48029-7FD1-42D0-8D32-172011E92F2A}" dt="2021-12-02T11:37:42.206" v="9856" actId="20577"/>
          <ac:spMkLst>
            <pc:docMk/>
            <pc:sldMk cId="2542456931" sldId="284"/>
            <ac:spMk id="4" creationId="{00000000-0000-0000-0000-000000000000}"/>
          </ac:spMkLst>
        </pc:spChg>
      </pc:sldChg>
      <pc:sldChg chg="add del">
        <pc:chgData name="James Franklin" userId="cf915d05-507f-491f-b4a6-b2aa085ee4b1" providerId="ADAL" clId="{C1B48029-7FD1-42D0-8D32-172011E92F2A}" dt="2021-11-09T11:57:49.701" v="466" actId="47"/>
        <pc:sldMkLst>
          <pc:docMk/>
          <pc:sldMk cId="1271942975" sldId="286"/>
        </pc:sldMkLst>
      </pc:sldChg>
      <pc:sldChg chg="add del">
        <pc:chgData name="James Franklin" userId="cf915d05-507f-491f-b4a6-b2aa085ee4b1" providerId="ADAL" clId="{C1B48029-7FD1-42D0-8D32-172011E92F2A}" dt="2021-11-09T11:57:50.110" v="467" actId="47"/>
        <pc:sldMkLst>
          <pc:docMk/>
          <pc:sldMk cId="1319282351" sldId="288"/>
        </pc:sldMkLst>
      </pc:sldChg>
      <pc:sldChg chg="del">
        <pc:chgData name="James Franklin" userId="cf915d05-507f-491f-b4a6-b2aa085ee4b1" providerId="ADAL" clId="{C1B48029-7FD1-42D0-8D32-172011E92F2A}" dt="2021-11-09T11:35:13.795" v="429" actId="47"/>
        <pc:sldMkLst>
          <pc:docMk/>
          <pc:sldMk cId="3331707200" sldId="301"/>
        </pc:sldMkLst>
      </pc:sldChg>
      <pc:sldChg chg="del">
        <pc:chgData name="James Franklin" userId="cf915d05-507f-491f-b4a6-b2aa085ee4b1" providerId="ADAL" clId="{C1B48029-7FD1-42D0-8D32-172011E92F2A}" dt="2021-11-09T11:35:13.795" v="429" actId="47"/>
        <pc:sldMkLst>
          <pc:docMk/>
          <pc:sldMk cId="555319969" sldId="312"/>
        </pc:sldMkLst>
      </pc:sldChg>
      <pc:sldChg chg="del">
        <pc:chgData name="James Franklin" userId="cf915d05-507f-491f-b4a6-b2aa085ee4b1" providerId="ADAL" clId="{C1B48029-7FD1-42D0-8D32-172011E92F2A}" dt="2021-11-09T11:35:13.795" v="429" actId="47"/>
        <pc:sldMkLst>
          <pc:docMk/>
          <pc:sldMk cId="3554935877" sldId="315"/>
        </pc:sldMkLst>
      </pc:sldChg>
      <pc:sldChg chg="del">
        <pc:chgData name="James Franklin" userId="cf915d05-507f-491f-b4a6-b2aa085ee4b1" providerId="ADAL" clId="{C1B48029-7FD1-42D0-8D32-172011E92F2A}" dt="2021-11-09T11:35:13.795" v="429" actId="47"/>
        <pc:sldMkLst>
          <pc:docMk/>
          <pc:sldMk cId="2547750006" sldId="320"/>
        </pc:sldMkLst>
      </pc:sldChg>
      <pc:sldChg chg="del">
        <pc:chgData name="James Franklin" userId="cf915d05-507f-491f-b4a6-b2aa085ee4b1" providerId="ADAL" clId="{C1B48029-7FD1-42D0-8D32-172011E92F2A}" dt="2021-11-09T11:35:30.789" v="437" actId="47"/>
        <pc:sldMkLst>
          <pc:docMk/>
          <pc:sldMk cId="359555635" sldId="321"/>
        </pc:sldMkLst>
      </pc:sldChg>
      <pc:sldChg chg="del">
        <pc:chgData name="James Franklin" userId="cf915d05-507f-491f-b4a6-b2aa085ee4b1" providerId="ADAL" clId="{C1B48029-7FD1-42D0-8D32-172011E92F2A}" dt="2021-11-09T11:35:13.795" v="429" actId="47"/>
        <pc:sldMkLst>
          <pc:docMk/>
          <pc:sldMk cId="4232365910" sldId="328"/>
        </pc:sldMkLst>
      </pc:sldChg>
      <pc:sldChg chg="del">
        <pc:chgData name="James Franklin" userId="cf915d05-507f-491f-b4a6-b2aa085ee4b1" providerId="ADAL" clId="{C1B48029-7FD1-42D0-8D32-172011E92F2A}" dt="2021-11-09T11:35:13.795" v="429" actId="47"/>
        <pc:sldMkLst>
          <pc:docMk/>
          <pc:sldMk cId="1248477976" sldId="329"/>
        </pc:sldMkLst>
      </pc:sldChg>
      <pc:sldChg chg="del">
        <pc:chgData name="James Franklin" userId="cf915d05-507f-491f-b4a6-b2aa085ee4b1" providerId="ADAL" clId="{C1B48029-7FD1-42D0-8D32-172011E92F2A}" dt="2021-11-09T11:35:13.795" v="429" actId="47"/>
        <pc:sldMkLst>
          <pc:docMk/>
          <pc:sldMk cId="3859180162" sldId="331"/>
        </pc:sldMkLst>
      </pc:sldChg>
      <pc:sldChg chg="del">
        <pc:chgData name="James Franklin" userId="cf915d05-507f-491f-b4a6-b2aa085ee4b1" providerId="ADAL" clId="{C1B48029-7FD1-42D0-8D32-172011E92F2A}" dt="2021-11-09T11:35:28.573" v="436" actId="47"/>
        <pc:sldMkLst>
          <pc:docMk/>
          <pc:sldMk cId="2813629130" sldId="332"/>
        </pc:sldMkLst>
      </pc:sldChg>
      <pc:sldChg chg="del">
        <pc:chgData name="James Franklin" userId="cf915d05-507f-491f-b4a6-b2aa085ee4b1" providerId="ADAL" clId="{C1B48029-7FD1-42D0-8D32-172011E92F2A}" dt="2021-11-09T11:35:28.573" v="436" actId="47"/>
        <pc:sldMkLst>
          <pc:docMk/>
          <pc:sldMk cId="1039116559" sldId="333"/>
        </pc:sldMkLst>
      </pc:sldChg>
      <pc:sldChg chg="del">
        <pc:chgData name="James Franklin" userId="cf915d05-507f-491f-b4a6-b2aa085ee4b1" providerId="ADAL" clId="{C1B48029-7FD1-42D0-8D32-172011E92F2A}" dt="2021-11-09T11:35:28.573" v="436" actId="47"/>
        <pc:sldMkLst>
          <pc:docMk/>
          <pc:sldMk cId="2223742173" sldId="334"/>
        </pc:sldMkLst>
      </pc:sldChg>
      <pc:sldChg chg="del">
        <pc:chgData name="James Franklin" userId="cf915d05-507f-491f-b4a6-b2aa085ee4b1" providerId="ADAL" clId="{C1B48029-7FD1-42D0-8D32-172011E92F2A}" dt="2021-11-09T11:35:28.573" v="436" actId="47"/>
        <pc:sldMkLst>
          <pc:docMk/>
          <pc:sldMk cId="349074311" sldId="335"/>
        </pc:sldMkLst>
      </pc:sldChg>
      <pc:sldChg chg="del">
        <pc:chgData name="James Franklin" userId="cf915d05-507f-491f-b4a6-b2aa085ee4b1" providerId="ADAL" clId="{C1B48029-7FD1-42D0-8D32-172011E92F2A}" dt="2021-11-09T11:35:13.795" v="429" actId="47"/>
        <pc:sldMkLst>
          <pc:docMk/>
          <pc:sldMk cId="3815216955" sldId="336"/>
        </pc:sldMkLst>
      </pc:sldChg>
      <pc:sldChg chg="del">
        <pc:chgData name="James Franklin" userId="cf915d05-507f-491f-b4a6-b2aa085ee4b1" providerId="ADAL" clId="{C1B48029-7FD1-42D0-8D32-172011E92F2A}" dt="2021-11-09T11:35:30.948" v="438" actId="47"/>
        <pc:sldMkLst>
          <pc:docMk/>
          <pc:sldMk cId="3821956463" sldId="337"/>
        </pc:sldMkLst>
      </pc:sldChg>
      <pc:sldChg chg="addSp modSp new mod ord setBg">
        <pc:chgData name="James Franklin" userId="cf915d05-507f-491f-b4a6-b2aa085ee4b1" providerId="ADAL" clId="{C1B48029-7FD1-42D0-8D32-172011E92F2A}" dt="2021-11-10T09:23:16.942" v="8120" actId="1076"/>
        <pc:sldMkLst>
          <pc:docMk/>
          <pc:sldMk cId="1065947595" sldId="338"/>
        </pc:sldMkLst>
        <pc:spChg chg="mod">
          <ac:chgData name="James Franklin" userId="cf915d05-507f-491f-b4a6-b2aa085ee4b1" providerId="ADAL" clId="{C1B48029-7FD1-42D0-8D32-172011E92F2A}" dt="2021-11-09T11:56:03.456" v="455" actId="20577"/>
          <ac:spMkLst>
            <pc:docMk/>
            <pc:sldMk cId="1065947595" sldId="338"/>
            <ac:spMk id="2" creationId="{1E9F7B0E-F8F4-42BE-B8BD-AC7936EB6EFE}"/>
          </ac:spMkLst>
        </pc:spChg>
        <pc:spChg chg="mod">
          <ac:chgData name="James Franklin" userId="cf915d05-507f-491f-b4a6-b2aa085ee4b1" providerId="ADAL" clId="{C1B48029-7FD1-42D0-8D32-172011E92F2A}" dt="2021-11-10T09:13:50.289" v="7703" actId="20577"/>
          <ac:spMkLst>
            <pc:docMk/>
            <pc:sldMk cId="1065947595" sldId="338"/>
            <ac:spMk id="3" creationId="{E4875394-5916-4C99-B652-DDCC8BFA49CC}"/>
          </ac:spMkLst>
        </pc:spChg>
        <pc:picChg chg="add mod">
          <ac:chgData name="James Franklin" userId="cf915d05-507f-491f-b4a6-b2aa085ee4b1" providerId="ADAL" clId="{C1B48029-7FD1-42D0-8D32-172011E92F2A}" dt="2021-11-10T09:22:40.553" v="8111" actId="1076"/>
          <ac:picMkLst>
            <pc:docMk/>
            <pc:sldMk cId="1065947595" sldId="338"/>
            <ac:picMk id="5" creationId="{090243BC-B1EE-473B-AD6D-0735F3371D3D}"/>
          </ac:picMkLst>
        </pc:picChg>
        <pc:picChg chg="add mod">
          <ac:chgData name="James Franklin" userId="cf915d05-507f-491f-b4a6-b2aa085ee4b1" providerId="ADAL" clId="{C1B48029-7FD1-42D0-8D32-172011E92F2A}" dt="2021-11-10T09:23:16.942" v="8120" actId="1076"/>
          <ac:picMkLst>
            <pc:docMk/>
            <pc:sldMk cId="1065947595" sldId="338"/>
            <ac:picMk id="7170" creationId="{0EFC1B41-576F-4CD6-83B5-C2393B2957D9}"/>
          </ac:picMkLst>
        </pc:picChg>
      </pc:sldChg>
      <pc:sldChg chg="modSp add del mod">
        <pc:chgData name="James Franklin" userId="cf915d05-507f-491f-b4a6-b2aa085ee4b1" providerId="ADAL" clId="{C1B48029-7FD1-42D0-8D32-172011E92F2A}" dt="2021-11-10T09:09:52.350" v="7270" actId="47"/>
        <pc:sldMkLst>
          <pc:docMk/>
          <pc:sldMk cId="450046350" sldId="339"/>
        </pc:sldMkLst>
        <pc:spChg chg="mod">
          <ac:chgData name="James Franklin" userId="cf915d05-507f-491f-b4a6-b2aa085ee4b1" providerId="ADAL" clId="{C1B48029-7FD1-42D0-8D32-172011E92F2A}" dt="2021-11-09T11:56:07.133" v="462" actId="20577"/>
          <ac:spMkLst>
            <pc:docMk/>
            <pc:sldMk cId="450046350" sldId="339"/>
            <ac:spMk id="2" creationId="{1E9F7B0E-F8F4-42BE-B8BD-AC7936EB6EFE}"/>
          </ac:spMkLst>
        </pc:spChg>
      </pc:sldChg>
      <pc:sldChg chg="addSp delSp modSp add mod modClrScheme chgLayout">
        <pc:chgData name="James Franklin" userId="cf915d05-507f-491f-b4a6-b2aa085ee4b1" providerId="ADAL" clId="{C1B48029-7FD1-42D0-8D32-172011E92F2A}" dt="2021-11-10T09:22:17.031" v="8108" actId="478"/>
        <pc:sldMkLst>
          <pc:docMk/>
          <pc:sldMk cId="3154823620" sldId="340"/>
        </pc:sldMkLst>
        <pc:spChg chg="mod ord">
          <ac:chgData name="James Franklin" userId="cf915d05-507f-491f-b4a6-b2aa085ee4b1" providerId="ADAL" clId="{C1B48029-7FD1-42D0-8D32-172011E92F2A}" dt="2021-11-10T09:09:41.016" v="7268" actId="700"/>
          <ac:spMkLst>
            <pc:docMk/>
            <pc:sldMk cId="3154823620" sldId="340"/>
            <ac:spMk id="2" creationId="{1E9F7B0E-F8F4-42BE-B8BD-AC7936EB6EFE}"/>
          </ac:spMkLst>
        </pc:spChg>
        <pc:spChg chg="mod ord">
          <ac:chgData name="James Franklin" userId="cf915d05-507f-491f-b4a6-b2aa085ee4b1" providerId="ADAL" clId="{C1B48029-7FD1-42D0-8D32-172011E92F2A}" dt="2021-11-10T09:15:48.952" v="7836" actId="20577"/>
          <ac:spMkLst>
            <pc:docMk/>
            <pc:sldMk cId="3154823620" sldId="340"/>
            <ac:spMk id="3" creationId="{E4875394-5916-4C99-B652-DDCC8BFA49CC}"/>
          </ac:spMkLst>
        </pc:spChg>
        <pc:spChg chg="add del mod">
          <ac:chgData name="James Franklin" userId="cf915d05-507f-491f-b4a6-b2aa085ee4b1" providerId="ADAL" clId="{C1B48029-7FD1-42D0-8D32-172011E92F2A}" dt="2021-11-10T09:21:03.542" v="8106" actId="478"/>
          <ac:spMkLst>
            <pc:docMk/>
            <pc:sldMk cId="3154823620" sldId="340"/>
            <ac:spMk id="6" creationId="{32A36C78-A902-43EF-9F42-9B4AA6683F59}"/>
          </ac:spMkLst>
        </pc:spChg>
        <pc:spChg chg="add del mod">
          <ac:chgData name="James Franklin" userId="cf915d05-507f-491f-b4a6-b2aa085ee4b1" providerId="ADAL" clId="{C1B48029-7FD1-42D0-8D32-172011E92F2A}" dt="2021-11-10T09:22:17.031" v="8108" actId="478"/>
          <ac:spMkLst>
            <pc:docMk/>
            <pc:sldMk cId="3154823620" sldId="340"/>
            <ac:spMk id="7" creationId="{2413E38A-8C8B-42E5-A9D8-388468B39AAC}"/>
          </ac:spMkLst>
        </pc:spChg>
        <pc:picChg chg="add mod">
          <ac:chgData name="James Franklin" userId="cf915d05-507f-491f-b4a6-b2aa085ee4b1" providerId="ADAL" clId="{C1B48029-7FD1-42D0-8D32-172011E92F2A}" dt="2021-11-09T14:37:10.624" v="2346" actId="1076"/>
          <ac:picMkLst>
            <pc:docMk/>
            <pc:sldMk cId="3154823620" sldId="340"/>
            <ac:picMk id="5" creationId="{B027C7D1-0B07-42A1-97E0-9265F1FE09E7}"/>
          </ac:picMkLst>
        </pc:picChg>
        <pc:picChg chg="add mod">
          <ac:chgData name="James Franklin" userId="cf915d05-507f-491f-b4a6-b2aa085ee4b1" providerId="ADAL" clId="{C1B48029-7FD1-42D0-8D32-172011E92F2A}" dt="2021-11-09T14:56:58.074" v="2923" actId="167"/>
          <ac:picMkLst>
            <pc:docMk/>
            <pc:sldMk cId="3154823620" sldId="340"/>
            <ac:picMk id="3074" creationId="{8349D2C6-7AD8-49E7-9BAC-265BD74B7863}"/>
          </ac:picMkLst>
        </pc:picChg>
      </pc:sldChg>
      <pc:sldChg chg="addSp modSp add mod ord">
        <pc:chgData name="James Franklin" userId="cf915d05-507f-491f-b4a6-b2aa085ee4b1" providerId="ADAL" clId="{C1B48029-7FD1-42D0-8D32-172011E92F2A}" dt="2021-11-09T15:42:42.351" v="4655" actId="20577"/>
        <pc:sldMkLst>
          <pc:docMk/>
          <pc:sldMk cId="1923839798" sldId="341"/>
        </pc:sldMkLst>
        <pc:spChg chg="mod">
          <ac:chgData name="James Franklin" userId="cf915d05-507f-491f-b4a6-b2aa085ee4b1" providerId="ADAL" clId="{C1B48029-7FD1-42D0-8D32-172011E92F2A}" dt="2021-11-09T12:10:27.613" v="1181" actId="20577"/>
          <ac:spMkLst>
            <pc:docMk/>
            <pc:sldMk cId="1923839798" sldId="341"/>
            <ac:spMk id="2" creationId="{1E9F7B0E-F8F4-42BE-B8BD-AC7936EB6EFE}"/>
          </ac:spMkLst>
        </pc:spChg>
        <pc:spChg chg="mod">
          <ac:chgData name="James Franklin" userId="cf915d05-507f-491f-b4a6-b2aa085ee4b1" providerId="ADAL" clId="{C1B48029-7FD1-42D0-8D32-172011E92F2A}" dt="2021-11-09T15:42:42.351" v="4655" actId="20577"/>
          <ac:spMkLst>
            <pc:docMk/>
            <pc:sldMk cId="1923839798" sldId="341"/>
            <ac:spMk id="3" creationId="{E4875394-5916-4C99-B652-DDCC8BFA49CC}"/>
          </ac:spMkLst>
        </pc:spChg>
        <pc:picChg chg="add mod">
          <ac:chgData name="James Franklin" userId="cf915d05-507f-491f-b4a6-b2aa085ee4b1" providerId="ADAL" clId="{C1B48029-7FD1-42D0-8D32-172011E92F2A}" dt="2021-11-09T12:30:52.242" v="1488" actId="1076"/>
          <ac:picMkLst>
            <pc:docMk/>
            <pc:sldMk cId="1923839798" sldId="341"/>
            <ac:picMk id="5" creationId="{E9821545-2E36-4E60-98AF-862591CCA6AC}"/>
          </ac:picMkLst>
        </pc:picChg>
        <pc:picChg chg="add mod">
          <ac:chgData name="James Franklin" userId="cf915d05-507f-491f-b4a6-b2aa085ee4b1" providerId="ADAL" clId="{C1B48029-7FD1-42D0-8D32-172011E92F2A}" dt="2021-11-09T12:31:15.744" v="1495" actId="167"/>
          <ac:picMkLst>
            <pc:docMk/>
            <pc:sldMk cId="1923839798" sldId="341"/>
            <ac:picMk id="2050" creationId="{0199A55F-E422-4DF0-93AD-4122559BB60B}"/>
          </ac:picMkLst>
        </pc:picChg>
      </pc:sldChg>
      <pc:sldChg chg="addSp modSp add mod ord">
        <pc:chgData name="James Franklin" userId="cf915d05-507f-491f-b4a6-b2aa085ee4b1" providerId="ADAL" clId="{C1B48029-7FD1-42D0-8D32-172011E92F2A}" dt="2021-11-10T10:11:20.609" v="8321" actId="20577"/>
        <pc:sldMkLst>
          <pc:docMk/>
          <pc:sldMk cId="997136096" sldId="342"/>
        </pc:sldMkLst>
        <pc:spChg chg="mod">
          <ac:chgData name="James Franklin" userId="cf915d05-507f-491f-b4a6-b2aa085ee4b1" providerId="ADAL" clId="{C1B48029-7FD1-42D0-8D32-172011E92F2A}" dt="2021-11-10T10:11:20.609" v="8321" actId="20577"/>
          <ac:spMkLst>
            <pc:docMk/>
            <pc:sldMk cId="997136096" sldId="342"/>
            <ac:spMk id="2" creationId="{1E9F7B0E-F8F4-42BE-B8BD-AC7936EB6EFE}"/>
          </ac:spMkLst>
        </pc:spChg>
        <pc:spChg chg="mod">
          <ac:chgData name="James Franklin" userId="cf915d05-507f-491f-b4a6-b2aa085ee4b1" providerId="ADAL" clId="{C1B48029-7FD1-42D0-8D32-172011E92F2A}" dt="2021-11-09T15:46:35.887" v="5223" actId="20577"/>
          <ac:spMkLst>
            <pc:docMk/>
            <pc:sldMk cId="997136096" sldId="342"/>
            <ac:spMk id="3" creationId="{E4875394-5916-4C99-B652-DDCC8BFA49CC}"/>
          </ac:spMkLst>
        </pc:spChg>
        <pc:spChg chg="add mod">
          <ac:chgData name="James Franklin" userId="cf915d05-507f-491f-b4a6-b2aa085ee4b1" providerId="ADAL" clId="{C1B48029-7FD1-42D0-8D32-172011E92F2A}" dt="2021-11-09T15:46:46.079" v="5224" actId="1076"/>
          <ac:spMkLst>
            <pc:docMk/>
            <pc:sldMk cId="997136096" sldId="342"/>
            <ac:spMk id="4" creationId="{0684DEDB-249B-41A3-BD6E-5F7CC719A523}"/>
          </ac:spMkLst>
        </pc:spChg>
        <pc:spChg chg="add mod">
          <ac:chgData name="James Franklin" userId="cf915d05-507f-491f-b4a6-b2aa085ee4b1" providerId="ADAL" clId="{C1B48029-7FD1-42D0-8D32-172011E92F2A}" dt="2021-11-09T15:46:59.157" v="5227" actId="114"/>
          <ac:spMkLst>
            <pc:docMk/>
            <pc:sldMk cId="997136096" sldId="342"/>
            <ac:spMk id="10" creationId="{5007BD0B-C81D-4CA9-B650-1475E428C4CD}"/>
          </ac:spMkLst>
        </pc:spChg>
        <pc:spChg chg="add mod">
          <ac:chgData name="James Franklin" userId="cf915d05-507f-491f-b4a6-b2aa085ee4b1" providerId="ADAL" clId="{C1B48029-7FD1-42D0-8D32-172011E92F2A}" dt="2021-11-09T15:47:21.664" v="5239" actId="20577"/>
          <ac:spMkLst>
            <pc:docMk/>
            <pc:sldMk cId="997136096" sldId="342"/>
            <ac:spMk id="11" creationId="{5EC49DE8-FD22-4C4A-87F3-68E64E1B242B}"/>
          </ac:spMkLst>
        </pc:spChg>
        <pc:cxnChg chg="add mod">
          <ac:chgData name="James Franklin" userId="cf915d05-507f-491f-b4a6-b2aa085ee4b1" providerId="ADAL" clId="{C1B48029-7FD1-42D0-8D32-172011E92F2A}" dt="2021-11-09T15:46:46.079" v="5224" actId="1076"/>
          <ac:cxnSpMkLst>
            <pc:docMk/>
            <pc:sldMk cId="997136096" sldId="342"/>
            <ac:cxnSpMk id="6" creationId="{C6606FB5-B180-4F5D-BF85-6DA76E8C3ED7}"/>
          </ac:cxnSpMkLst>
        </pc:cxnChg>
        <pc:cxnChg chg="add mod">
          <ac:chgData name="James Franklin" userId="cf915d05-507f-491f-b4a6-b2aa085ee4b1" providerId="ADAL" clId="{C1B48029-7FD1-42D0-8D32-172011E92F2A}" dt="2021-11-09T15:46:46.079" v="5224" actId="1076"/>
          <ac:cxnSpMkLst>
            <pc:docMk/>
            <pc:sldMk cId="997136096" sldId="342"/>
            <ac:cxnSpMk id="8" creationId="{EFBBC5CB-EF4F-49FD-AFD5-D7EC1CE57ED5}"/>
          </ac:cxnSpMkLst>
        </pc:cxnChg>
      </pc:sldChg>
      <pc:sldChg chg="addSp delSp modSp add mod ord setBg">
        <pc:chgData name="James Franklin" userId="cf915d05-507f-491f-b4a6-b2aa085ee4b1" providerId="ADAL" clId="{C1B48029-7FD1-42D0-8D32-172011E92F2A}" dt="2021-12-01T16:49:06.569" v="9850" actId="478"/>
        <pc:sldMkLst>
          <pc:docMk/>
          <pc:sldMk cId="696720256" sldId="343"/>
        </pc:sldMkLst>
        <pc:spChg chg="mod">
          <ac:chgData name="James Franklin" userId="cf915d05-507f-491f-b4a6-b2aa085ee4b1" providerId="ADAL" clId="{C1B48029-7FD1-42D0-8D32-172011E92F2A}" dt="2021-11-09T14:44:50.698" v="2366" actId="207"/>
          <ac:spMkLst>
            <pc:docMk/>
            <pc:sldMk cId="696720256" sldId="343"/>
            <ac:spMk id="2" creationId="{1E9F7B0E-F8F4-42BE-B8BD-AC7936EB6EFE}"/>
          </ac:spMkLst>
        </pc:spChg>
        <pc:spChg chg="mod">
          <ac:chgData name="James Franklin" userId="cf915d05-507f-491f-b4a6-b2aa085ee4b1" providerId="ADAL" clId="{C1B48029-7FD1-42D0-8D32-172011E92F2A}" dt="2021-11-10T09:05:07.622" v="7083" actId="6549"/>
          <ac:spMkLst>
            <pc:docMk/>
            <pc:sldMk cId="696720256" sldId="343"/>
            <ac:spMk id="3" creationId="{E4875394-5916-4C99-B652-DDCC8BFA49CC}"/>
          </ac:spMkLst>
        </pc:spChg>
        <pc:spChg chg="add del mod">
          <ac:chgData name="James Franklin" userId="cf915d05-507f-491f-b4a6-b2aa085ee4b1" providerId="ADAL" clId="{C1B48029-7FD1-42D0-8D32-172011E92F2A}" dt="2021-12-01T16:49:06.569" v="9850" actId="478"/>
          <ac:spMkLst>
            <pc:docMk/>
            <pc:sldMk cId="696720256" sldId="343"/>
            <ac:spMk id="6" creationId="{B9BD7F9F-AEA1-4CC2-A150-806C517A1A53}"/>
          </ac:spMkLst>
        </pc:spChg>
        <pc:picChg chg="add mod">
          <ac:chgData name="James Franklin" userId="cf915d05-507f-491f-b4a6-b2aa085ee4b1" providerId="ADAL" clId="{C1B48029-7FD1-42D0-8D32-172011E92F2A}" dt="2021-11-09T14:44:27.120" v="2361" actId="1076"/>
          <ac:picMkLst>
            <pc:docMk/>
            <pc:sldMk cId="696720256" sldId="343"/>
            <ac:picMk id="5" creationId="{6393B10C-4B97-4A34-869A-82D48C59F6B6}"/>
          </ac:picMkLst>
        </pc:picChg>
        <pc:picChg chg="add mod">
          <ac:chgData name="James Franklin" userId="cf915d05-507f-491f-b4a6-b2aa085ee4b1" providerId="ADAL" clId="{C1B48029-7FD1-42D0-8D32-172011E92F2A}" dt="2021-11-09T14:45:11.487" v="2369" actId="196"/>
          <ac:picMkLst>
            <pc:docMk/>
            <pc:sldMk cId="696720256" sldId="343"/>
            <ac:picMk id="4098" creationId="{F6729D48-162A-4D25-93FD-5E966E99A7D0}"/>
          </ac:picMkLst>
        </pc:picChg>
      </pc:sldChg>
      <pc:sldChg chg="addSp delSp modSp add mod modClrScheme chgLayout">
        <pc:chgData name="James Franklin" userId="cf915d05-507f-491f-b4a6-b2aa085ee4b1" providerId="ADAL" clId="{C1B48029-7FD1-42D0-8D32-172011E92F2A}" dt="2021-11-24T11:47:14.970" v="9840" actId="207"/>
        <pc:sldMkLst>
          <pc:docMk/>
          <pc:sldMk cId="208654403" sldId="344"/>
        </pc:sldMkLst>
        <pc:spChg chg="mod ord">
          <ac:chgData name="James Franklin" userId="cf915d05-507f-491f-b4a6-b2aa085ee4b1" providerId="ADAL" clId="{C1B48029-7FD1-42D0-8D32-172011E92F2A}" dt="2021-11-24T11:41:46.063" v="8904" actId="700"/>
          <ac:spMkLst>
            <pc:docMk/>
            <pc:sldMk cId="208654403" sldId="344"/>
            <ac:spMk id="2" creationId="{1E9F7B0E-F8F4-42BE-B8BD-AC7936EB6EFE}"/>
          </ac:spMkLst>
        </pc:spChg>
        <pc:spChg chg="del mod ord">
          <ac:chgData name="James Franklin" userId="cf915d05-507f-491f-b4a6-b2aa085ee4b1" providerId="ADAL" clId="{C1B48029-7FD1-42D0-8D32-172011E92F2A}" dt="2021-11-24T11:41:46.063" v="8904" actId="700"/>
          <ac:spMkLst>
            <pc:docMk/>
            <pc:sldMk cId="208654403" sldId="344"/>
            <ac:spMk id="3" creationId="{E4875394-5916-4C99-B652-DDCC8BFA49CC}"/>
          </ac:spMkLst>
        </pc:spChg>
        <pc:spChg chg="add mod ord">
          <ac:chgData name="James Franklin" userId="cf915d05-507f-491f-b4a6-b2aa085ee4b1" providerId="ADAL" clId="{C1B48029-7FD1-42D0-8D32-172011E92F2A}" dt="2021-11-24T11:47:14.970" v="9840" actId="207"/>
          <ac:spMkLst>
            <pc:docMk/>
            <pc:sldMk cId="208654403" sldId="344"/>
            <ac:spMk id="4" creationId="{713C5C3D-4143-417B-AB14-11095D1D5944}"/>
          </ac:spMkLst>
        </pc:spChg>
      </pc:sldChg>
      <pc:sldChg chg="addSp delSp modSp add mod setBg">
        <pc:chgData name="James Franklin" userId="cf915d05-507f-491f-b4a6-b2aa085ee4b1" providerId="ADAL" clId="{C1B48029-7FD1-42D0-8D32-172011E92F2A}" dt="2021-12-01T11:43:43.988" v="9842" actId="478"/>
        <pc:sldMkLst>
          <pc:docMk/>
          <pc:sldMk cId="3151727409" sldId="345"/>
        </pc:sldMkLst>
        <pc:spChg chg="mod">
          <ac:chgData name="James Franklin" userId="cf915d05-507f-491f-b4a6-b2aa085ee4b1" providerId="ADAL" clId="{C1B48029-7FD1-42D0-8D32-172011E92F2A}" dt="2021-11-09T12:04:31.717" v="607" actId="207"/>
          <ac:spMkLst>
            <pc:docMk/>
            <pc:sldMk cId="3151727409" sldId="345"/>
            <ac:spMk id="2" creationId="{1E9F7B0E-F8F4-42BE-B8BD-AC7936EB6EFE}"/>
          </ac:spMkLst>
        </pc:spChg>
        <pc:spChg chg="mod">
          <ac:chgData name="James Franklin" userId="cf915d05-507f-491f-b4a6-b2aa085ee4b1" providerId="ADAL" clId="{C1B48029-7FD1-42D0-8D32-172011E92F2A}" dt="2021-11-09T15:07:02.233" v="3624" actId="20577"/>
          <ac:spMkLst>
            <pc:docMk/>
            <pc:sldMk cId="3151727409" sldId="345"/>
            <ac:spMk id="3" creationId="{E4875394-5916-4C99-B652-DDCC8BFA49CC}"/>
          </ac:spMkLst>
        </pc:spChg>
        <pc:spChg chg="add del mod">
          <ac:chgData name="James Franklin" userId="cf915d05-507f-491f-b4a6-b2aa085ee4b1" providerId="ADAL" clId="{C1B48029-7FD1-42D0-8D32-172011E92F2A}" dt="2021-12-01T11:43:43.988" v="9842" actId="478"/>
          <ac:spMkLst>
            <pc:docMk/>
            <pc:sldMk cId="3151727409" sldId="345"/>
            <ac:spMk id="6" creationId="{9C86610C-B40F-4A1F-A418-19B5AA1E8095}"/>
          </ac:spMkLst>
        </pc:spChg>
        <pc:picChg chg="add mod">
          <ac:chgData name="James Franklin" userId="cf915d05-507f-491f-b4a6-b2aa085ee4b1" providerId="ADAL" clId="{C1B48029-7FD1-42D0-8D32-172011E92F2A}" dt="2021-11-09T12:03:00.788" v="599" actId="1076"/>
          <ac:picMkLst>
            <pc:docMk/>
            <pc:sldMk cId="3151727409" sldId="345"/>
            <ac:picMk id="5" creationId="{7A84E4BB-90C5-458D-9FF8-9F4809681B40}"/>
          </ac:picMkLst>
        </pc:picChg>
        <pc:picChg chg="add mod">
          <ac:chgData name="James Franklin" userId="cf915d05-507f-491f-b4a6-b2aa085ee4b1" providerId="ADAL" clId="{C1B48029-7FD1-42D0-8D32-172011E92F2A}" dt="2021-11-09T12:04:21.573" v="605" actId="167"/>
          <ac:picMkLst>
            <pc:docMk/>
            <pc:sldMk cId="3151727409" sldId="345"/>
            <ac:picMk id="1026" creationId="{31687A3E-C8C6-414D-A251-793E52A18090}"/>
          </ac:picMkLst>
        </pc:picChg>
      </pc:sldChg>
      <pc:sldChg chg="addSp delSp modSp add mod">
        <pc:chgData name="James Franklin" userId="cf915d05-507f-491f-b4a6-b2aa085ee4b1" providerId="ADAL" clId="{C1B48029-7FD1-42D0-8D32-172011E92F2A}" dt="2021-12-01T11:45:14.691" v="9844" actId="478"/>
        <pc:sldMkLst>
          <pc:docMk/>
          <pc:sldMk cId="1621333647" sldId="346"/>
        </pc:sldMkLst>
        <pc:spChg chg="mod">
          <ac:chgData name="James Franklin" userId="cf915d05-507f-491f-b4a6-b2aa085ee4b1" providerId="ADAL" clId="{C1B48029-7FD1-42D0-8D32-172011E92F2A}" dt="2021-11-09T12:15:04.380" v="1274" actId="20577"/>
          <ac:spMkLst>
            <pc:docMk/>
            <pc:sldMk cId="1621333647" sldId="346"/>
            <ac:spMk id="2" creationId="{1E9F7B0E-F8F4-42BE-B8BD-AC7936EB6EFE}"/>
          </ac:spMkLst>
        </pc:spChg>
        <pc:spChg chg="mod">
          <ac:chgData name="James Franklin" userId="cf915d05-507f-491f-b4a6-b2aa085ee4b1" providerId="ADAL" clId="{C1B48029-7FD1-42D0-8D32-172011E92F2A}" dt="2021-11-09T15:25:48.425" v="3937" actId="15"/>
          <ac:spMkLst>
            <pc:docMk/>
            <pc:sldMk cId="1621333647" sldId="346"/>
            <ac:spMk id="3" creationId="{E4875394-5916-4C99-B652-DDCC8BFA49CC}"/>
          </ac:spMkLst>
        </pc:spChg>
        <pc:spChg chg="add del mod">
          <ac:chgData name="James Franklin" userId="cf915d05-507f-491f-b4a6-b2aa085ee4b1" providerId="ADAL" clId="{C1B48029-7FD1-42D0-8D32-172011E92F2A}" dt="2021-12-01T11:45:14.691" v="9844" actId="478"/>
          <ac:spMkLst>
            <pc:docMk/>
            <pc:sldMk cId="1621333647" sldId="346"/>
            <ac:spMk id="4" creationId="{5150F68D-3372-4295-A59E-A281A61E4A5D}"/>
          </ac:spMkLst>
        </pc:spChg>
        <pc:spChg chg="add del mod">
          <ac:chgData name="James Franklin" userId="cf915d05-507f-491f-b4a6-b2aa085ee4b1" providerId="ADAL" clId="{C1B48029-7FD1-42D0-8D32-172011E92F2A}" dt="2021-11-09T12:08:40.519" v="1116" actId="478"/>
          <ac:spMkLst>
            <pc:docMk/>
            <pc:sldMk cId="1621333647" sldId="346"/>
            <ac:spMk id="5" creationId="{C0DC27A7-2828-4467-B25F-BCBBABC25119}"/>
          </ac:spMkLst>
        </pc:spChg>
        <pc:spChg chg="add del mod">
          <ac:chgData name="James Franklin" userId="cf915d05-507f-491f-b4a6-b2aa085ee4b1" providerId="ADAL" clId="{C1B48029-7FD1-42D0-8D32-172011E92F2A}" dt="2021-11-09T12:12:48.860" v="1202"/>
          <ac:spMkLst>
            <pc:docMk/>
            <pc:sldMk cId="1621333647" sldId="346"/>
            <ac:spMk id="6" creationId="{EEEA94AE-FE2F-4707-82D8-D4ABFBDDE031}"/>
          </ac:spMkLst>
        </pc:spChg>
        <pc:spChg chg="add del mod">
          <ac:chgData name="James Franklin" userId="cf915d05-507f-491f-b4a6-b2aa085ee4b1" providerId="ADAL" clId="{C1B48029-7FD1-42D0-8D32-172011E92F2A}" dt="2021-11-09T12:12:26.256" v="1199"/>
          <ac:spMkLst>
            <pc:docMk/>
            <pc:sldMk cId="1621333647" sldId="346"/>
            <ac:spMk id="7" creationId="{4A20D143-CE7F-4DD6-942E-62B4FCBA6C7F}"/>
          </ac:spMkLst>
        </pc:spChg>
        <pc:spChg chg="add del mod">
          <ac:chgData name="James Franklin" userId="cf915d05-507f-491f-b4a6-b2aa085ee4b1" providerId="ADAL" clId="{C1B48029-7FD1-42D0-8D32-172011E92F2A}" dt="2021-11-09T12:12:32.939" v="1200"/>
          <ac:spMkLst>
            <pc:docMk/>
            <pc:sldMk cId="1621333647" sldId="346"/>
            <ac:spMk id="8" creationId="{8D451C6F-08E0-4781-A99B-B16C0A650494}"/>
          </ac:spMkLst>
        </pc:spChg>
        <pc:spChg chg="add del mod">
          <ac:chgData name="James Franklin" userId="cf915d05-507f-491f-b4a6-b2aa085ee4b1" providerId="ADAL" clId="{C1B48029-7FD1-42D0-8D32-172011E92F2A}" dt="2021-11-09T12:12:39.795" v="1201"/>
          <ac:spMkLst>
            <pc:docMk/>
            <pc:sldMk cId="1621333647" sldId="346"/>
            <ac:spMk id="9" creationId="{05EDE7A1-EA14-4A13-B20E-9958155A3F66}"/>
          </ac:spMkLst>
        </pc:spChg>
        <pc:spChg chg="add del">
          <ac:chgData name="James Franklin" userId="cf915d05-507f-491f-b4a6-b2aa085ee4b1" providerId="ADAL" clId="{C1B48029-7FD1-42D0-8D32-172011E92F2A}" dt="2021-11-09T12:12:48.860" v="1202"/>
          <ac:spMkLst>
            <pc:docMk/>
            <pc:sldMk cId="1621333647" sldId="346"/>
            <ac:spMk id="10" creationId="{630C5DBE-23CC-443C-A454-1BAB0751DBBA}"/>
          </ac:spMkLst>
        </pc:spChg>
        <pc:spChg chg="mod">
          <ac:chgData name="James Franklin" userId="cf915d05-507f-491f-b4a6-b2aa085ee4b1" providerId="ADAL" clId="{C1B48029-7FD1-42D0-8D32-172011E92F2A}" dt="2021-11-09T12:11:20.643" v="1184"/>
          <ac:spMkLst>
            <pc:docMk/>
            <pc:sldMk cId="1621333647" sldId="346"/>
            <ac:spMk id="11" creationId="{AA035229-C8EC-4005-B845-C8DBFDA778CF}"/>
          </ac:spMkLst>
        </pc:spChg>
        <pc:spChg chg="add mod">
          <ac:chgData name="James Franklin" userId="cf915d05-507f-491f-b4a6-b2aa085ee4b1" providerId="ADAL" clId="{C1B48029-7FD1-42D0-8D32-172011E92F2A}" dt="2021-11-09T12:11:23.953" v="1186"/>
          <ac:spMkLst>
            <pc:docMk/>
            <pc:sldMk cId="1621333647" sldId="346"/>
            <ac:spMk id="12" creationId="{4A37F229-96BB-4DEB-8982-17D65378B138}"/>
          </ac:spMkLst>
        </pc:spChg>
        <pc:spChg chg="add mod">
          <ac:chgData name="James Franklin" userId="cf915d05-507f-491f-b4a6-b2aa085ee4b1" providerId="ADAL" clId="{C1B48029-7FD1-42D0-8D32-172011E92F2A}" dt="2021-11-09T12:11:23.953" v="1186"/>
          <ac:spMkLst>
            <pc:docMk/>
            <pc:sldMk cId="1621333647" sldId="346"/>
            <ac:spMk id="13" creationId="{F26A3727-119F-4AA7-A28B-9CD36B7A9995}"/>
          </ac:spMkLst>
        </pc:spChg>
        <pc:spChg chg="add del mod">
          <ac:chgData name="James Franklin" userId="cf915d05-507f-491f-b4a6-b2aa085ee4b1" providerId="ADAL" clId="{C1B48029-7FD1-42D0-8D32-172011E92F2A}" dt="2021-11-09T12:12:53.579" v="1203"/>
          <ac:spMkLst>
            <pc:docMk/>
            <pc:sldMk cId="1621333647" sldId="346"/>
            <ac:spMk id="14" creationId="{DF31CD8B-C96E-4212-B893-6E71A346C209}"/>
          </ac:spMkLst>
        </pc:spChg>
        <pc:spChg chg="add del mod">
          <ac:chgData name="James Franklin" userId="cf915d05-507f-491f-b4a6-b2aa085ee4b1" providerId="ADAL" clId="{C1B48029-7FD1-42D0-8D32-172011E92F2A}" dt="2021-11-09T12:13:01.404" v="1204"/>
          <ac:spMkLst>
            <pc:docMk/>
            <pc:sldMk cId="1621333647" sldId="346"/>
            <ac:spMk id="15" creationId="{AA083F86-8032-4491-8843-44F8B2D323EA}"/>
          </ac:spMkLst>
        </pc:spChg>
        <pc:spChg chg="add del mod">
          <ac:chgData name="James Franklin" userId="cf915d05-507f-491f-b4a6-b2aa085ee4b1" providerId="ADAL" clId="{C1B48029-7FD1-42D0-8D32-172011E92F2A}" dt="2021-11-09T12:12:26.256" v="1199"/>
          <ac:spMkLst>
            <pc:docMk/>
            <pc:sldMk cId="1621333647" sldId="346"/>
            <ac:spMk id="16" creationId="{E68A3F03-DE25-4010-A3E2-4D84643C0AE0}"/>
          </ac:spMkLst>
        </pc:spChg>
        <pc:spChg chg="add del mod">
          <ac:chgData name="James Franklin" userId="cf915d05-507f-491f-b4a6-b2aa085ee4b1" providerId="ADAL" clId="{C1B48029-7FD1-42D0-8D32-172011E92F2A}" dt="2021-11-09T12:12:32.939" v="1200"/>
          <ac:spMkLst>
            <pc:docMk/>
            <pc:sldMk cId="1621333647" sldId="346"/>
            <ac:spMk id="17" creationId="{E86C4762-8D29-4801-A53E-10304D14EA76}"/>
          </ac:spMkLst>
        </pc:spChg>
        <pc:spChg chg="add del mod">
          <ac:chgData name="James Franklin" userId="cf915d05-507f-491f-b4a6-b2aa085ee4b1" providerId="ADAL" clId="{C1B48029-7FD1-42D0-8D32-172011E92F2A}" dt="2021-11-09T12:12:39.795" v="1201"/>
          <ac:spMkLst>
            <pc:docMk/>
            <pc:sldMk cId="1621333647" sldId="346"/>
            <ac:spMk id="18" creationId="{E5025C95-1674-4DED-8A77-3F99B9A5D776}"/>
          </ac:spMkLst>
        </pc:spChg>
        <pc:spChg chg="del mod">
          <ac:chgData name="James Franklin" userId="cf915d05-507f-491f-b4a6-b2aa085ee4b1" providerId="ADAL" clId="{C1B48029-7FD1-42D0-8D32-172011E92F2A}" dt="2021-11-09T12:12:53.579" v="1203"/>
          <ac:spMkLst>
            <pc:docMk/>
            <pc:sldMk cId="1621333647" sldId="346"/>
            <ac:spMk id="19" creationId="{BB384645-815A-4BF1-9432-93434AA35C3D}"/>
          </ac:spMkLst>
        </pc:spChg>
        <pc:spChg chg="del mod">
          <ac:chgData name="James Franklin" userId="cf915d05-507f-491f-b4a6-b2aa085ee4b1" providerId="ADAL" clId="{C1B48029-7FD1-42D0-8D32-172011E92F2A}" dt="2021-11-09T12:13:01.404" v="1204"/>
          <ac:spMkLst>
            <pc:docMk/>
            <pc:sldMk cId="1621333647" sldId="346"/>
            <ac:spMk id="20" creationId="{6125730B-EE2B-47F7-99CE-89423438B178}"/>
          </ac:spMkLst>
        </pc:spChg>
        <pc:spChg chg="mod">
          <ac:chgData name="James Franklin" userId="cf915d05-507f-491f-b4a6-b2aa085ee4b1" providerId="ADAL" clId="{C1B48029-7FD1-42D0-8D32-172011E92F2A}" dt="2021-11-09T12:16:02.004" v="1278" actId="20577"/>
          <ac:spMkLst>
            <pc:docMk/>
            <pc:sldMk cId="1621333647" sldId="346"/>
            <ac:spMk id="21" creationId="{30196B31-2772-4C5D-B9EC-9C35938BD4DC}"/>
          </ac:spMkLst>
        </pc:spChg>
        <pc:spChg chg="mod">
          <ac:chgData name="James Franklin" userId="cf915d05-507f-491f-b4a6-b2aa085ee4b1" providerId="ADAL" clId="{C1B48029-7FD1-42D0-8D32-172011E92F2A}" dt="2021-11-09T12:15:57.772" v="1277" actId="20577"/>
          <ac:spMkLst>
            <pc:docMk/>
            <pc:sldMk cId="1621333647" sldId="346"/>
            <ac:spMk id="22" creationId="{6BDC7668-BEDA-4E44-9BB8-0677A7F09916}"/>
          </ac:spMkLst>
        </pc:spChg>
        <pc:spChg chg="mod">
          <ac:chgData name="James Franklin" userId="cf915d05-507f-491f-b4a6-b2aa085ee4b1" providerId="ADAL" clId="{C1B48029-7FD1-42D0-8D32-172011E92F2A}" dt="2021-11-09T12:13:38.502" v="1251" actId="13822"/>
          <ac:spMkLst>
            <pc:docMk/>
            <pc:sldMk cId="1621333647" sldId="346"/>
            <ac:spMk id="23" creationId="{FC6DB064-D9C8-4DB3-93E6-CBAE871292D0}"/>
          </ac:spMkLst>
        </pc:spChg>
        <pc:spChg chg="mod">
          <ac:chgData name="James Franklin" userId="cf915d05-507f-491f-b4a6-b2aa085ee4b1" providerId="ADAL" clId="{C1B48029-7FD1-42D0-8D32-172011E92F2A}" dt="2021-11-09T12:13:41.391" v="1252" actId="13822"/>
          <ac:spMkLst>
            <pc:docMk/>
            <pc:sldMk cId="1621333647" sldId="346"/>
            <ac:spMk id="24" creationId="{9644B277-AA15-49A3-B69C-675B8F5D2595}"/>
          </ac:spMkLst>
        </pc:spChg>
      </pc:sldChg>
      <pc:sldChg chg="addSp delSp modSp add mod modClrScheme chgLayout">
        <pc:chgData name="James Franklin" userId="cf915d05-507f-491f-b4a6-b2aa085ee4b1" providerId="ADAL" clId="{C1B48029-7FD1-42D0-8D32-172011E92F2A}" dt="2021-11-09T15:43:02.069" v="4667" actId="207"/>
        <pc:sldMkLst>
          <pc:docMk/>
          <pc:sldMk cId="699381134" sldId="347"/>
        </pc:sldMkLst>
        <pc:spChg chg="del mod ord">
          <ac:chgData name="James Franklin" userId="cf915d05-507f-491f-b4a6-b2aa085ee4b1" providerId="ADAL" clId="{C1B48029-7FD1-42D0-8D32-172011E92F2A}" dt="2021-11-09T12:25:57.354" v="1412" actId="700"/>
          <ac:spMkLst>
            <pc:docMk/>
            <pc:sldMk cId="699381134" sldId="347"/>
            <ac:spMk id="2" creationId="{1E9F7B0E-F8F4-42BE-B8BD-AC7936EB6EFE}"/>
          </ac:spMkLst>
        </pc:spChg>
        <pc:spChg chg="del mod ord">
          <ac:chgData name="James Franklin" userId="cf915d05-507f-491f-b4a6-b2aa085ee4b1" providerId="ADAL" clId="{C1B48029-7FD1-42D0-8D32-172011E92F2A}" dt="2021-11-09T12:25:57.354" v="1412" actId="700"/>
          <ac:spMkLst>
            <pc:docMk/>
            <pc:sldMk cId="699381134" sldId="347"/>
            <ac:spMk id="3" creationId="{E4875394-5916-4C99-B652-DDCC8BFA49CC}"/>
          </ac:spMkLst>
        </pc:spChg>
        <pc:spChg chg="add mod ord">
          <ac:chgData name="James Franklin" userId="cf915d05-507f-491f-b4a6-b2aa085ee4b1" providerId="ADAL" clId="{C1B48029-7FD1-42D0-8D32-172011E92F2A}" dt="2021-11-09T15:40:05.640" v="4369" actId="20577"/>
          <ac:spMkLst>
            <pc:docMk/>
            <pc:sldMk cId="699381134" sldId="347"/>
            <ac:spMk id="4" creationId="{34B463AC-1A92-4EB1-A630-0729EEC295A7}"/>
          </ac:spMkLst>
        </pc:spChg>
        <pc:spChg chg="add mod ord">
          <ac:chgData name="James Franklin" userId="cf915d05-507f-491f-b4a6-b2aa085ee4b1" providerId="ADAL" clId="{C1B48029-7FD1-42D0-8D32-172011E92F2A}" dt="2021-11-09T15:43:02.069" v="4667" actId="207"/>
          <ac:spMkLst>
            <pc:docMk/>
            <pc:sldMk cId="699381134" sldId="347"/>
            <ac:spMk id="5" creationId="{C349A38D-C6C0-4D93-B6CD-E3F98E30D04F}"/>
          </ac:spMkLst>
        </pc:spChg>
      </pc:sldChg>
      <pc:sldChg chg="addSp delSp modSp add mod ord">
        <pc:chgData name="James Franklin" userId="cf915d05-507f-491f-b4a6-b2aa085ee4b1" providerId="ADAL" clId="{C1B48029-7FD1-42D0-8D32-172011E92F2A}" dt="2021-12-01T12:03:15.093" v="9846" actId="478"/>
        <pc:sldMkLst>
          <pc:docMk/>
          <pc:sldMk cId="2445009177" sldId="348"/>
        </pc:sldMkLst>
        <pc:spChg chg="mod">
          <ac:chgData name="James Franklin" userId="cf915d05-507f-491f-b4a6-b2aa085ee4b1" providerId="ADAL" clId="{C1B48029-7FD1-42D0-8D32-172011E92F2A}" dt="2021-11-09T12:26:41.723" v="1485" actId="20577"/>
          <ac:spMkLst>
            <pc:docMk/>
            <pc:sldMk cId="2445009177" sldId="348"/>
            <ac:spMk id="2" creationId="{1E9F7B0E-F8F4-42BE-B8BD-AC7936EB6EFE}"/>
          </ac:spMkLst>
        </pc:spChg>
        <pc:spChg chg="mod">
          <ac:chgData name="James Franklin" userId="cf915d05-507f-491f-b4a6-b2aa085ee4b1" providerId="ADAL" clId="{C1B48029-7FD1-42D0-8D32-172011E92F2A}" dt="2021-11-09T16:47:02.628" v="5709" actId="113"/>
          <ac:spMkLst>
            <pc:docMk/>
            <pc:sldMk cId="2445009177" sldId="348"/>
            <ac:spMk id="3" creationId="{E4875394-5916-4C99-B652-DDCC8BFA49CC}"/>
          </ac:spMkLst>
        </pc:spChg>
        <pc:spChg chg="add del mod">
          <ac:chgData name="James Franklin" userId="cf915d05-507f-491f-b4a6-b2aa085ee4b1" providerId="ADAL" clId="{C1B48029-7FD1-42D0-8D32-172011E92F2A}" dt="2021-12-01T12:03:15.093" v="9846" actId="478"/>
          <ac:spMkLst>
            <pc:docMk/>
            <pc:sldMk cId="2445009177" sldId="348"/>
            <ac:spMk id="6" creationId="{82887220-3AB4-4B3E-8152-A7DEB1EF248F}"/>
          </ac:spMkLst>
        </pc:spChg>
        <pc:picChg chg="add mod">
          <ac:chgData name="James Franklin" userId="cf915d05-507f-491f-b4a6-b2aa085ee4b1" providerId="ADAL" clId="{C1B48029-7FD1-42D0-8D32-172011E92F2A}" dt="2021-11-09T14:50:06.616" v="2372" actId="1076"/>
          <ac:picMkLst>
            <pc:docMk/>
            <pc:sldMk cId="2445009177" sldId="348"/>
            <ac:picMk id="5" creationId="{91C3874A-0939-42B1-9CEA-3F2D0291BC22}"/>
          </ac:picMkLst>
        </pc:picChg>
        <pc:picChg chg="add mod">
          <ac:chgData name="James Franklin" userId="cf915d05-507f-491f-b4a6-b2aa085ee4b1" providerId="ADAL" clId="{C1B48029-7FD1-42D0-8D32-172011E92F2A}" dt="2021-11-09T14:51:12.441" v="2542" actId="167"/>
          <ac:picMkLst>
            <pc:docMk/>
            <pc:sldMk cId="2445009177" sldId="348"/>
            <ac:picMk id="5122" creationId="{BA04BEF8-F9EA-49CA-B964-77141AFEB85A}"/>
          </ac:picMkLst>
        </pc:picChg>
      </pc:sldChg>
      <pc:sldChg chg="addSp delSp modSp add mod">
        <pc:chgData name="James Franklin" userId="cf915d05-507f-491f-b4a6-b2aa085ee4b1" providerId="ADAL" clId="{C1B48029-7FD1-42D0-8D32-172011E92F2A}" dt="2021-11-24T11:40:55.240" v="8903" actId="1076"/>
        <pc:sldMkLst>
          <pc:docMk/>
          <pc:sldMk cId="1827768920" sldId="349"/>
        </pc:sldMkLst>
        <pc:spChg chg="mod">
          <ac:chgData name="James Franklin" userId="cf915d05-507f-491f-b4a6-b2aa085ee4b1" providerId="ADAL" clId="{C1B48029-7FD1-42D0-8D32-172011E92F2A}" dt="2021-11-09T14:31:20.905" v="2336" actId="20577"/>
          <ac:spMkLst>
            <pc:docMk/>
            <pc:sldMk cId="1827768920" sldId="349"/>
            <ac:spMk id="2" creationId="{1E9F7B0E-F8F4-42BE-B8BD-AC7936EB6EFE}"/>
          </ac:spMkLst>
        </pc:spChg>
        <pc:spChg chg="mod">
          <ac:chgData name="James Franklin" userId="cf915d05-507f-491f-b4a6-b2aa085ee4b1" providerId="ADAL" clId="{C1B48029-7FD1-42D0-8D32-172011E92F2A}" dt="2021-11-24T11:33:21.441" v="8401" actId="20577"/>
          <ac:spMkLst>
            <pc:docMk/>
            <pc:sldMk cId="1827768920" sldId="349"/>
            <ac:spMk id="3" creationId="{E4875394-5916-4C99-B652-DDCC8BFA49CC}"/>
          </ac:spMkLst>
        </pc:spChg>
        <pc:spChg chg="add mod">
          <ac:chgData name="James Franklin" userId="cf915d05-507f-491f-b4a6-b2aa085ee4b1" providerId="ADAL" clId="{C1B48029-7FD1-42D0-8D32-172011E92F2A}" dt="2021-11-24T11:40:55.240" v="8903" actId="1076"/>
          <ac:spMkLst>
            <pc:docMk/>
            <pc:sldMk cId="1827768920" sldId="349"/>
            <ac:spMk id="4" creationId="{2D52C940-999B-460A-9E1D-B6D4434982BB}"/>
          </ac:spMkLst>
        </pc:spChg>
        <pc:spChg chg="add mod">
          <ac:chgData name="James Franklin" userId="cf915d05-507f-491f-b4a6-b2aa085ee4b1" providerId="ADAL" clId="{C1B48029-7FD1-42D0-8D32-172011E92F2A}" dt="2021-11-24T11:40:55.240" v="8903" actId="1076"/>
          <ac:spMkLst>
            <pc:docMk/>
            <pc:sldMk cId="1827768920" sldId="349"/>
            <ac:spMk id="5" creationId="{FDE0FCCF-4A55-4430-8815-DD6934F21B95}"/>
          </ac:spMkLst>
        </pc:spChg>
        <pc:spChg chg="add mod">
          <ac:chgData name="James Franklin" userId="cf915d05-507f-491f-b4a6-b2aa085ee4b1" providerId="ADAL" clId="{C1B48029-7FD1-42D0-8D32-172011E92F2A}" dt="2021-11-24T11:40:55.240" v="8903" actId="1076"/>
          <ac:spMkLst>
            <pc:docMk/>
            <pc:sldMk cId="1827768920" sldId="349"/>
            <ac:spMk id="6" creationId="{BB8AADC3-27B3-42D4-A486-1924783CEE25}"/>
          </ac:spMkLst>
        </pc:spChg>
        <pc:spChg chg="add mod">
          <ac:chgData name="James Franklin" userId="cf915d05-507f-491f-b4a6-b2aa085ee4b1" providerId="ADAL" clId="{C1B48029-7FD1-42D0-8D32-172011E92F2A}" dt="2021-11-24T11:40:55.240" v="8903" actId="1076"/>
          <ac:spMkLst>
            <pc:docMk/>
            <pc:sldMk cId="1827768920" sldId="349"/>
            <ac:spMk id="7" creationId="{CB583513-4794-4DE8-91C5-D7ED4A9BEB34}"/>
          </ac:spMkLst>
        </pc:spChg>
        <pc:spChg chg="add mod">
          <ac:chgData name="James Franklin" userId="cf915d05-507f-491f-b4a6-b2aa085ee4b1" providerId="ADAL" clId="{C1B48029-7FD1-42D0-8D32-172011E92F2A}" dt="2021-11-24T11:40:55.240" v="8903" actId="1076"/>
          <ac:spMkLst>
            <pc:docMk/>
            <pc:sldMk cId="1827768920" sldId="349"/>
            <ac:spMk id="8" creationId="{F054A668-F002-43B6-9BBF-090354C26BD8}"/>
          </ac:spMkLst>
        </pc:spChg>
        <pc:spChg chg="add mod">
          <ac:chgData name="James Franklin" userId="cf915d05-507f-491f-b4a6-b2aa085ee4b1" providerId="ADAL" clId="{C1B48029-7FD1-42D0-8D32-172011E92F2A}" dt="2021-11-24T11:40:55.240" v="8903" actId="1076"/>
          <ac:spMkLst>
            <pc:docMk/>
            <pc:sldMk cId="1827768920" sldId="349"/>
            <ac:spMk id="9" creationId="{AA7DF9DB-D2EA-4173-8A64-9ECEB19DEF00}"/>
          </ac:spMkLst>
        </pc:spChg>
        <pc:spChg chg="add del mod">
          <ac:chgData name="James Franklin" userId="cf915d05-507f-491f-b4a6-b2aa085ee4b1" providerId="ADAL" clId="{C1B48029-7FD1-42D0-8D32-172011E92F2A}" dt="2021-11-24T11:40:46.985" v="8901" actId="478"/>
          <ac:spMkLst>
            <pc:docMk/>
            <pc:sldMk cId="1827768920" sldId="349"/>
            <ac:spMk id="10" creationId="{D06DE993-133B-4D09-82D7-F351DF4A4271}"/>
          </ac:spMkLst>
        </pc:spChg>
        <pc:spChg chg="add del mod">
          <ac:chgData name="James Franklin" userId="cf915d05-507f-491f-b4a6-b2aa085ee4b1" providerId="ADAL" clId="{C1B48029-7FD1-42D0-8D32-172011E92F2A}" dt="2021-11-24T11:40:46.985" v="8901" actId="478"/>
          <ac:spMkLst>
            <pc:docMk/>
            <pc:sldMk cId="1827768920" sldId="349"/>
            <ac:spMk id="11" creationId="{3356C62F-BC5D-405D-A9CF-BF0847F6CF2F}"/>
          </ac:spMkLst>
        </pc:spChg>
        <pc:spChg chg="add del mod">
          <ac:chgData name="James Franklin" userId="cf915d05-507f-491f-b4a6-b2aa085ee4b1" providerId="ADAL" clId="{C1B48029-7FD1-42D0-8D32-172011E92F2A}" dt="2021-11-24T11:40:46.985" v="8901" actId="478"/>
          <ac:spMkLst>
            <pc:docMk/>
            <pc:sldMk cId="1827768920" sldId="349"/>
            <ac:spMk id="12" creationId="{894FF647-DF51-41AA-A235-ADDB276D20F6}"/>
          </ac:spMkLst>
        </pc:spChg>
      </pc:sldChg>
      <pc:sldChg chg="addSp delSp modSp new mod setBg">
        <pc:chgData name="James Franklin" userId="cf915d05-507f-491f-b4a6-b2aa085ee4b1" providerId="ADAL" clId="{C1B48029-7FD1-42D0-8D32-172011E92F2A}" dt="2021-12-01T12:03:55.321" v="9848" actId="478"/>
        <pc:sldMkLst>
          <pc:docMk/>
          <pc:sldMk cId="2074083528" sldId="350"/>
        </pc:sldMkLst>
        <pc:spChg chg="mod">
          <ac:chgData name="James Franklin" userId="cf915d05-507f-491f-b4a6-b2aa085ee4b1" providerId="ADAL" clId="{C1B48029-7FD1-42D0-8D32-172011E92F2A}" dt="2021-11-10T09:04:45.406" v="7082" actId="20577"/>
          <ac:spMkLst>
            <pc:docMk/>
            <pc:sldMk cId="2074083528" sldId="350"/>
            <ac:spMk id="2" creationId="{6B522F1D-5A7A-4618-BCEF-AA18C1BA0F5D}"/>
          </ac:spMkLst>
        </pc:spChg>
        <pc:spChg chg="mod">
          <ac:chgData name="James Franklin" userId="cf915d05-507f-491f-b4a6-b2aa085ee4b1" providerId="ADAL" clId="{C1B48029-7FD1-42D0-8D32-172011E92F2A}" dt="2021-11-10T09:04:38.167" v="7063" actId="113"/>
          <ac:spMkLst>
            <pc:docMk/>
            <pc:sldMk cId="2074083528" sldId="350"/>
            <ac:spMk id="3" creationId="{9AC6227A-9EFA-4AFF-8AAD-BEA34D287658}"/>
          </ac:spMkLst>
        </pc:spChg>
        <pc:spChg chg="add del mod">
          <ac:chgData name="James Franklin" userId="cf915d05-507f-491f-b4a6-b2aa085ee4b1" providerId="ADAL" clId="{C1B48029-7FD1-42D0-8D32-172011E92F2A}" dt="2021-12-01T12:03:55.321" v="9848" actId="478"/>
          <ac:spMkLst>
            <pc:docMk/>
            <pc:sldMk cId="2074083528" sldId="350"/>
            <ac:spMk id="4" creationId="{A8B2D6AE-BAD3-41CF-B004-9A91620D6559}"/>
          </ac:spMkLst>
        </pc:spChg>
        <pc:spChg chg="add mod">
          <ac:chgData name="James Franklin" userId="cf915d05-507f-491f-b4a6-b2aa085ee4b1" providerId="ADAL" clId="{C1B48029-7FD1-42D0-8D32-172011E92F2A}" dt="2021-11-10T09:04:19.238" v="7055" actId="164"/>
          <ac:spMkLst>
            <pc:docMk/>
            <pc:sldMk cId="2074083528" sldId="350"/>
            <ac:spMk id="8" creationId="{CEAA74EF-1811-4ED5-8413-07E3E7052693}"/>
          </ac:spMkLst>
        </pc:spChg>
        <pc:grpChg chg="add mod">
          <ac:chgData name="James Franklin" userId="cf915d05-507f-491f-b4a6-b2aa085ee4b1" providerId="ADAL" clId="{C1B48029-7FD1-42D0-8D32-172011E92F2A}" dt="2021-11-10T09:04:19.238" v="7055" actId="164"/>
          <ac:grpSpMkLst>
            <pc:docMk/>
            <pc:sldMk cId="2074083528" sldId="350"/>
            <ac:grpSpMk id="9" creationId="{615BDDAC-37B6-4B55-96B6-7FDDDEF30F2D}"/>
          </ac:grpSpMkLst>
        </pc:grpChg>
        <pc:picChg chg="add del mod">
          <ac:chgData name="James Franklin" userId="cf915d05-507f-491f-b4a6-b2aa085ee4b1" providerId="ADAL" clId="{C1B48029-7FD1-42D0-8D32-172011E92F2A}" dt="2021-11-10T09:00:45.616" v="6893" actId="478"/>
          <ac:picMkLst>
            <pc:docMk/>
            <pc:sldMk cId="2074083528" sldId="350"/>
            <ac:picMk id="5" creationId="{0B204278-DF67-4D4F-AA94-81C5FB6D0639}"/>
          </ac:picMkLst>
        </pc:picChg>
        <pc:picChg chg="add mod">
          <ac:chgData name="James Franklin" userId="cf915d05-507f-491f-b4a6-b2aa085ee4b1" providerId="ADAL" clId="{C1B48029-7FD1-42D0-8D32-172011E92F2A}" dt="2021-11-10T09:00:59.093" v="6896" actId="1076"/>
          <ac:picMkLst>
            <pc:docMk/>
            <pc:sldMk cId="2074083528" sldId="350"/>
            <ac:picMk id="7" creationId="{437F7F84-7ADF-4C05-84C0-A595FBEB18EE}"/>
          </ac:picMkLst>
        </pc:picChg>
        <pc:picChg chg="add del mod">
          <ac:chgData name="James Franklin" userId="cf915d05-507f-491f-b4a6-b2aa085ee4b1" providerId="ADAL" clId="{C1B48029-7FD1-42D0-8D32-172011E92F2A}" dt="2021-11-10T09:00:44.540" v="6892" actId="478"/>
          <ac:picMkLst>
            <pc:docMk/>
            <pc:sldMk cId="2074083528" sldId="350"/>
            <ac:picMk id="6146" creationId="{C6ADB45F-04EF-42BA-8534-5FDF4AE9BC6F}"/>
          </ac:picMkLst>
        </pc:picChg>
        <pc:picChg chg="add mod">
          <ac:chgData name="James Franklin" userId="cf915d05-507f-491f-b4a6-b2aa085ee4b1" providerId="ADAL" clId="{C1B48029-7FD1-42D0-8D32-172011E92F2A}" dt="2021-11-10T09:04:19.238" v="7055" actId="164"/>
          <ac:picMkLst>
            <pc:docMk/>
            <pc:sldMk cId="2074083528" sldId="350"/>
            <ac:picMk id="6148" creationId="{89509207-5C95-4685-BB0B-934CC0461CE8}"/>
          </ac:picMkLst>
        </pc:picChg>
      </pc:sldChg>
    </pc:docChg>
  </pc:docChgLst>
  <pc:docChgLst>
    <pc:chgData name="Rob Heathcote" userId="62419938-1f1d-43ca-9327-cfd6c1894440" providerId="ADAL" clId="{14933B22-CE16-40FA-806D-F5A17F595228}"/>
    <pc:docChg chg="undo redo custSel modSld modMainMaster">
      <pc:chgData name="Rob Heathcote" userId="62419938-1f1d-43ca-9327-cfd6c1894440" providerId="ADAL" clId="{14933B22-CE16-40FA-806D-F5A17F595228}" dt="2020-03-05T09:34:12.400" v="174" actId="20577"/>
      <pc:docMkLst>
        <pc:docMk/>
      </pc:docMkLst>
      <pc:sldChg chg="addSp delSp modSp">
        <pc:chgData name="Rob Heathcote" userId="62419938-1f1d-43ca-9327-cfd6c1894440" providerId="ADAL" clId="{14933B22-CE16-40FA-806D-F5A17F595228}" dt="2020-03-05T08:10:21.813" v="2" actId="478"/>
        <pc:sldMkLst>
          <pc:docMk/>
          <pc:sldMk cId="3097358543" sldId="260"/>
        </pc:sldMkLst>
        <pc:spChg chg="add del mod">
          <ac:chgData name="Rob Heathcote" userId="62419938-1f1d-43ca-9327-cfd6c1894440" providerId="ADAL" clId="{14933B22-CE16-40FA-806D-F5A17F595228}" dt="2020-03-05T08:10:21.813" v="2" actId="478"/>
          <ac:spMkLst>
            <pc:docMk/>
            <pc:sldMk cId="3097358543" sldId="260"/>
            <ac:spMk id="3" creationId="{FB57EF4D-CFA9-4972-BBF0-A069A5AD42B9}"/>
          </ac:spMkLst>
        </pc:spChg>
        <pc:spChg chg="del">
          <ac:chgData name="Rob Heathcote" userId="62419938-1f1d-43ca-9327-cfd6c1894440" providerId="ADAL" clId="{14933B22-CE16-40FA-806D-F5A17F595228}" dt="2020-03-05T08:10:18.112" v="1" actId="478"/>
          <ac:spMkLst>
            <pc:docMk/>
            <pc:sldMk cId="3097358543" sldId="260"/>
            <ac:spMk id="5" creationId="{00000000-0000-0000-0000-000000000000}"/>
          </ac:spMkLst>
        </pc:spChg>
        <pc:spChg chg="del">
          <ac:chgData name="Rob Heathcote" userId="62419938-1f1d-43ca-9327-cfd6c1894440" providerId="ADAL" clId="{14933B22-CE16-40FA-806D-F5A17F595228}" dt="2020-03-05T08:10:18.112" v="1" actId="478"/>
          <ac:spMkLst>
            <pc:docMk/>
            <pc:sldMk cId="3097358543" sldId="260"/>
            <ac:spMk id="6" creationId="{00000000-0000-0000-0000-000000000000}"/>
          </ac:spMkLst>
        </pc:spChg>
        <pc:spChg chg="del">
          <ac:chgData name="Rob Heathcote" userId="62419938-1f1d-43ca-9327-cfd6c1894440" providerId="ADAL" clId="{14933B22-CE16-40FA-806D-F5A17F595228}" dt="2020-03-05T08:10:18.112" v="1" actId="478"/>
          <ac:spMkLst>
            <pc:docMk/>
            <pc:sldMk cId="3097358543" sldId="260"/>
            <ac:spMk id="7" creationId="{00000000-0000-0000-0000-000000000000}"/>
          </ac:spMkLst>
        </pc:spChg>
        <pc:spChg chg="add del mod">
          <ac:chgData name="Rob Heathcote" userId="62419938-1f1d-43ca-9327-cfd6c1894440" providerId="ADAL" clId="{14933B22-CE16-40FA-806D-F5A17F595228}" dt="2020-03-05T08:10:21.813" v="2" actId="478"/>
          <ac:spMkLst>
            <pc:docMk/>
            <pc:sldMk cId="3097358543" sldId="260"/>
            <ac:spMk id="11" creationId="{89F44373-5B03-4DA9-B00B-FF5025051CF2}"/>
          </ac:spMkLst>
        </pc:spChg>
        <pc:spChg chg="add del mod">
          <ac:chgData name="Rob Heathcote" userId="62419938-1f1d-43ca-9327-cfd6c1894440" providerId="ADAL" clId="{14933B22-CE16-40FA-806D-F5A17F595228}" dt="2020-03-05T08:10:21.813" v="2" actId="478"/>
          <ac:spMkLst>
            <pc:docMk/>
            <pc:sldMk cId="3097358543" sldId="260"/>
            <ac:spMk id="13" creationId="{B90AF5F0-9F88-4DC8-B33C-3F3B74725EEB}"/>
          </ac:spMkLst>
        </pc:spChg>
        <pc:grpChg chg="del">
          <ac:chgData name="Rob Heathcote" userId="62419938-1f1d-43ca-9327-cfd6c1894440" providerId="ADAL" clId="{14933B22-CE16-40FA-806D-F5A17F595228}" dt="2020-03-05T08:10:15.854" v="0" actId="478"/>
          <ac:grpSpMkLst>
            <pc:docMk/>
            <pc:sldMk cId="3097358543" sldId="260"/>
            <ac:grpSpMk id="8" creationId="{00000000-0000-0000-0000-000000000000}"/>
          </ac:grpSpMkLst>
        </pc:grpChg>
      </pc:sldChg>
      <pc:sldChg chg="modSp">
        <pc:chgData name="Rob Heathcote" userId="62419938-1f1d-43ca-9327-cfd6c1894440" providerId="ADAL" clId="{14933B22-CE16-40FA-806D-F5A17F595228}" dt="2020-03-05T09:31:37.935" v="130" actId="207"/>
        <pc:sldMkLst>
          <pc:docMk/>
          <pc:sldMk cId="428608259" sldId="287"/>
        </pc:sldMkLst>
        <pc:spChg chg="mod">
          <ac:chgData name="Rob Heathcote" userId="62419938-1f1d-43ca-9327-cfd6c1894440" providerId="ADAL" clId="{14933B22-CE16-40FA-806D-F5A17F595228}" dt="2020-03-05T09:31:37.935" v="130" actId="207"/>
          <ac:spMkLst>
            <pc:docMk/>
            <pc:sldMk cId="428608259" sldId="287"/>
            <ac:spMk id="4" creationId="{00000000-0000-0000-0000-000000000000}"/>
          </ac:spMkLst>
        </pc:spChg>
        <pc:graphicFrameChg chg="modGraphic">
          <ac:chgData name="Rob Heathcote" userId="62419938-1f1d-43ca-9327-cfd6c1894440" providerId="ADAL" clId="{14933B22-CE16-40FA-806D-F5A17F595228}" dt="2020-03-05T09:31:30.168" v="127" actId="207"/>
          <ac:graphicFrameMkLst>
            <pc:docMk/>
            <pc:sldMk cId="428608259" sldId="287"/>
            <ac:graphicFrameMk id="5" creationId="{00000000-0000-0000-0000-000000000000}"/>
          </ac:graphicFrameMkLst>
        </pc:graphicFrameChg>
      </pc:sldChg>
      <pc:sldChg chg="modSp">
        <pc:chgData name="Rob Heathcote" userId="62419938-1f1d-43ca-9327-cfd6c1894440" providerId="ADAL" clId="{14933B22-CE16-40FA-806D-F5A17F595228}" dt="2020-03-05T09:31:51.245" v="133" actId="207"/>
        <pc:sldMkLst>
          <pc:docMk/>
          <pc:sldMk cId="3912875191" sldId="288"/>
        </pc:sldMkLst>
        <pc:spChg chg="mod">
          <ac:chgData name="Rob Heathcote" userId="62419938-1f1d-43ca-9327-cfd6c1894440" providerId="ADAL" clId="{14933B22-CE16-40FA-806D-F5A17F595228}" dt="2020-03-05T09:31:51.245" v="133" actId="207"/>
          <ac:spMkLst>
            <pc:docMk/>
            <pc:sldMk cId="3912875191" sldId="288"/>
            <ac:spMk id="4" creationId="{00000000-0000-0000-0000-000000000000}"/>
          </ac:spMkLst>
        </pc:spChg>
        <pc:graphicFrameChg chg="modGraphic">
          <ac:chgData name="Rob Heathcote" userId="62419938-1f1d-43ca-9327-cfd6c1894440" providerId="ADAL" clId="{14933B22-CE16-40FA-806D-F5A17F595228}" dt="2020-03-05T09:31:47.083" v="132" actId="207"/>
          <ac:graphicFrameMkLst>
            <pc:docMk/>
            <pc:sldMk cId="3912875191" sldId="288"/>
            <ac:graphicFrameMk id="5" creationId="{00000000-0000-0000-0000-000000000000}"/>
          </ac:graphicFrameMkLst>
        </pc:graphicFrameChg>
      </pc:sldChg>
      <pc:sldChg chg="modSp">
        <pc:chgData name="Rob Heathcote" userId="62419938-1f1d-43ca-9327-cfd6c1894440" providerId="ADAL" clId="{14933B22-CE16-40FA-806D-F5A17F595228}" dt="2020-03-05T09:31:59.864" v="139" actId="207"/>
        <pc:sldMkLst>
          <pc:docMk/>
          <pc:sldMk cId="1918430168" sldId="289"/>
        </pc:sldMkLst>
        <pc:spChg chg="mod">
          <ac:chgData name="Rob Heathcote" userId="62419938-1f1d-43ca-9327-cfd6c1894440" providerId="ADAL" clId="{14933B22-CE16-40FA-806D-F5A17F595228}" dt="2020-03-05T09:31:59.864" v="139" actId="207"/>
          <ac:spMkLst>
            <pc:docMk/>
            <pc:sldMk cId="1918430168" sldId="289"/>
            <ac:spMk id="4" creationId="{00000000-0000-0000-0000-000000000000}"/>
          </ac:spMkLst>
        </pc:spChg>
      </pc:sldChg>
      <pc:sldChg chg="modSp">
        <pc:chgData name="Rob Heathcote" userId="62419938-1f1d-43ca-9327-cfd6c1894440" providerId="ADAL" clId="{14933B22-CE16-40FA-806D-F5A17F595228}" dt="2020-03-05T09:32:22.232" v="147" actId="207"/>
        <pc:sldMkLst>
          <pc:docMk/>
          <pc:sldMk cId="2621621636" sldId="291"/>
        </pc:sldMkLst>
        <pc:spChg chg="mod">
          <ac:chgData name="Rob Heathcote" userId="62419938-1f1d-43ca-9327-cfd6c1894440" providerId="ADAL" clId="{14933B22-CE16-40FA-806D-F5A17F595228}" dt="2020-03-05T09:32:22.232" v="147" actId="207"/>
          <ac:spMkLst>
            <pc:docMk/>
            <pc:sldMk cId="2621621636" sldId="291"/>
            <ac:spMk id="4" creationId="{00000000-0000-0000-0000-000000000000}"/>
          </ac:spMkLst>
        </pc:spChg>
      </pc:sldChg>
      <pc:sldChg chg="modSp">
        <pc:chgData name="Rob Heathcote" userId="62419938-1f1d-43ca-9327-cfd6c1894440" providerId="ADAL" clId="{14933B22-CE16-40FA-806D-F5A17F595228}" dt="2020-03-05T09:32:34.585" v="153" actId="207"/>
        <pc:sldMkLst>
          <pc:docMk/>
          <pc:sldMk cId="3136642099" sldId="292"/>
        </pc:sldMkLst>
        <pc:spChg chg="mod">
          <ac:chgData name="Rob Heathcote" userId="62419938-1f1d-43ca-9327-cfd6c1894440" providerId="ADAL" clId="{14933B22-CE16-40FA-806D-F5A17F595228}" dt="2020-03-05T09:32:34.585" v="153" actId="207"/>
          <ac:spMkLst>
            <pc:docMk/>
            <pc:sldMk cId="3136642099" sldId="292"/>
            <ac:spMk id="4" creationId="{00000000-0000-0000-0000-000000000000}"/>
          </ac:spMkLst>
        </pc:spChg>
      </pc:sldChg>
      <pc:sldChg chg="modSp">
        <pc:chgData name="Rob Heathcote" userId="62419938-1f1d-43ca-9327-cfd6c1894440" providerId="ADAL" clId="{14933B22-CE16-40FA-806D-F5A17F595228}" dt="2020-03-05T09:32:40.744" v="154" actId="207"/>
        <pc:sldMkLst>
          <pc:docMk/>
          <pc:sldMk cId="2300425221" sldId="295"/>
        </pc:sldMkLst>
        <pc:spChg chg="mod">
          <ac:chgData name="Rob Heathcote" userId="62419938-1f1d-43ca-9327-cfd6c1894440" providerId="ADAL" clId="{14933B22-CE16-40FA-806D-F5A17F595228}" dt="2020-03-05T09:32:40.744" v="154" actId="207"/>
          <ac:spMkLst>
            <pc:docMk/>
            <pc:sldMk cId="2300425221" sldId="295"/>
            <ac:spMk id="4" creationId="{00000000-0000-0000-0000-000000000000}"/>
          </ac:spMkLst>
        </pc:spChg>
      </pc:sldChg>
      <pc:sldChg chg="modSp">
        <pc:chgData name="Rob Heathcote" userId="62419938-1f1d-43ca-9327-cfd6c1894440" providerId="ADAL" clId="{14933B22-CE16-40FA-806D-F5A17F595228}" dt="2020-03-05T09:33:22.130" v="163"/>
        <pc:sldMkLst>
          <pc:docMk/>
          <pc:sldMk cId="3331707200" sldId="301"/>
        </pc:sldMkLst>
        <pc:graphicFrameChg chg="mod">
          <ac:chgData name="Rob Heathcote" userId="62419938-1f1d-43ca-9327-cfd6c1894440" providerId="ADAL" clId="{14933B22-CE16-40FA-806D-F5A17F595228}" dt="2020-03-05T09:33:18.911" v="162"/>
          <ac:graphicFrameMkLst>
            <pc:docMk/>
            <pc:sldMk cId="3331707200" sldId="301"/>
            <ac:graphicFrameMk id="4" creationId="{00000000-0000-0000-0000-000000000000}"/>
          </ac:graphicFrameMkLst>
        </pc:graphicFrameChg>
        <pc:graphicFrameChg chg="mod">
          <ac:chgData name="Rob Heathcote" userId="62419938-1f1d-43ca-9327-cfd6c1894440" providerId="ADAL" clId="{14933B22-CE16-40FA-806D-F5A17F595228}" dt="2020-03-05T09:33:22.130" v="163"/>
          <ac:graphicFrameMkLst>
            <pc:docMk/>
            <pc:sldMk cId="3331707200" sldId="301"/>
            <ac:graphicFrameMk id="6" creationId="{00000000-0000-0000-0000-000000000000}"/>
          </ac:graphicFrameMkLst>
        </pc:graphicFrameChg>
      </pc:sldChg>
      <pc:sldChg chg="modSp">
        <pc:chgData name="Rob Heathcote" userId="62419938-1f1d-43ca-9327-cfd6c1894440" providerId="ADAL" clId="{14933B22-CE16-40FA-806D-F5A17F595228}" dt="2020-03-05T09:33:02.399" v="160" actId="207"/>
        <pc:sldMkLst>
          <pc:docMk/>
          <pc:sldMk cId="3240171118" sldId="306"/>
        </pc:sldMkLst>
        <pc:graphicFrameChg chg="modGraphic">
          <ac:chgData name="Rob Heathcote" userId="62419938-1f1d-43ca-9327-cfd6c1894440" providerId="ADAL" clId="{14933B22-CE16-40FA-806D-F5A17F595228}" dt="2020-03-05T09:33:02.399" v="160" actId="207"/>
          <ac:graphicFrameMkLst>
            <pc:docMk/>
            <pc:sldMk cId="3240171118" sldId="306"/>
            <ac:graphicFrameMk id="16" creationId="{00000000-0000-0000-0000-000000000000}"/>
          </ac:graphicFrameMkLst>
        </pc:graphicFrameChg>
      </pc:sldChg>
      <pc:sldChg chg="modSp">
        <pc:chgData name="Rob Heathcote" userId="62419938-1f1d-43ca-9327-cfd6c1894440" providerId="ADAL" clId="{14933B22-CE16-40FA-806D-F5A17F595228}" dt="2020-03-05T09:33:29.426" v="165"/>
        <pc:sldMkLst>
          <pc:docMk/>
          <pc:sldMk cId="555319969" sldId="312"/>
        </pc:sldMkLst>
        <pc:graphicFrameChg chg="mod">
          <ac:chgData name="Rob Heathcote" userId="62419938-1f1d-43ca-9327-cfd6c1894440" providerId="ADAL" clId="{14933B22-CE16-40FA-806D-F5A17F595228}" dt="2020-03-05T09:33:27.003" v="164"/>
          <ac:graphicFrameMkLst>
            <pc:docMk/>
            <pc:sldMk cId="555319969" sldId="312"/>
            <ac:graphicFrameMk id="12" creationId="{00000000-0000-0000-0000-000000000000}"/>
          </ac:graphicFrameMkLst>
        </pc:graphicFrameChg>
        <pc:graphicFrameChg chg="mod">
          <ac:chgData name="Rob Heathcote" userId="62419938-1f1d-43ca-9327-cfd6c1894440" providerId="ADAL" clId="{14933B22-CE16-40FA-806D-F5A17F595228}" dt="2020-03-05T09:33:29.426" v="165"/>
          <ac:graphicFrameMkLst>
            <pc:docMk/>
            <pc:sldMk cId="555319969" sldId="312"/>
            <ac:graphicFrameMk id="13" creationId="{00000000-0000-0000-0000-000000000000}"/>
          </ac:graphicFrameMkLst>
        </pc:graphicFrameChg>
      </pc:sldChg>
      <pc:sldChg chg="modSp">
        <pc:chgData name="Rob Heathcote" userId="62419938-1f1d-43ca-9327-cfd6c1894440" providerId="ADAL" clId="{14933B22-CE16-40FA-806D-F5A17F595228}" dt="2020-03-05T09:31:21.609" v="126" actId="207"/>
        <pc:sldMkLst>
          <pc:docMk/>
          <pc:sldMk cId="1937822333" sldId="313"/>
        </pc:sldMkLst>
        <pc:graphicFrameChg chg="modGraphic">
          <ac:chgData name="Rob Heathcote" userId="62419938-1f1d-43ca-9327-cfd6c1894440" providerId="ADAL" clId="{14933B22-CE16-40FA-806D-F5A17F595228}" dt="2020-03-05T09:31:21.609" v="126" actId="207"/>
          <ac:graphicFrameMkLst>
            <pc:docMk/>
            <pc:sldMk cId="1937822333" sldId="313"/>
            <ac:graphicFrameMk id="5" creationId="{00000000-0000-0000-0000-000000000000}"/>
          </ac:graphicFrameMkLst>
        </pc:graphicFrameChg>
      </pc:sldChg>
      <pc:sldChg chg="addSp delSp modSp">
        <pc:chgData name="Rob Heathcote" userId="62419938-1f1d-43ca-9327-cfd6c1894440" providerId="ADAL" clId="{14933B22-CE16-40FA-806D-F5A17F595228}" dt="2020-03-05T09:29:06.344" v="98"/>
        <pc:sldMkLst>
          <pc:docMk/>
          <pc:sldMk cId="3554935877" sldId="315"/>
        </pc:sldMkLst>
        <pc:spChg chg="del">
          <ac:chgData name="Rob Heathcote" userId="62419938-1f1d-43ca-9327-cfd6c1894440" providerId="ADAL" clId="{14933B22-CE16-40FA-806D-F5A17F595228}" dt="2020-03-05T09:28:48.272" v="95" actId="478"/>
          <ac:spMkLst>
            <pc:docMk/>
            <pc:sldMk cId="3554935877" sldId="315"/>
            <ac:spMk id="5" creationId="{CEA1D3DF-B89A-4F17-BF4F-0C46B00B2C23}"/>
          </ac:spMkLst>
        </pc:spChg>
        <pc:picChg chg="del">
          <ac:chgData name="Rob Heathcote" userId="62419938-1f1d-43ca-9327-cfd6c1894440" providerId="ADAL" clId="{14933B22-CE16-40FA-806D-F5A17F595228}" dt="2020-03-05T09:28:49.431" v="96" actId="478"/>
          <ac:picMkLst>
            <pc:docMk/>
            <pc:sldMk cId="3554935877" sldId="315"/>
            <ac:picMk id="4" creationId="{3ED50421-8062-4189-AB03-074EC54E5BE4}"/>
          </ac:picMkLst>
        </pc:picChg>
        <pc:picChg chg="add mod ord modCrop">
          <ac:chgData name="Rob Heathcote" userId="62419938-1f1d-43ca-9327-cfd6c1894440" providerId="ADAL" clId="{14933B22-CE16-40FA-806D-F5A17F595228}" dt="2020-03-05T09:28:37.943" v="94" actId="732"/>
          <ac:picMkLst>
            <pc:docMk/>
            <pc:sldMk cId="3554935877" sldId="315"/>
            <ac:picMk id="7" creationId="{02788E8C-B55E-4C7D-9458-ED3296B9B725}"/>
          </ac:picMkLst>
        </pc:picChg>
        <pc:picChg chg="add del">
          <ac:chgData name="Rob Heathcote" userId="62419938-1f1d-43ca-9327-cfd6c1894440" providerId="ADAL" clId="{14933B22-CE16-40FA-806D-F5A17F595228}" dt="2020-03-05T09:29:06.344" v="98"/>
          <ac:picMkLst>
            <pc:docMk/>
            <pc:sldMk cId="3554935877" sldId="315"/>
            <ac:picMk id="9" creationId="{F0AD7F15-07D0-4293-87C9-C05299B47F19}"/>
          </ac:picMkLst>
        </pc:picChg>
        <pc:picChg chg="del">
          <ac:chgData name="Rob Heathcote" userId="62419938-1f1d-43ca-9327-cfd6c1894440" providerId="ADAL" clId="{14933B22-CE16-40FA-806D-F5A17F595228}" dt="2020-03-05T09:28:17.232" v="81" actId="478"/>
          <ac:picMkLst>
            <pc:docMk/>
            <pc:sldMk cId="3554935877" sldId="315"/>
            <ac:picMk id="1028" creationId="{1D2205E5-71D2-43EA-9C85-894E3807F6EF}"/>
          </ac:picMkLst>
        </pc:picChg>
      </pc:sldChg>
      <pc:sldChg chg="delSp">
        <pc:chgData name="Rob Heathcote" userId="62419938-1f1d-43ca-9327-cfd6c1894440" providerId="ADAL" clId="{14933B22-CE16-40FA-806D-F5A17F595228}" dt="2020-03-05T09:29:25.406" v="100" actId="478"/>
        <pc:sldMkLst>
          <pc:docMk/>
          <pc:sldMk cId="3591071188" sldId="316"/>
        </pc:sldMkLst>
        <pc:spChg chg="del">
          <ac:chgData name="Rob Heathcote" userId="62419938-1f1d-43ca-9327-cfd6c1894440" providerId="ADAL" clId="{14933B22-CE16-40FA-806D-F5A17F595228}" dt="2020-03-05T09:29:25.406" v="100" actId="478"/>
          <ac:spMkLst>
            <pc:docMk/>
            <pc:sldMk cId="3591071188" sldId="316"/>
            <ac:spMk id="4" creationId="{D6206177-56CA-417E-8E62-65A1AC303D8F}"/>
          </ac:spMkLst>
        </pc:spChg>
      </pc:sldChg>
      <pc:sldChg chg="delSp">
        <pc:chgData name="Rob Heathcote" userId="62419938-1f1d-43ca-9327-cfd6c1894440" providerId="ADAL" clId="{14933B22-CE16-40FA-806D-F5A17F595228}" dt="2020-03-05T09:29:32" v="101" actId="478"/>
        <pc:sldMkLst>
          <pc:docMk/>
          <pc:sldMk cId="3377395835" sldId="317"/>
        </pc:sldMkLst>
        <pc:spChg chg="del">
          <ac:chgData name="Rob Heathcote" userId="62419938-1f1d-43ca-9327-cfd6c1894440" providerId="ADAL" clId="{14933B22-CE16-40FA-806D-F5A17F595228}" dt="2020-03-05T09:29:32" v="101" actId="478"/>
          <ac:spMkLst>
            <pc:docMk/>
            <pc:sldMk cId="3377395835" sldId="317"/>
            <ac:spMk id="4" creationId="{F36E195C-2528-45F8-A2AA-4D6CFD0800E7}"/>
          </ac:spMkLst>
        </pc:spChg>
      </pc:sldChg>
      <pc:sldChg chg="delSp">
        <pc:chgData name="Rob Heathcote" userId="62419938-1f1d-43ca-9327-cfd6c1894440" providerId="ADAL" clId="{14933B22-CE16-40FA-806D-F5A17F595228}" dt="2020-03-05T09:29:38.063" v="102" actId="478"/>
        <pc:sldMkLst>
          <pc:docMk/>
          <pc:sldMk cId="1331524694" sldId="318"/>
        </pc:sldMkLst>
        <pc:spChg chg="del">
          <ac:chgData name="Rob Heathcote" userId="62419938-1f1d-43ca-9327-cfd6c1894440" providerId="ADAL" clId="{14933B22-CE16-40FA-806D-F5A17F595228}" dt="2020-03-05T09:29:38.063" v="102" actId="478"/>
          <ac:spMkLst>
            <pc:docMk/>
            <pc:sldMk cId="1331524694" sldId="318"/>
            <ac:spMk id="4" creationId="{DF023BE3-2D7E-416D-9DF1-4E8BDFDA9BCB}"/>
          </ac:spMkLst>
        </pc:spChg>
      </pc:sldChg>
      <pc:sldChg chg="delSp">
        <pc:chgData name="Rob Heathcote" userId="62419938-1f1d-43ca-9327-cfd6c1894440" providerId="ADAL" clId="{14933B22-CE16-40FA-806D-F5A17F595228}" dt="2020-03-05T09:29:44.592" v="103" actId="478"/>
        <pc:sldMkLst>
          <pc:docMk/>
          <pc:sldMk cId="2666053668" sldId="319"/>
        </pc:sldMkLst>
        <pc:spChg chg="del">
          <ac:chgData name="Rob Heathcote" userId="62419938-1f1d-43ca-9327-cfd6c1894440" providerId="ADAL" clId="{14933B22-CE16-40FA-806D-F5A17F595228}" dt="2020-03-05T09:29:44.592" v="103" actId="478"/>
          <ac:spMkLst>
            <pc:docMk/>
            <pc:sldMk cId="2666053668" sldId="319"/>
            <ac:spMk id="4" creationId="{D562DEE5-913C-45DA-BA99-914484793CBC}"/>
          </ac:spMkLst>
        </pc:spChg>
      </pc:sldChg>
      <pc:sldChg chg="delSp modSp">
        <pc:chgData name="Rob Heathcote" userId="62419938-1f1d-43ca-9327-cfd6c1894440" providerId="ADAL" clId="{14933B22-CE16-40FA-806D-F5A17F595228}" dt="2020-03-05T09:34:12.400" v="174" actId="20577"/>
        <pc:sldMkLst>
          <pc:docMk/>
          <pc:sldMk cId="2547750006" sldId="320"/>
        </pc:sldMkLst>
        <pc:spChg chg="mod">
          <ac:chgData name="Rob Heathcote" userId="62419938-1f1d-43ca-9327-cfd6c1894440" providerId="ADAL" clId="{14933B22-CE16-40FA-806D-F5A17F595228}" dt="2020-03-05T09:34:12.400" v="174" actId="20577"/>
          <ac:spMkLst>
            <pc:docMk/>
            <pc:sldMk cId="2547750006" sldId="320"/>
            <ac:spMk id="3" creationId="{C558FFD0-10E7-4741-B83D-7AED62FE1C5E}"/>
          </ac:spMkLst>
        </pc:spChg>
        <pc:spChg chg="del">
          <ac:chgData name="Rob Heathcote" userId="62419938-1f1d-43ca-9327-cfd6c1894440" providerId="ADAL" clId="{14933B22-CE16-40FA-806D-F5A17F595228}" dt="2020-03-05T09:29:55.456" v="104" actId="478"/>
          <ac:spMkLst>
            <pc:docMk/>
            <pc:sldMk cId="2547750006" sldId="320"/>
            <ac:spMk id="4" creationId="{7B1DA7E7-646D-42B3-BE6E-C2248B2C9EC4}"/>
          </ac:spMkLst>
        </pc:spChg>
        <pc:spChg chg="del">
          <ac:chgData name="Rob Heathcote" userId="62419938-1f1d-43ca-9327-cfd6c1894440" providerId="ADAL" clId="{14933B22-CE16-40FA-806D-F5A17F595228}" dt="2020-03-05T09:33:59.271" v="166" actId="478"/>
          <ac:spMkLst>
            <pc:docMk/>
            <pc:sldMk cId="2547750006" sldId="320"/>
            <ac:spMk id="5" creationId="{5DD985DE-CE1D-40C7-A7D9-4DB53CA016E8}"/>
          </ac:spMkLst>
        </pc:spChg>
      </pc:sldChg>
      <pc:sldChg chg="delSp">
        <pc:chgData name="Rob Heathcote" userId="62419938-1f1d-43ca-9327-cfd6c1894440" providerId="ADAL" clId="{14933B22-CE16-40FA-806D-F5A17F595228}" dt="2020-03-05T09:29:59.135" v="105" actId="478"/>
        <pc:sldMkLst>
          <pc:docMk/>
          <pc:sldMk cId="3246953194" sldId="322"/>
        </pc:sldMkLst>
        <pc:spChg chg="del">
          <ac:chgData name="Rob Heathcote" userId="62419938-1f1d-43ca-9327-cfd6c1894440" providerId="ADAL" clId="{14933B22-CE16-40FA-806D-F5A17F595228}" dt="2020-03-05T09:29:59.135" v="105" actId="478"/>
          <ac:spMkLst>
            <pc:docMk/>
            <pc:sldMk cId="3246953194" sldId="322"/>
            <ac:spMk id="4" creationId="{DBB36767-BFB8-4C6E-8201-2F32667B5636}"/>
          </ac:spMkLst>
        </pc:spChg>
      </pc:sldChg>
      <pc:sldMasterChg chg="modSldLayout">
        <pc:chgData name="Rob Heathcote" userId="62419938-1f1d-43ca-9327-cfd6c1894440" providerId="ADAL" clId="{14933B22-CE16-40FA-806D-F5A17F595228}" dt="2020-03-05T09:29:19.312" v="99" actId="478"/>
        <pc:sldMasterMkLst>
          <pc:docMk/>
          <pc:sldMasterMk cId="3316734550" sldId="2147483648"/>
        </pc:sldMasterMkLst>
        <pc:sldLayoutChg chg="addSp delSp modSp">
          <pc:chgData name="Rob Heathcote" userId="62419938-1f1d-43ca-9327-cfd6c1894440" providerId="ADAL" clId="{14933B22-CE16-40FA-806D-F5A17F595228}" dt="2020-03-05T08:11:12.085" v="6" actId="962"/>
          <pc:sldLayoutMkLst>
            <pc:docMk/>
            <pc:sldMasterMk cId="3316734550" sldId="2147483648"/>
            <pc:sldLayoutMk cId="3886385901" sldId="2147483649"/>
          </pc:sldLayoutMkLst>
          <pc:spChg chg="del">
            <ac:chgData name="Rob Heathcote" userId="62419938-1f1d-43ca-9327-cfd6c1894440" providerId="ADAL" clId="{14933B22-CE16-40FA-806D-F5A17F595228}" dt="2020-03-05T08:10:58.061" v="3" actId="478"/>
            <ac:spMkLst>
              <pc:docMk/>
              <pc:sldMasterMk cId="3316734550" sldId="2147483648"/>
              <pc:sldLayoutMk cId="3886385901" sldId="2147483649"/>
              <ac:spMk id="3" creationId="{00000000-0000-0000-0000-000000000000}"/>
            </ac:spMkLst>
          </pc:spChg>
          <pc:spChg chg="del">
            <ac:chgData name="Rob Heathcote" userId="62419938-1f1d-43ca-9327-cfd6c1894440" providerId="ADAL" clId="{14933B22-CE16-40FA-806D-F5A17F595228}" dt="2020-03-05T08:10:58.061" v="3" actId="478"/>
            <ac:spMkLst>
              <pc:docMk/>
              <pc:sldMasterMk cId="3316734550" sldId="2147483648"/>
              <pc:sldLayoutMk cId="3886385901" sldId="2147483649"/>
              <ac:spMk id="20" creationId="{00000000-0000-0000-0000-000000000000}"/>
            </ac:spMkLst>
          </pc:spChg>
          <pc:spChg chg="del">
            <ac:chgData name="Rob Heathcote" userId="62419938-1f1d-43ca-9327-cfd6c1894440" providerId="ADAL" clId="{14933B22-CE16-40FA-806D-F5A17F595228}" dt="2020-03-05T08:10:58.061" v="3" actId="478"/>
            <ac:spMkLst>
              <pc:docMk/>
              <pc:sldMasterMk cId="3316734550" sldId="2147483648"/>
              <pc:sldLayoutMk cId="3886385901" sldId="2147483649"/>
              <ac:spMk id="21" creationId="{00000000-0000-0000-0000-000000000000}"/>
            </ac:spMkLst>
          </pc:spChg>
          <pc:spChg chg="del">
            <ac:chgData name="Rob Heathcote" userId="62419938-1f1d-43ca-9327-cfd6c1894440" providerId="ADAL" clId="{14933B22-CE16-40FA-806D-F5A17F595228}" dt="2020-03-05T08:10:58.061" v="3" actId="478"/>
            <ac:spMkLst>
              <pc:docMk/>
              <pc:sldMasterMk cId="3316734550" sldId="2147483648"/>
              <pc:sldLayoutMk cId="3886385901" sldId="2147483649"/>
              <ac:spMk id="24" creationId="{00000000-0000-0000-0000-000000000000}"/>
            </ac:spMkLst>
          </pc:spChg>
          <pc:picChg chg="del">
            <ac:chgData name="Rob Heathcote" userId="62419938-1f1d-43ca-9327-cfd6c1894440" providerId="ADAL" clId="{14933B22-CE16-40FA-806D-F5A17F595228}" dt="2020-03-05T08:10:58.061" v="3" actId="478"/>
            <ac:picMkLst>
              <pc:docMk/>
              <pc:sldMasterMk cId="3316734550" sldId="2147483648"/>
              <pc:sldLayoutMk cId="3886385901" sldId="2147483649"/>
              <ac:picMk id="2" creationId="{00000000-0000-0000-0000-000000000000}"/>
            </ac:picMkLst>
          </pc:picChg>
          <pc:picChg chg="add mod">
            <ac:chgData name="Rob Heathcote" userId="62419938-1f1d-43ca-9327-cfd6c1894440" providerId="ADAL" clId="{14933B22-CE16-40FA-806D-F5A17F595228}" dt="2020-03-05T08:11:12.085" v="6" actId="962"/>
            <ac:picMkLst>
              <pc:docMk/>
              <pc:sldMasterMk cId="3316734550" sldId="2147483648"/>
              <pc:sldLayoutMk cId="3886385901" sldId="2147483649"/>
              <ac:picMk id="5" creationId="{466C617B-0A74-4623-A698-327CD1F18CC4}"/>
            </ac:picMkLst>
          </pc:picChg>
          <pc:picChg chg="del">
            <ac:chgData name="Rob Heathcote" userId="62419938-1f1d-43ca-9327-cfd6c1894440" providerId="ADAL" clId="{14933B22-CE16-40FA-806D-F5A17F595228}" dt="2020-03-05T08:10:58.061" v="3" actId="478"/>
            <ac:picMkLst>
              <pc:docMk/>
              <pc:sldMasterMk cId="3316734550" sldId="2147483648"/>
              <pc:sldLayoutMk cId="3886385901" sldId="2147483649"/>
              <ac:picMk id="9" creationId="{00000000-0000-0000-0000-000000000000}"/>
            </ac:picMkLst>
          </pc:picChg>
          <pc:cxnChg chg="del">
            <ac:chgData name="Rob Heathcote" userId="62419938-1f1d-43ca-9327-cfd6c1894440" providerId="ADAL" clId="{14933B22-CE16-40FA-806D-F5A17F595228}" dt="2020-03-05T08:10:58.061" v="3" actId="478"/>
            <ac:cxnSpMkLst>
              <pc:docMk/>
              <pc:sldMasterMk cId="3316734550" sldId="2147483648"/>
              <pc:sldLayoutMk cId="3886385901" sldId="2147483649"/>
              <ac:cxnSpMk id="14" creationId="{00000000-0000-0000-0000-000000000000}"/>
            </ac:cxnSpMkLst>
          </pc:cxnChg>
        </pc:sldLayoutChg>
        <pc:sldLayoutChg chg="addSp delSp modSp">
          <pc:chgData name="Rob Heathcote" userId="62419938-1f1d-43ca-9327-cfd6c1894440" providerId="ADAL" clId="{14933B22-CE16-40FA-806D-F5A17F595228}" dt="2020-03-05T08:24:41.829" v="71" actId="20577"/>
          <pc:sldLayoutMkLst>
            <pc:docMk/>
            <pc:sldMasterMk cId="3316734550" sldId="2147483648"/>
            <pc:sldLayoutMk cId="2849720375" sldId="2147483652"/>
          </pc:sldLayoutMkLst>
          <pc:spChg chg="mod">
            <ac:chgData name="Rob Heathcote" userId="62419938-1f1d-43ca-9327-cfd6c1894440" providerId="ADAL" clId="{14933B22-CE16-40FA-806D-F5A17F595228}" dt="2020-03-05T08:24:41.829" v="71" actId="20577"/>
            <ac:spMkLst>
              <pc:docMk/>
              <pc:sldMasterMk cId="3316734550" sldId="2147483648"/>
              <pc:sldLayoutMk cId="2849720375" sldId="2147483652"/>
              <ac:spMk id="3" creationId="{00000000-0000-0000-0000-000000000000}"/>
            </ac:spMkLst>
          </pc:spChg>
          <pc:spChg chg="mod">
            <ac:chgData name="Rob Heathcote" userId="62419938-1f1d-43ca-9327-cfd6c1894440" providerId="ADAL" clId="{14933B22-CE16-40FA-806D-F5A17F595228}" dt="2020-03-05T08:13:36.886" v="18" actId="207"/>
            <ac:spMkLst>
              <pc:docMk/>
              <pc:sldMasterMk cId="3316734550" sldId="2147483648"/>
              <pc:sldLayoutMk cId="2849720375" sldId="2147483652"/>
              <ac:spMk id="8" creationId="{00000000-0000-0000-0000-000000000000}"/>
            </ac:spMkLst>
          </pc:spChg>
          <pc:picChg chg="add mod ord">
            <ac:chgData name="Rob Heathcote" userId="62419938-1f1d-43ca-9327-cfd6c1894440" providerId="ADAL" clId="{14933B22-CE16-40FA-806D-F5A17F595228}" dt="2020-03-05T08:15:54.413" v="52" actId="171"/>
            <ac:picMkLst>
              <pc:docMk/>
              <pc:sldMasterMk cId="3316734550" sldId="2147483648"/>
              <pc:sldLayoutMk cId="2849720375" sldId="2147483652"/>
              <ac:picMk id="5" creationId="{B476A126-1F7E-4247-8667-B9F285563C50}"/>
            </ac:picMkLst>
          </pc:picChg>
          <pc:picChg chg="del">
            <ac:chgData name="Rob Heathcote" userId="62419938-1f1d-43ca-9327-cfd6c1894440" providerId="ADAL" clId="{14933B22-CE16-40FA-806D-F5A17F595228}" dt="2020-03-05T08:15:34.069" v="46" actId="478"/>
            <ac:picMkLst>
              <pc:docMk/>
              <pc:sldMasterMk cId="3316734550" sldId="2147483648"/>
              <pc:sldLayoutMk cId="2849720375" sldId="2147483652"/>
              <ac:picMk id="9" creationId="{00000000-0000-0000-0000-000000000000}"/>
            </ac:picMkLst>
          </pc:picChg>
          <pc:picChg chg="add del">
            <ac:chgData name="Rob Heathcote" userId="62419938-1f1d-43ca-9327-cfd6c1894440" providerId="ADAL" clId="{14933B22-CE16-40FA-806D-F5A17F595228}" dt="2020-03-05T08:14:08.262" v="29" actId="478"/>
            <ac:picMkLst>
              <pc:docMk/>
              <pc:sldMasterMk cId="3316734550" sldId="2147483648"/>
              <pc:sldLayoutMk cId="2849720375" sldId="2147483652"/>
              <ac:picMk id="10" creationId="{3E64B0F4-63BD-40C0-B78C-48A319E73C67}"/>
            </ac:picMkLst>
          </pc:picChg>
        </pc:sldLayoutChg>
        <pc:sldLayoutChg chg="addSp delSp modSp">
          <pc:chgData name="Rob Heathcote" userId="62419938-1f1d-43ca-9327-cfd6c1894440" providerId="ADAL" clId="{14933B22-CE16-40FA-806D-F5A17F595228}" dt="2020-03-05T08:24:51.510" v="72"/>
          <pc:sldLayoutMkLst>
            <pc:docMk/>
            <pc:sldMasterMk cId="3316734550" sldId="2147483648"/>
            <pc:sldLayoutMk cId="4180777422" sldId="2147483653"/>
          </pc:sldLayoutMkLst>
          <pc:spChg chg="mod">
            <ac:chgData name="Rob Heathcote" userId="62419938-1f1d-43ca-9327-cfd6c1894440" providerId="ADAL" clId="{14933B22-CE16-40FA-806D-F5A17F595228}" dt="2020-03-05T08:13:57.720" v="26" actId="207"/>
            <ac:spMkLst>
              <pc:docMk/>
              <pc:sldMasterMk cId="3316734550" sldId="2147483648"/>
              <pc:sldLayoutMk cId="4180777422" sldId="2147483653"/>
              <ac:spMk id="12" creationId="{00000000-0000-0000-0000-000000000000}"/>
            </ac:spMkLst>
          </pc:spChg>
          <pc:spChg chg="mod">
            <ac:chgData name="Rob Heathcote" userId="62419938-1f1d-43ca-9327-cfd6c1894440" providerId="ADAL" clId="{14933B22-CE16-40FA-806D-F5A17F595228}" dt="2020-03-05T08:24:51.510" v="72"/>
            <ac:spMkLst>
              <pc:docMk/>
              <pc:sldMasterMk cId="3316734550" sldId="2147483648"/>
              <pc:sldLayoutMk cId="4180777422" sldId="2147483653"/>
              <ac:spMk id="14" creationId="{00000000-0000-0000-0000-000000000000}"/>
            </ac:spMkLst>
          </pc:spChg>
          <pc:picChg chg="del">
            <ac:chgData name="Rob Heathcote" userId="62419938-1f1d-43ca-9327-cfd6c1894440" providerId="ADAL" clId="{14933B22-CE16-40FA-806D-F5A17F595228}" dt="2020-03-05T08:15:32.950" v="45" actId="478"/>
            <ac:picMkLst>
              <pc:docMk/>
              <pc:sldMasterMk cId="3316734550" sldId="2147483648"/>
              <pc:sldLayoutMk cId="4180777422" sldId="2147483653"/>
              <ac:picMk id="7" creationId="{00000000-0000-0000-0000-000000000000}"/>
            </ac:picMkLst>
          </pc:picChg>
          <pc:picChg chg="add ord">
            <ac:chgData name="Rob Heathcote" userId="62419938-1f1d-43ca-9327-cfd6c1894440" providerId="ADAL" clId="{14933B22-CE16-40FA-806D-F5A17F595228}" dt="2020-03-05T08:15:57.367" v="54" actId="171"/>
            <ac:picMkLst>
              <pc:docMk/>
              <pc:sldMasterMk cId="3316734550" sldId="2147483648"/>
              <pc:sldLayoutMk cId="4180777422" sldId="2147483653"/>
              <ac:picMk id="8" creationId="{6683FD12-8041-4AC8-8747-9C9D139BEC3E}"/>
            </ac:picMkLst>
          </pc:picChg>
        </pc:sldLayoutChg>
        <pc:sldLayoutChg chg="addSp delSp modSp setBg">
          <pc:chgData name="Rob Heathcote" userId="62419938-1f1d-43ca-9327-cfd6c1894440" providerId="ADAL" clId="{14933B22-CE16-40FA-806D-F5A17F595228}" dt="2020-03-05T08:12:49.423" v="14" actId="207"/>
          <pc:sldLayoutMkLst>
            <pc:docMk/>
            <pc:sldMasterMk cId="3316734550" sldId="2147483648"/>
            <pc:sldLayoutMk cId="2265425468" sldId="2147483654"/>
          </pc:sldLayoutMkLst>
          <pc:spChg chg="mod">
            <ac:chgData name="Rob Heathcote" userId="62419938-1f1d-43ca-9327-cfd6c1894440" providerId="ADAL" clId="{14933B22-CE16-40FA-806D-F5A17F595228}" dt="2020-03-05T08:12:49.423" v="14" actId="207"/>
            <ac:spMkLst>
              <pc:docMk/>
              <pc:sldMasterMk cId="3316734550" sldId="2147483648"/>
              <pc:sldLayoutMk cId="2265425468" sldId="2147483654"/>
              <ac:spMk id="10" creationId="{00000000-0000-0000-0000-000000000000}"/>
            </ac:spMkLst>
          </pc:spChg>
          <pc:picChg chg="add del">
            <ac:chgData name="Rob Heathcote" userId="62419938-1f1d-43ca-9327-cfd6c1894440" providerId="ADAL" clId="{14933B22-CE16-40FA-806D-F5A17F595228}" dt="2020-03-05T08:12:25.927" v="10"/>
            <ac:picMkLst>
              <pc:docMk/>
              <pc:sldMasterMk cId="3316734550" sldId="2147483648"/>
              <pc:sldLayoutMk cId="2265425468" sldId="2147483654"/>
              <ac:picMk id="6" creationId="{8EC79629-24AD-40DB-82FB-1CE69AA95B39}"/>
            </ac:picMkLst>
          </pc:picChg>
        </pc:sldLayoutChg>
        <pc:sldLayoutChg chg="addSp delSp modSp">
          <pc:chgData name="Rob Heathcote" userId="62419938-1f1d-43ca-9327-cfd6c1894440" providerId="ADAL" clId="{14933B22-CE16-40FA-806D-F5A17F595228}" dt="2020-03-05T08:24:53.534" v="73"/>
          <pc:sldLayoutMkLst>
            <pc:docMk/>
            <pc:sldMasterMk cId="3316734550" sldId="2147483648"/>
            <pc:sldLayoutMk cId="2400860605" sldId="2147483655"/>
          </pc:sldLayoutMkLst>
          <pc:spChg chg="mod">
            <ac:chgData name="Rob Heathcote" userId="62419938-1f1d-43ca-9327-cfd6c1894440" providerId="ADAL" clId="{14933B22-CE16-40FA-806D-F5A17F595228}" dt="2020-03-05T08:14:00.049" v="27" actId="207"/>
            <ac:spMkLst>
              <pc:docMk/>
              <pc:sldMasterMk cId="3316734550" sldId="2147483648"/>
              <pc:sldLayoutMk cId="2400860605" sldId="2147483655"/>
              <ac:spMk id="10" creationId="{00000000-0000-0000-0000-000000000000}"/>
            </ac:spMkLst>
          </pc:spChg>
          <pc:spChg chg="mod">
            <ac:chgData name="Rob Heathcote" userId="62419938-1f1d-43ca-9327-cfd6c1894440" providerId="ADAL" clId="{14933B22-CE16-40FA-806D-F5A17F595228}" dt="2020-03-05T08:24:53.534" v="73"/>
            <ac:spMkLst>
              <pc:docMk/>
              <pc:sldMasterMk cId="3316734550" sldId="2147483648"/>
              <pc:sldLayoutMk cId="2400860605" sldId="2147483655"/>
              <ac:spMk id="13" creationId="{00000000-0000-0000-0000-000000000000}"/>
            </ac:spMkLst>
          </pc:spChg>
          <pc:picChg chg="del">
            <ac:chgData name="Rob Heathcote" userId="62419938-1f1d-43ca-9327-cfd6c1894440" providerId="ADAL" clId="{14933B22-CE16-40FA-806D-F5A17F595228}" dt="2020-03-05T08:15:31.861" v="44" actId="478"/>
            <ac:picMkLst>
              <pc:docMk/>
              <pc:sldMasterMk cId="3316734550" sldId="2147483648"/>
              <pc:sldLayoutMk cId="2400860605" sldId="2147483655"/>
              <ac:picMk id="7" creationId="{00000000-0000-0000-0000-000000000000}"/>
            </ac:picMkLst>
          </pc:picChg>
          <pc:picChg chg="add mod ord">
            <ac:chgData name="Rob Heathcote" userId="62419938-1f1d-43ca-9327-cfd6c1894440" providerId="ADAL" clId="{14933B22-CE16-40FA-806D-F5A17F595228}" dt="2020-03-05T08:16:01.438" v="58" actId="1035"/>
            <ac:picMkLst>
              <pc:docMk/>
              <pc:sldMasterMk cId="3316734550" sldId="2147483648"/>
              <pc:sldLayoutMk cId="2400860605" sldId="2147483655"/>
              <ac:picMk id="8" creationId="{9AB88C09-EB33-4683-BA84-9318ADF5D584}"/>
            </ac:picMkLst>
          </pc:picChg>
        </pc:sldLayoutChg>
        <pc:sldLayoutChg chg="addSp delSp modSp">
          <pc:chgData name="Rob Heathcote" userId="62419938-1f1d-43ca-9327-cfd6c1894440" providerId="ADAL" clId="{14933B22-CE16-40FA-806D-F5A17F595228}" dt="2020-03-05T08:24:55.605" v="74"/>
          <pc:sldLayoutMkLst>
            <pc:docMk/>
            <pc:sldMasterMk cId="3316734550" sldId="2147483648"/>
            <pc:sldLayoutMk cId="3315833090" sldId="2147483656"/>
          </pc:sldLayoutMkLst>
          <pc:spChg chg="mod">
            <ac:chgData name="Rob Heathcote" userId="62419938-1f1d-43ca-9327-cfd6c1894440" providerId="ADAL" clId="{14933B22-CE16-40FA-806D-F5A17F595228}" dt="2020-03-05T08:14:01.793" v="28" actId="207"/>
            <ac:spMkLst>
              <pc:docMk/>
              <pc:sldMasterMk cId="3316734550" sldId="2147483648"/>
              <pc:sldLayoutMk cId="3315833090" sldId="2147483656"/>
              <ac:spMk id="10" creationId="{00000000-0000-0000-0000-000000000000}"/>
            </ac:spMkLst>
          </pc:spChg>
          <pc:spChg chg="add del mod">
            <ac:chgData name="Rob Heathcote" userId="62419938-1f1d-43ca-9327-cfd6c1894440" providerId="ADAL" clId="{14933B22-CE16-40FA-806D-F5A17F595228}" dt="2020-03-05T08:24:55.605" v="74"/>
            <ac:spMkLst>
              <pc:docMk/>
              <pc:sldMasterMk cId="3316734550" sldId="2147483648"/>
              <pc:sldLayoutMk cId="3315833090" sldId="2147483656"/>
              <ac:spMk id="13" creationId="{00000000-0000-0000-0000-000000000000}"/>
            </ac:spMkLst>
          </pc:spChg>
          <pc:picChg chg="del">
            <ac:chgData name="Rob Heathcote" userId="62419938-1f1d-43ca-9327-cfd6c1894440" providerId="ADAL" clId="{14933B22-CE16-40FA-806D-F5A17F595228}" dt="2020-03-05T08:15:30.558" v="43" actId="478"/>
            <ac:picMkLst>
              <pc:docMk/>
              <pc:sldMasterMk cId="3316734550" sldId="2147483648"/>
              <pc:sldLayoutMk cId="3315833090" sldId="2147483656"/>
              <ac:picMk id="6" creationId="{00000000-0000-0000-0000-000000000000}"/>
            </ac:picMkLst>
          </pc:picChg>
          <pc:picChg chg="add ord">
            <ac:chgData name="Rob Heathcote" userId="62419938-1f1d-43ca-9327-cfd6c1894440" providerId="ADAL" clId="{14933B22-CE16-40FA-806D-F5A17F595228}" dt="2020-03-05T08:16:04.654" v="60" actId="171"/>
            <ac:picMkLst>
              <pc:docMk/>
              <pc:sldMasterMk cId="3316734550" sldId="2147483648"/>
              <pc:sldLayoutMk cId="3315833090" sldId="2147483656"/>
              <ac:picMk id="7" creationId="{E9557E1F-0F03-4A92-9BAD-019933EFD868}"/>
            </ac:picMkLst>
          </pc:picChg>
        </pc:sldLayoutChg>
        <pc:sldLayoutChg chg="addSp delSp modSp setBg">
          <pc:chgData name="Rob Heathcote" userId="62419938-1f1d-43ca-9327-cfd6c1894440" providerId="ADAL" clId="{14933B22-CE16-40FA-806D-F5A17F595228}" dt="2020-03-05T09:25:52.622" v="77" actId="14100"/>
          <pc:sldLayoutMkLst>
            <pc:docMk/>
            <pc:sldMasterMk cId="3316734550" sldId="2147483648"/>
            <pc:sldLayoutMk cId="393927180" sldId="2147483664"/>
          </pc:sldLayoutMkLst>
          <pc:spChg chg="mod">
            <ac:chgData name="Rob Heathcote" userId="62419938-1f1d-43ca-9327-cfd6c1894440" providerId="ADAL" clId="{14933B22-CE16-40FA-806D-F5A17F595228}" dt="2020-03-05T08:12:43.541" v="13" actId="207"/>
            <ac:spMkLst>
              <pc:docMk/>
              <pc:sldMasterMk cId="3316734550" sldId="2147483648"/>
              <pc:sldLayoutMk cId="393927180" sldId="2147483664"/>
              <ac:spMk id="6" creationId="{00000000-0000-0000-0000-000000000000}"/>
            </ac:spMkLst>
          </pc:spChg>
          <pc:picChg chg="add del">
            <ac:chgData name="Rob Heathcote" userId="62419938-1f1d-43ca-9327-cfd6c1894440" providerId="ADAL" clId="{14933B22-CE16-40FA-806D-F5A17F595228}" dt="2020-03-05T08:13:30.032" v="16"/>
            <ac:picMkLst>
              <pc:docMk/>
              <pc:sldMasterMk cId="3316734550" sldId="2147483648"/>
              <pc:sldLayoutMk cId="393927180" sldId="2147483664"/>
              <ac:picMk id="5" creationId="{0E24EF5F-2681-4CDC-B414-248472D2E65E}"/>
            </ac:picMkLst>
          </pc:picChg>
          <pc:cxnChg chg="mod">
            <ac:chgData name="Rob Heathcote" userId="62419938-1f1d-43ca-9327-cfd6c1894440" providerId="ADAL" clId="{14933B22-CE16-40FA-806D-F5A17F595228}" dt="2020-03-05T09:25:52.622" v="77" actId="14100"/>
            <ac:cxnSpMkLst>
              <pc:docMk/>
              <pc:sldMasterMk cId="3316734550" sldId="2147483648"/>
              <pc:sldLayoutMk cId="393927180" sldId="2147483664"/>
              <ac:cxnSpMk id="9" creationId="{00000000-0000-0000-0000-000000000000}"/>
            </ac:cxnSpMkLst>
          </pc:cxnChg>
        </pc:sldLayoutChg>
        <pc:sldLayoutChg chg="addSp delSp modSp">
          <pc:chgData name="Rob Heathcote" userId="62419938-1f1d-43ca-9327-cfd6c1894440" providerId="ADAL" clId="{14933B22-CE16-40FA-806D-F5A17F595228}" dt="2020-03-05T08:24:57.501" v="75"/>
          <pc:sldLayoutMkLst>
            <pc:docMk/>
            <pc:sldMasterMk cId="3316734550" sldId="2147483648"/>
            <pc:sldLayoutMk cId="2767036606" sldId="2147483665"/>
          </pc:sldLayoutMkLst>
          <pc:spChg chg="mod">
            <ac:chgData name="Rob Heathcote" userId="62419938-1f1d-43ca-9327-cfd6c1894440" providerId="ADAL" clId="{14933B22-CE16-40FA-806D-F5A17F595228}" dt="2020-03-05T08:13:48.712" v="25" actId="20577"/>
            <ac:spMkLst>
              <pc:docMk/>
              <pc:sldMasterMk cId="3316734550" sldId="2147483648"/>
              <pc:sldLayoutMk cId="2767036606" sldId="2147483665"/>
              <ac:spMk id="8" creationId="{00000000-0000-0000-0000-000000000000}"/>
            </ac:spMkLst>
          </pc:spChg>
          <pc:spChg chg="mod">
            <ac:chgData name="Rob Heathcote" userId="62419938-1f1d-43ca-9327-cfd6c1894440" providerId="ADAL" clId="{14933B22-CE16-40FA-806D-F5A17F595228}" dt="2020-03-05T08:24:57.501" v="75"/>
            <ac:spMkLst>
              <pc:docMk/>
              <pc:sldMasterMk cId="3316734550" sldId="2147483648"/>
              <pc:sldLayoutMk cId="2767036606" sldId="2147483665"/>
              <ac:spMk id="14" creationId="{00000000-0000-0000-0000-000000000000}"/>
            </ac:spMkLst>
          </pc:spChg>
          <pc:picChg chg="add ord">
            <ac:chgData name="Rob Heathcote" userId="62419938-1f1d-43ca-9327-cfd6c1894440" providerId="ADAL" clId="{14933B22-CE16-40FA-806D-F5A17F595228}" dt="2020-03-05T08:16:09.678" v="64" actId="171"/>
            <ac:picMkLst>
              <pc:docMk/>
              <pc:sldMasterMk cId="3316734550" sldId="2147483648"/>
              <pc:sldLayoutMk cId="2767036606" sldId="2147483665"/>
              <ac:picMk id="6" creationId="{DCAC4C13-93D9-48B3-A051-5A790C655DA8}"/>
            </ac:picMkLst>
          </pc:picChg>
          <pc:picChg chg="del">
            <ac:chgData name="Rob Heathcote" userId="62419938-1f1d-43ca-9327-cfd6c1894440" providerId="ADAL" clId="{14933B22-CE16-40FA-806D-F5A17F595228}" dt="2020-03-05T08:15:25.766" v="40" actId="478"/>
            <ac:picMkLst>
              <pc:docMk/>
              <pc:sldMasterMk cId="3316734550" sldId="2147483648"/>
              <pc:sldLayoutMk cId="2767036606" sldId="2147483665"/>
              <ac:picMk id="7" creationId="{00000000-0000-0000-0000-000000000000}"/>
            </ac:picMkLst>
          </pc:picChg>
        </pc:sldLayoutChg>
        <pc:sldLayoutChg chg="addSp delSp">
          <pc:chgData name="Rob Heathcote" userId="62419938-1f1d-43ca-9327-cfd6c1894440" providerId="ADAL" clId="{14933B22-CE16-40FA-806D-F5A17F595228}" dt="2020-03-05T09:29:19.312" v="99" actId="478"/>
          <pc:sldLayoutMkLst>
            <pc:docMk/>
            <pc:sldMasterMk cId="3316734550" sldId="2147483648"/>
            <pc:sldLayoutMk cId="3939891126" sldId="2147483666"/>
          </pc:sldLayoutMkLst>
          <pc:picChg chg="del">
            <ac:chgData name="Rob Heathcote" userId="62419938-1f1d-43ca-9327-cfd6c1894440" providerId="ADAL" clId="{14933B22-CE16-40FA-806D-F5A17F595228}" dt="2020-03-05T09:29:19.312" v="99" actId="478"/>
            <ac:picMkLst>
              <pc:docMk/>
              <pc:sldMasterMk cId="3316734550" sldId="2147483648"/>
              <pc:sldLayoutMk cId="3939891126" sldId="2147483666"/>
              <ac:picMk id="6" creationId="{00000000-0000-0000-0000-000000000000}"/>
            </ac:picMkLst>
          </pc:picChg>
          <pc:picChg chg="add">
            <ac:chgData name="Rob Heathcote" userId="62419938-1f1d-43ca-9327-cfd6c1894440" providerId="ADAL" clId="{14933B22-CE16-40FA-806D-F5A17F595228}" dt="2020-03-05T08:26:02.660" v="76"/>
            <ac:picMkLst>
              <pc:docMk/>
              <pc:sldMasterMk cId="3316734550" sldId="2147483648"/>
              <pc:sldLayoutMk cId="3939891126" sldId="2147483666"/>
              <ac:picMk id="9" creationId="{0919CE46-A311-4B12-B17D-D33A924CF930}"/>
            </ac:picMkLst>
          </pc:picChg>
        </pc:sldLayoutChg>
      </pc:sldMasterChg>
    </pc:docChg>
  </pc:docChgLst>
  <pc:docChgLst>
    <pc:chgData name="Mike Bloys" userId="1248c4d8-7b2b-4b32-b8bd-163ae845f9bb" providerId="ADAL" clId="{6B731184-56C7-41F7-A2AC-5C3D027D7E9C}"/>
    <pc:docChg chg="modSld modMainMaster">
      <pc:chgData name="Mike Bloys" userId="1248c4d8-7b2b-4b32-b8bd-163ae845f9bb" providerId="ADAL" clId="{6B731184-56C7-41F7-A2AC-5C3D027D7E9C}" dt="2020-05-29T13:55:36.594" v="2"/>
      <pc:docMkLst>
        <pc:docMk/>
      </pc:docMkLst>
      <pc:sldChg chg="addSp delSp modSp">
        <pc:chgData name="Mike Bloys" userId="1248c4d8-7b2b-4b32-b8bd-163ae845f9bb" providerId="ADAL" clId="{6B731184-56C7-41F7-A2AC-5C3D027D7E9C}" dt="2020-05-29T13:55:33.042" v="1" actId="21"/>
        <pc:sldMkLst>
          <pc:docMk/>
          <pc:sldMk cId="3097358543" sldId="260"/>
        </pc:sldMkLst>
        <pc:spChg chg="mod">
          <ac:chgData name="Mike Bloys" userId="1248c4d8-7b2b-4b32-b8bd-163ae845f9bb" providerId="ADAL" clId="{6B731184-56C7-41F7-A2AC-5C3D027D7E9C}" dt="2020-05-29T13:55:30.803" v="0"/>
          <ac:spMkLst>
            <pc:docMk/>
            <pc:sldMk cId="3097358543" sldId="260"/>
            <ac:spMk id="3" creationId="{37828B74-A53E-4A19-BF3B-928DCA25C2D6}"/>
          </ac:spMkLst>
        </pc:spChg>
        <pc:grpChg chg="add del mod">
          <ac:chgData name="Mike Bloys" userId="1248c4d8-7b2b-4b32-b8bd-163ae845f9bb" providerId="ADAL" clId="{6B731184-56C7-41F7-A2AC-5C3D027D7E9C}" dt="2020-05-29T13:55:33.042" v="1" actId="21"/>
          <ac:grpSpMkLst>
            <pc:docMk/>
            <pc:sldMk cId="3097358543" sldId="260"/>
            <ac:grpSpMk id="2" creationId="{71B5E9AC-0178-4197-8C18-EC56B37B6D02}"/>
          </ac:grpSpMkLst>
        </pc:grpChg>
        <pc:picChg chg="mod">
          <ac:chgData name="Mike Bloys" userId="1248c4d8-7b2b-4b32-b8bd-163ae845f9bb" providerId="ADAL" clId="{6B731184-56C7-41F7-A2AC-5C3D027D7E9C}" dt="2020-05-29T13:55:30.803" v="0"/>
          <ac:picMkLst>
            <pc:docMk/>
            <pc:sldMk cId="3097358543" sldId="260"/>
            <ac:picMk id="4" creationId="{801922A2-457D-4B0A-B393-C4ADDB4EEFA3}"/>
          </ac:picMkLst>
        </pc:picChg>
      </pc:sldChg>
      <pc:sldMasterChg chg="modSldLayout">
        <pc:chgData name="Mike Bloys" userId="1248c4d8-7b2b-4b32-b8bd-163ae845f9bb" providerId="ADAL" clId="{6B731184-56C7-41F7-A2AC-5C3D027D7E9C}" dt="2020-05-29T13:55:36.594" v="2"/>
        <pc:sldMasterMkLst>
          <pc:docMk/>
          <pc:sldMasterMk cId="3316734550" sldId="2147483648"/>
        </pc:sldMasterMkLst>
        <pc:sldLayoutChg chg="addSp modSp">
          <pc:chgData name="Mike Bloys" userId="1248c4d8-7b2b-4b32-b8bd-163ae845f9bb" providerId="ADAL" clId="{6B731184-56C7-41F7-A2AC-5C3D027D7E9C}" dt="2020-05-29T13:55:36.594" v="2"/>
          <pc:sldLayoutMkLst>
            <pc:docMk/>
            <pc:sldMasterMk cId="3316734550" sldId="2147483648"/>
            <pc:sldLayoutMk cId="3886385901" sldId="2147483649"/>
          </pc:sldLayoutMkLst>
          <pc:spChg chg="mod">
            <ac:chgData name="Mike Bloys" userId="1248c4d8-7b2b-4b32-b8bd-163ae845f9bb" providerId="ADAL" clId="{6B731184-56C7-41F7-A2AC-5C3D027D7E9C}" dt="2020-05-29T13:55:36.594" v="2"/>
            <ac:spMkLst>
              <pc:docMk/>
              <pc:sldMasterMk cId="3316734550" sldId="2147483648"/>
              <pc:sldLayoutMk cId="3886385901" sldId="2147483649"/>
              <ac:spMk id="4" creationId="{BCD2AD0D-24A3-4322-BA34-FAC46813F9B8}"/>
            </ac:spMkLst>
          </pc:spChg>
          <pc:grpChg chg="add mod">
            <ac:chgData name="Mike Bloys" userId="1248c4d8-7b2b-4b32-b8bd-163ae845f9bb" providerId="ADAL" clId="{6B731184-56C7-41F7-A2AC-5C3D027D7E9C}" dt="2020-05-29T13:55:36.594" v="2"/>
            <ac:grpSpMkLst>
              <pc:docMk/>
              <pc:sldMasterMk cId="3316734550" sldId="2147483648"/>
              <pc:sldLayoutMk cId="3886385901" sldId="2147483649"/>
              <ac:grpSpMk id="3" creationId="{8257D1D6-CE02-40CC-86C3-B2B90C9DFD98}"/>
            </ac:grpSpMkLst>
          </pc:grpChg>
          <pc:picChg chg="mod">
            <ac:chgData name="Mike Bloys" userId="1248c4d8-7b2b-4b32-b8bd-163ae845f9bb" providerId="ADAL" clId="{6B731184-56C7-41F7-A2AC-5C3D027D7E9C}" dt="2020-05-29T13:55:36.594" v="2"/>
            <ac:picMkLst>
              <pc:docMk/>
              <pc:sldMasterMk cId="3316734550" sldId="2147483648"/>
              <pc:sldLayoutMk cId="3886385901" sldId="2147483649"/>
              <ac:picMk id="6" creationId="{B62A96A5-E859-4C1C-8B8C-B33ED0C4A0CF}"/>
            </ac:picMkLst>
          </pc:picChg>
        </pc:sldLayoutChg>
      </pc:sldMasterChg>
    </pc:docChg>
  </pc:docChgLst>
  <pc:docChgLst>
    <pc:chgData name="Leonora Sheppard" userId="3688f6d8-1f97-408e-a4fe-cc859c551ddb" providerId="ADAL" clId="{B43D4965-21F1-4C13-9D0D-C9F3123D2FCC}"/>
    <pc:docChg chg="custSel modSld">
      <pc:chgData name="Leonora Sheppard" userId="3688f6d8-1f97-408e-a4fe-cc859c551ddb" providerId="ADAL" clId="{B43D4965-21F1-4C13-9D0D-C9F3123D2FCC}" dt="2021-11-26T16:08:16.479" v="3" actId="313"/>
      <pc:docMkLst>
        <pc:docMk/>
      </pc:docMkLst>
      <pc:sldChg chg="modSp mod">
        <pc:chgData name="Leonora Sheppard" userId="3688f6d8-1f97-408e-a4fe-cc859c551ddb" providerId="ADAL" clId="{B43D4965-21F1-4C13-9D0D-C9F3123D2FCC}" dt="2021-11-26T16:08:16.479" v="3" actId="313"/>
        <pc:sldMkLst>
          <pc:docMk/>
          <pc:sldMk cId="696720256" sldId="343"/>
        </pc:sldMkLst>
        <pc:spChg chg="mod">
          <ac:chgData name="Leonora Sheppard" userId="3688f6d8-1f97-408e-a4fe-cc859c551ddb" providerId="ADAL" clId="{B43D4965-21F1-4C13-9D0D-C9F3123D2FCC}" dt="2021-11-26T16:08:16.479" v="3" actId="313"/>
          <ac:spMkLst>
            <pc:docMk/>
            <pc:sldMk cId="696720256" sldId="343"/>
            <ac:spMk id="3" creationId="{E4875394-5916-4C99-B652-DDCC8BFA49CC}"/>
          </ac:spMkLst>
        </pc:spChg>
      </pc:sldChg>
    </pc:docChg>
  </pc:docChgLst>
  <pc:docChgLst>
    <pc:chgData name="Mike Bloys" userId="S::mike.bloys@pgonline.co.uk::1248c4d8-7b2b-4b32-b8bd-163ae845f9bb" providerId="AD" clId="Web-{74438129-ABCA-9B9D-0108-C0E0522A1F16}"/>
    <pc:docChg chg="modSld">
      <pc:chgData name="Mike Bloys" userId="S::mike.bloys@pgonline.co.uk::1248c4d8-7b2b-4b32-b8bd-163ae845f9bb" providerId="AD" clId="Web-{74438129-ABCA-9B9D-0108-C0E0522A1F16}" dt="2021-12-02T12:01:31.791" v="1" actId="14100"/>
      <pc:docMkLst>
        <pc:docMk/>
      </pc:docMkLst>
      <pc:sldChg chg="modSp">
        <pc:chgData name="Mike Bloys" userId="S::mike.bloys@pgonline.co.uk::1248c4d8-7b2b-4b32-b8bd-163ae845f9bb" providerId="AD" clId="Web-{74438129-ABCA-9B9D-0108-C0E0522A1F16}" dt="2021-12-02T12:01:17.587" v="0" actId="14100"/>
        <pc:sldMkLst>
          <pc:docMk/>
          <pc:sldMk cId="3154823620" sldId="340"/>
        </pc:sldMkLst>
        <pc:spChg chg="mod">
          <ac:chgData name="Mike Bloys" userId="S::mike.bloys@pgonline.co.uk::1248c4d8-7b2b-4b32-b8bd-163ae845f9bb" providerId="AD" clId="Web-{74438129-ABCA-9B9D-0108-C0E0522A1F16}" dt="2021-12-02T12:01:17.587" v="0" actId="14100"/>
          <ac:spMkLst>
            <pc:docMk/>
            <pc:sldMk cId="3154823620" sldId="340"/>
            <ac:spMk id="3" creationId="{E4875394-5916-4C99-B652-DDCC8BFA49CC}"/>
          </ac:spMkLst>
        </pc:spChg>
      </pc:sldChg>
      <pc:sldChg chg="modSp">
        <pc:chgData name="Mike Bloys" userId="S::mike.bloys@pgonline.co.uk::1248c4d8-7b2b-4b32-b8bd-163ae845f9bb" providerId="AD" clId="Web-{74438129-ABCA-9B9D-0108-C0E0522A1F16}" dt="2021-12-02T12:01:31.791" v="1" actId="14100"/>
        <pc:sldMkLst>
          <pc:docMk/>
          <pc:sldMk cId="3151727409" sldId="345"/>
        </pc:sldMkLst>
        <pc:spChg chg="mod">
          <ac:chgData name="Mike Bloys" userId="S::mike.bloys@pgonline.co.uk::1248c4d8-7b2b-4b32-b8bd-163ae845f9bb" providerId="AD" clId="Web-{74438129-ABCA-9B9D-0108-C0E0522A1F16}" dt="2021-12-02T12:01:31.791" v="1" actId="14100"/>
          <ac:spMkLst>
            <pc:docMk/>
            <pc:sldMk cId="3151727409" sldId="345"/>
            <ac:spMk id="3" creationId="{E4875394-5916-4C99-B652-DDCC8BFA49C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56C703-0827-4D98-8015-40DEE3C186A7}" type="datetimeFigureOut">
              <a:rPr lang="en-GB" smtClean="0"/>
              <a:t>02/12/2021</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798D5B-57F4-4A7F-8DDC-A432FF1B0DAA}" type="slidenum">
              <a:rPr lang="en-GB" smtClean="0"/>
              <a:t>‹#›</a:t>
            </a:fld>
            <a:endParaRPr lang="en-GB"/>
          </a:p>
        </p:txBody>
      </p:sp>
    </p:spTree>
    <p:extLst>
      <p:ext uri="{BB962C8B-B14F-4D97-AF65-F5344CB8AC3E}">
        <p14:creationId xmlns:p14="http://schemas.microsoft.com/office/powerpoint/2010/main" val="804381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69798D5B-57F4-4A7F-8DDC-A432FF1B0DAA}" type="slidenum">
              <a:rPr lang="en-GB" smtClean="0"/>
              <a:t>2</a:t>
            </a:fld>
            <a:endParaRPr lang="en-GB"/>
          </a:p>
        </p:txBody>
      </p:sp>
    </p:spTree>
    <p:extLst>
      <p:ext uri="{BB962C8B-B14F-4D97-AF65-F5344CB8AC3E}">
        <p14:creationId xmlns:p14="http://schemas.microsoft.com/office/powerpoint/2010/main" val="22194890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jpe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4.jpeg"/><Relationship Id="rId5" Type="http://schemas.openxmlformats.org/officeDocument/2006/relationships/image" Target="../media/image3.sv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66C617B-0A74-4623-A698-327CD1F18CC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0"/>
            <a:ext cx="9144000" cy="6858000"/>
          </a:xfrm>
          <a:prstGeom prst="rect">
            <a:avLst/>
          </a:prstGeom>
        </p:spPr>
      </p:pic>
    </p:spTree>
    <p:extLst>
      <p:ext uri="{BB962C8B-B14F-4D97-AF65-F5344CB8AC3E}">
        <p14:creationId xmlns:p14="http://schemas.microsoft.com/office/powerpoint/2010/main" val="3886385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rgbClr val="2C3039"/>
        </a:solidFill>
        <a:effectLst/>
      </p:bgPr>
    </p:bg>
    <p:spTree>
      <p:nvGrpSpPr>
        <p:cNvPr id="1" name=""/>
        <p:cNvGrpSpPr/>
        <p:nvPr/>
      </p:nvGrpSpPr>
      <p:grpSpPr>
        <a:xfrm>
          <a:off x="0" y="0"/>
          <a:ext cx="0" cy="0"/>
          <a:chOff x="0" y="0"/>
          <a:chExt cx="0" cy="0"/>
        </a:xfrm>
      </p:grpSpPr>
      <p:cxnSp>
        <p:nvCxnSpPr>
          <p:cNvPr id="8" name="Straight Connector 7"/>
          <p:cNvCxnSpPr>
            <a:cxnSpLocks/>
          </p:cNvCxnSpPr>
          <p:nvPr userDrawn="1"/>
        </p:nvCxnSpPr>
        <p:spPr>
          <a:xfrm>
            <a:off x="584200" y="1702800"/>
            <a:ext cx="0" cy="4033730"/>
          </a:xfrm>
          <a:prstGeom prst="line">
            <a:avLst/>
          </a:prstGeom>
          <a:ln w="2857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6" name="Text Placeholder 11">
            <a:extLst>
              <a:ext uri="{FF2B5EF4-FFF2-40B4-BE49-F238E27FC236}">
                <a16:creationId xmlns:a16="http://schemas.microsoft.com/office/drawing/2014/main" id="{7AA307DE-07B7-024B-8B6E-FEDAD9978E95}"/>
              </a:ext>
            </a:extLst>
          </p:cNvPr>
          <p:cNvSpPr>
            <a:spLocks noGrp="1"/>
          </p:cNvSpPr>
          <p:nvPr>
            <p:ph type="body" sz="quarter" idx="15"/>
          </p:nvPr>
        </p:nvSpPr>
        <p:spPr>
          <a:xfrm>
            <a:off x="724280" y="1704179"/>
            <a:ext cx="7797230" cy="5153821"/>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bg1"/>
                </a:solidFill>
                <a:latin typeface="Arial"/>
                <a:cs typeface="Arial"/>
              </a:defRPr>
            </a:lvl1pPr>
            <a:lvl2pPr marL="723900" indent="-279400">
              <a:lnSpc>
                <a:spcPct val="100000"/>
              </a:lnSpc>
              <a:spcBef>
                <a:spcPts val="0"/>
              </a:spcBef>
              <a:spcAft>
                <a:spcPts val="1200"/>
              </a:spcAft>
              <a:buFont typeface="Arial"/>
              <a:buChar char="•"/>
              <a:defRPr sz="2000">
                <a:solidFill>
                  <a:schemeClr val="bg1"/>
                </a:solidFill>
                <a:latin typeface="Arial"/>
                <a:cs typeface="Arial"/>
              </a:defRPr>
            </a:lvl2pPr>
            <a:lvl3pPr marL="723900" indent="-279400">
              <a:lnSpc>
                <a:spcPct val="100000"/>
              </a:lnSpc>
              <a:spcBef>
                <a:spcPts val="0"/>
              </a:spcBef>
              <a:spcAft>
                <a:spcPts val="1200"/>
              </a:spcAft>
              <a:buFont typeface="Arial"/>
              <a:buChar char="•"/>
              <a:defRPr lang="en-US" sz="2000" kern="1200" baseline="0" dirty="0" smtClean="0">
                <a:solidFill>
                  <a:schemeClr val="bg1"/>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265425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Custom Layout">
    <p:bg>
      <p:bgPr>
        <a:solidFill>
          <a:srgbClr val="AAAA98"/>
        </a:solidFill>
        <a:effectLst/>
      </p:bgPr>
    </p:bg>
    <p:spTree>
      <p:nvGrpSpPr>
        <p:cNvPr id="1" name=""/>
        <p:cNvGrpSpPr/>
        <p:nvPr/>
      </p:nvGrpSpPr>
      <p:grpSpPr>
        <a:xfrm>
          <a:off x="0" y="0"/>
          <a:ext cx="0" cy="0"/>
          <a:chOff x="0" y="0"/>
          <a:chExt cx="0" cy="0"/>
        </a:xfrm>
      </p:grpSpPr>
      <p:cxnSp>
        <p:nvCxnSpPr>
          <p:cNvPr id="9" name="Straight Connector 8"/>
          <p:cNvCxnSpPr>
            <a:cxnSpLocks/>
          </p:cNvCxnSpPr>
          <p:nvPr userDrawn="1"/>
        </p:nvCxnSpPr>
        <p:spPr>
          <a:xfrm>
            <a:off x="584200" y="1702800"/>
            <a:ext cx="0" cy="3391714"/>
          </a:xfrm>
          <a:prstGeom prst="line">
            <a:avLst/>
          </a:prstGeom>
          <a:ln w="2857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6" name="Text Placeholder 11"/>
          <p:cNvSpPr>
            <a:spLocks noGrp="1"/>
          </p:cNvSpPr>
          <p:nvPr>
            <p:ph type="body" sz="quarter" idx="14"/>
          </p:nvPr>
        </p:nvSpPr>
        <p:spPr>
          <a:xfrm>
            <a:off x="723600" y="1702799"/>
            <a:ext cx="7861300" cy="5202498"/>
          </a:xfrm>
          <a:prstGeom prst="rect">
            <a:avLst/>
          </a:prstGeom>
        </p:spPr>
        <p:txBody>
          <a:bodyPr vert="horz" lIns="0" tIns="0" rIns="0" bIns="0"/>
          <a:lstStyle>
            <a:lvl1pPr marL="271463" indent="-271463">
              <a:lnSpc>
                <a:spcPct val="100000"/>
              </a:lnSpc>
              <a:spcBef>
                <a:spcPts val="0"/>
              </a:spcBef>
              <a:spcAft>
                <a:spcPts val="1400"/>
              </a:spcAft>
              <a:buFont typeface="Arial"/>
              <a:buChar char="•"/>
              <a:defRPr sz="2500">
                <a:solidFill>
                  <a:schemeClr val="bg1"/>
                </a:solidFill>
                <a:latin typeface="Arial"/>
                <a:cs typeface="Arial"/>
              </a:defRPr>
            </a:lvl1pPr>
            <a:lvl2pPr marL="0" indent="0">
              <a:lnSpc>
                <a:spcPts val="2000"/>
              </a:lnSpc>
              <a:buNone/>
              <a:defRPr sz="2000">
                <a:solidFill>
                  <a:srgbClr val="9D9FA2"/>
                </a:solidFill>
                <a:latin typeface="Arial"/>
                <a:cs typeface="Arial"/>
              </a:defRPr>
            </a:lvl2pPr>
          </a:lstStyle>
          <a:p>
            <a:pPr lvl="0"/>
            <a:r>
              <a:rPr lang="en-US" dirty="0"/>
              <a:t>Click to edit Master text styles</a:t>
            </a:r>
          </a:p>
        </p:txBody>
      </p:sp>
      <p:sp>
        <p:nvSpPr>
          <p:cNvPr id="8"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Tree>
    <p:extLst>
      <p:ext uri="{BB962C8B-B14F-4D97-AF65-F5344CB8AC3E}">
        <p14:creationId xmlns:p14="http://schemas.microsoft.com/office/powerpoint/2010/main" val="393927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11"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12" name="Text Placeholder 11"/>
          <p:cNvSpPr>
            <a:spLocks noGrp="1"/>
          </p:cNvSpPr>
          <p:nvPr>
            <p:ph type="body" sz="quarter" idx="14"/>
          </p:nvPr>
        </p:nvSpPr>
        <p:spPr>
          <a:xfrm>
            <a:off x="724280" y="1704179"/>
            <a:ext cx="7797230" cy="5153821"/>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chemeClr val="tx2"/>
                </a:solidFill>
                <a:latin typeface="Arial"/>
                <a:cs typeface="Arial"/>
              </a:defRPr>
            </a:lvl2pPr>
            <a:lvl3pPr marL="723900" indent="-279400">
              <a:lnSpc>
                <a:spcPct val="100000"/>
              </a:lnSpc>
              <a:spcBef>
                <a:spcPts val="0"/>
              </a:spcBef>
              <a:spcAft>
                <a:spcPts val="1200"/>
              </a:spcAft>
              <a:buFont typeface="Arial"/>
              <a:buChar char="•"/>
              <a:defRPr lang="en-US" sz="2000" kern="1200" baseline="0" dirty="0" smtClean="0">
                <a:solidFill>
                  <a:srgbClr val="787878"/>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9" name="Graphic 8">
            <a:extLst>
              <a:ext uri="{FF2B5EF4-FFF2-40B4-BE49-F238E27FC236}">
                <a16:creationId xmlns:a16="http://schemas.microsoft.com/office/drawing/2014/main" id="{F8DD0078-FAB6-D14E-8983-738D5228C81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267074" y="6313572"/>
            <a:ext cx="1428387" cy="337136"/>
          </a:xfrm>
          <a:prstGeom prst="rect">
            <a:avLst/>
          </a:prstGeom>
        </p:spPr>
      </p:pic>
      <p:pic>
        <p:nvPicPr>
          <p:cNvPr id="8" name="Picture 7">
            <a:extLst>
              <a:ext uri="{FF2B5EF4-FFF2-40B4-BE49-F238E27FC236}">
                <a16:creationId xmlns:a16="http://schemas.microsoft.com/office/drawing/2014/main" id="{DB6A5B62-5A21-4CE4-A158-31AD7561C4C4}"/>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0" y="0"/>
            <a:ext cx="9144000" cy="609132"/>
          </a:xfrm>
          <a:prstGeom prst="rect">
            <a:avLst/>
          </a:prstGeom>
        </p:spPr>
      </p:pic>
      <p:sp>
        <p:nvSpPr>
          <p:cNvPr id="13" name="TextBox 12">
            <a:extLst>
              <a:ext uri="{FF2B5EF4-FFF2-40B4-BE49-F238E27FC236}">
                <a16:creationId xmlns:a16="http://schemas.microsoft.com/office/drawing/2014/main" id="{98CA17FE-C952-426D-9CCC-F5DEBA20C833}"/>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Interrupts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6 Software</a:t>
            </a:r>
          </a:p>
        </p:txBody>
      </p:sp>
    </p:spTree>
    <p:extLst>
      <p:ext uri="{BB962C8B-B14F-4D97-AF65-F5344CB8AC3E}">
        <p14:creationId xmlns:p14="http://schemas.microsoft.com/office/powerpoint/2010/main" val="4180777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DF3998F-DF8D-594E-B03F-34D750ABAC7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267074" y="6313572"/>
            <a:ext cx="1428387" cy="337136"/>
          </a:xfrm>
          <a:prstGeom prst="rect">
            <a:avLst/>
          </a:prstGeom>
        </p:spPr>
      </p:pic>
      <p:pic>
        <p:nvPicPr>
          <p:cNvPr id="6" name="Picture 5" descr="Untitled-1.png"/>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016500" y="901700"/>
            <a:ext cx="2979807" cy="3251200"/>
          </a:xfrm>
          <a:prstGeom prst="rect">
            <a:avLst/>
          </a:prstGeom>
        </p:spPr>
      </p:pic>
      <p:sp>
        <p:nvSpPr>
          <p:cNvPr id="1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8" name="Text Placeholder 11"/>
          <p:cNvSpPr>
            <a:spLocks noGrp="1"/>
          </p:cNvSpPr>
          <p:nvPr>
            <p:ph type="body" sz="quarter" idx="14"/>
          </p:nvPr>
        </p:nvSpPr>
        <p:spPr>
          <a:xfrm>
            <a:off x="724280" y="1704179"/>
            <a:ext cx="7797230" cy="5153821"/>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chemeClr val="tx2"/>
                </a:solidFill>
                <a:latin typeface="Arial"/>
                <a:cs typeface="Arial"/>
              </a:defRPr>
            </a:lvl2pPr>
            <a:lvl3pPr marL="723900" indent="-279400">
              <a:lnSpc>
                <a:spcPct val="100000"/>
              </a:lnSpc>
              <a:spcBef>
                <a:spcPts val="0"/>
              </a:spcBef>
              <a:spcAft>
                <a:spcPts val="1200"/>
              </a:spcAft>
              <a:buFont typeface="Arial"/>
              <a:buChar char="•"/>
              <a:defRPr lang="en-US" sz="2000" kern="1200" baseline="0" dirty="0" smtClean="0">
                <a:solidFill>
                  <a:srgbClr val="787878"/>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11" name="Picture 10">
            <a:extLst>
              <a:ext uri="{FF2B5EF4-FFF2-40B4-BE49-F238E27FC236}">
                <a16:creationId xmlns:a16="http://schemas.microsoft.com/office/drawing/2014/main" id="{15743B27-4683-48DE-BBA1-15F3B92BDA84}"/>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0" y="0"/>
            <a:ext cx="9144000" cy="609132"/>
          </a:xfrm>
          <a:prstGeom prst="rect">
            <a:avLst/>
          </a:prstGeom>
        </p:spPr>
      </p:pic>
      <p:sp>
        <p:nvSpPr>
          <p:cNvPr id="12" name="TextBox 11">
            <a:extLst>
              <a:ext uri="{FF2B5EF4-FFF2-40B4-BE49-F238E27FC236}">
                <a16:creationId xmlns:a16="http://schemas.microsoft.com/office/drawing/2014/main" id="{AA239C0A-8AC7-4FFA-BAB0-1BE0E9F7B6CC}"/>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Interrupts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6 Software</a:t>
            </a:r>
          </a:p>
        </p:txBody>
      </p:sp>
    </p:spTree>
    <p:extLst>
      <p:ext uri="{BB962C8B-B14F-4D97-AF65-F5344CB8AC3E}">
        <p14:creationId xmlns:p14="http://schemas.microsoft.com/office/powerpoint/2010/main" val="2849720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1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8" name="Text Placeholder 11"/>
          <p:cNvSpPr>
            <a:spLocks noGrp="1"/>
          </p:cNvSpPr>
          <p:nvPr>
            <p:ph type="body" sz="quarter" idx="14"/>
          </p:nvPr>
        </p:nvSpPr>
        <p:spPr>
          <a:xfrm>
            <a:off x="724280" y="1704179"/>
            <a:ext cx="7797230" cy="5153821"/>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chemeClr val="tx2"/>
                </a:solidFill>
                <a:latin typeface="Arial"/>
                <a:cs typeface="Arial"/>
              </a:defRPr>
            </a:lvl2pPr>
            <a:lvl3pPr marL="723900" indent="-279400">
              <a:lnSpc>
                <a:spcPct val="100000"/>
              </a:lnSpc>
              <a:spcBef>
                <a:spcPts val="0"/>
              </a:spcBef>
              <a:spcAft>
                <a:spcPts val="1200"/>
              </a:spcAft>
              <a:buFont typeface="Arial"/>
              <a:buChar char="•"/>
              <a:defRPr lang="en-US" sz="2000" kern="1200" baseline="0" dirty="0" smtClean="0">
                <a:solidFill>
                  <a:srgbClr val="787878"/>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9" name="Graphic 8">
            <a:extLst>
              <a:ext uri="{FF2B5EF4-FFF2-40B4-BE49-F238E27FC236}">
                <a16:creationId xmlns:a16="http://schemas.microsoft.com/office/drawing/2014/main" id="{0919CE46-A311-4B12-B17D-D33A924CF93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684433" y="900257"/>
            <a:ext cx="1474704" cy="554400"/>
          </a:xfrm>
          <a:prstGeom prst="rect">
            <a:avLst/>
          </a:prstGeom>
        </p:spPr>
      </p:pic>
      <p:pic>
        <p:nvPicPr>
          <p:cNvPr id="11" name="Graphic 10">
            <a:extLst>
              <a:ext uri="{FF2B5EF4-FFF2-40B4-BE49-F238E27FC236}">
                <a16:creationId xmlns:a16="http://schemas.microsoft.com/office/drawing/2014/main" id="{D66B5260-29B2-E343-BCDE-4DF21A40A99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267074" y="6313572"/>
            <a:ext cx="1428387" cy="337136"/>
          </a:xfrm>
          <a:prstGeom prst="rect">
            <a:avLst/>
          </a:prstGeom>
        </p:spPr>
      </p:pic>
      <p:pic>
        <p:nvPicPr>
          <p:cNvPr id="13" name="Picture 12">
            <a:extLst>
              <a:ext uri="{FF2B5EF4-FFF2-40B4-BE49-F238E27FC236}">
                <a16:creationId xmlns:a16="http://schemas.microsoft.com/office/drawing/2014/main" id="{ADE812DA-393D-43A1-BAA6-2DBCF73F396D}"/>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0" y="0"/>
            <a:ext cx="9144000" cy="609132"/>
          </a:xfrm>
          <a:prstGeom prst="rect">
            <a:avLst/>
          </a:prstGeom>
        </p:spPr>
      </p:pic>
      <p:sp>
        <p:nvSpPr>
          <p:cNvPr id="14" name="TextBox 13">
            <a:extLst>
              <a:ext uri="{FF2B5EF4-FFF2-40B4-BE49-F238E27FC236}">
                <a16:creationId xmlns:a16="http://schemas.microsoft.com/office/drawing/2014/main" id="{0667D5B9-1471-4F67-8B4B-3BCAE238C0ED}"/>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Interrupts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6 Software</a:t>
            </a:r>
          </a:p>
        </p:txBody>
      </p:sp>
    </p:spTree>
    <p:extLst>
      <p:ext uri="{BB962C8B-B14F-4D97-AF65-F5344CB8AC3E}">
        <p14:creationId xmlns:p14="http://schemas.microsoft.com/office/powerpoint/2010/main" val="3939891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10" name="Text Placeholder 11"/>
          <p:cNvSpPr>
            <a:spLocks noGrp="1"/>
          </p:cNvSpPr>
          <p:nvPr>
            <p:ph type="body" sz="quarter" idx="14"/>
          </p:nvPr>
        </p:nvSpPr>
        <p:spPr>
          <a:xfrm>
            <a:off x="724280" y="1704179"/>
            <a:ext cx="7797230" cy="5153821"/>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chemeClr val="tx2"/>
                </a:solidFill>
                <a:latin typeface="Arial"/>
                <a:cs typeface="Arial"/>
              </a:defRPr>
            </a:lvl2pPr>
            <a:lvl3pPr marL="723900" indent="-279400">
              <a:lnSpc>
                <a:spcPct val="100000"/>
              </a:lnSpc>
              <a:spcBef>
                <a:spcPts val="0"/>
              </a:spcBef>
              <a:spcAft>
                <a:spcPts val="1200"/>
              </a:spcAft>
              <a:buFont typeface="Arial"/>
              <a:buChar char="•"/>
              <a:defRPr lang="en-US" sz="2000" kern="1200" baseline="0" dirty="0" smtClean="0">
                <a:solidFill>
                  <a:srgbClr val="787878"/>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6" name="Picture 5">
            <a:extLst>
              <a:ext uri="{FF2B5EF4-FFF2-40B4-BE49-F238E27FC236}">
                <a16:creationId xmlns:a16="http://schemas.microsoft.com/office/drawing/2014/main" id="{7EA3C958-E779-4B05-9A8C-51ADACBAA747}"/>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0"/>
            <a:ext cx="9144000" cy="609132"/>
          </a:xfrm>
          <a:prstGeom prst="rect">
            <a:avLst/>
          </a:prstGeom>
        </p:spPr>
      </p:pic>
      <p:sp>
        <p:nvSpPr>
          <p:cNvPr id="9" name="TextBox 8">
            <a:extLst>
              <a:ext uri="{FF2B5EF4-FFF2-40B4-BE49-F238E27FC236}">
                <a16:creationId xmlns:a16="http://schemas.microsoft.com/office/drawing/2014/main" id="{12C4C0A5-02B3-48BC-BE0C-851B647787BE}"/>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Interrupts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6 Software</a:t>
            </a:r>
          </a:p>
        </p:txBody>
      </p:sp>
    </p:spTree>
    <p:extLst>
      <p:ext uri="{BB962C8B-B14F-4D97-AF65-F5344CB8AC3E}">
        <p14:creationId xmlns:p14="http://schemas.microsoft.com/office/powerpoint/2010/main" val="3315833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ustom Layout">
    <p:bg>
      <p:bgPr>
        <a:solidFill>
          <a:schemeClr val="tx1"/>
        </a:solidFill>
        <a:effectLst/>
      </p:bgPr>
    </p:bg>
    <p:spTree>
      <p:nvGrpSpPr>
        <p:cNvPr id="1" name=""/>
        <p:cNvGrpSpPr/>
        <p:nvPr/>
      </p:nvGrpSpPr>
      <p:grpSpPr>
        <a:xfrm>
          <a:off x="0" y="0"/>
          <a:ext cx="0" cy="0"/>
          <a:chOff x="0" y="0"/>
          <a:chExt cx="0" cy="0"/>
        </a:xfrm>
      </p:grpSpPr>
      <p:sp>
        <p:nvSpPr>
          <p:cNvPr id="8" name="Rectangle 7"/>
          <p:cNvSpPr/>
          <p:nvPr userDrawn="1"/>
        </p:nvSpPr>
        <p:spPr>
          <a:xfrm>
            <a:off x="676274" y="1701461"/>
            <a:ext cx="7829551" cy="4555093"/>
          </a:xfrm>
          <a:prstGeom prst="rect">
            <a:avLst/>
          </a:prstGeom>
        </p:spPr>
        <p:txBody>
          <a:bodyPr wrap="square">
            <a:spAutoFit/>
          </a:bodyPr>
          <a:lstStyle/>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a:ln>
                  <a:noFill/>
                </a:ln>
                <a:solidFill>
                  <a:schemeClr val="bg1"/>
                </a:solidFill>
                <a:effectLst/>
                <a:uLnTx/>
                <a:uFillTx/>
                <a:latin typeface="Arial"/>
                <a:ea typeface="+mn-ea"/>
                <a:cs typeface="Arial"/>
              </a:rPr>
              <a:t>Copyright</a:t>
            </a:r>
            <a:endParaRPr kumimoji="0" lang="en-GB" sz="1200" b="1" i="0" u="none" strike="noStrike" kern="1200" cap="none" spc="0" normalizeH="0" baseline="0" noProof="0">
              <a:ln>
                <a:noFill/>
              </a:ln>
              <a:solidFill>
                <a:schemeClr val="bg1"/>
              </a:solidFill>
              <a:effectLst/>
              <a:uLnTx/>
              <a:uFillTx/>
              <a:latin typeface="Arial"/>
              <a:ea typeface="+mn-ea"/>
              <a:cs typeface="Arial"/>
            </a:endParaRP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a:ln>
                  <a:noFill/>
                </a:ln>
                <a:solidFill>
                  <a:schemeClr val="bg1"/>
                </a:solidFill>
                <a:effectLst/>
                <a:uLnTx/>
                <a:uFillTx/>
                <a:latin typeface="Arial"/>
                <a:ea typeface="+mn-ea"/>
                <a:cs typeface="Arial"/>
              </a:rPr>
              <a:t>© 2021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a:ln>
                  <a:noFill/>
                </a:ln>
                <a:solidFill>
                  <a:schemeClr val="bg1"/>
                </a:solidFill>
                <a:effectLst/>
                <a:uLnTx/>
                <a:uFillTx/>
                <a:latin typeface="Arial"/>
                <a:ea typeface="+mn-ea"/>
                <a:cs typeface="Arial"/>
              </a:rPr>
              <a:t>The contents of this unit are protected by copyright. </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a:ln>
                  <a:noFill/>
                </a:ln>
                <a:solidFill>
                  <a:schemeClr val="bg1"/>
                </a:solidFill>
                <a:effectLst/>
                <a:uLnTx/>
                <a:uFillTx/>
                <a:latin typeface="Arial"/>
                <a:ea typeface="+mn-ea"/>
                <a:cs typeface="Arial"/>
              </a:rPr>
              <a:t>This unit and all the worksheets, PowerPoint presentations, teaching guides and other associated files distributed with it are supplied to you by PG Online Limited under licence and may be used and copied by you only in accordance with the terms of the licence. Except as expressly permitted by the licence, no part of the materials distributed with this unit may be used, reproduced, stored in a retrieval system, or transmitted, in any form or by any means, electronic or otherwise, without the prior written permission of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a:ln>
                  <a:noFill/>
                </a:ln>
                <a:solidFill>
                  <a:schemeClr val="bg1"/>
                </a:solidFill>
                <a:effectLst/>
                <a:uLnTx/>
                <a:uFillTx/>
                <a:latin typeface="Arial"/>
                <a:ea typeface="+mn-ea"/>
                <a:cs typeface="Arial"/>
              </a:rPr>
              <a:t>Licence agreement</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a:ln>
                  <a:noFill/>
                </a:ln>
                <a:solidFill>
                  <a:schemeClr val="bg1"/>
                </a:solidFill>
                <a:effectLst/>
                <a:uLnTx/>
                <a:uFillTx/>
                <a:latin typeface="Arial"/>
                <a:ea typeface="+mn-ea"/>
                <a:cs typeface="Arial"/>
              </a:rPr>
              <a:t>This is a legal agreement between you, the end user, and PG Online Limited. This unit and all the worksheets, PowerPoint presentations, teaching guides and other associated files distributed with it is licensed, not sold, to you by PG Online Limited for use under the terms of the licence.</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a:ln>
                  <a:noFill/>
                </a:ln>
                <a:solidFill>
                  <a:schemeClr val="bg1"/>
                </a:solidFill>
                <a:effectLst/>
                <a:uLnTx/>
                <a:uFillTx/>
                <a:latin typeface="Arial"/>
                <a:ea typeface="+mn-ea"/>
                <a:cs typeface="Arial"/>
              </a:rPr>
              <a:t>The materials distributed with this unit may be freely copied and used by members of a single institution on a single site only. You are not permitted to share in any way any of the materials or part of the materials with any third party, including users on another site or individuals who are members of a separate institution. You acknowledge that the materials must remain with you, the licencing institution, and no part of the materials may be transferred to another institution. You also agree not to procure, authorise, encourage, facilitate or enable any third party to reproduce these materials in whole or in part without the prior permission of PG Online Limited.</a:t>
            </a:r>
            <a:endParaRPr lang="en-GB" sz="1200">
              <a:solidFill>
                <a:schemeClr val="bg1"/>
              </a:solidFill>
            </a:endParaRPr>
          </a:p>
        </p:txBody>
      </p:sp>
      <p:pic>
        <p:nvPicPr>
          <p:cNvPr id="9" name="Graphic 8">
            <a:extLst>
              <a:ext uri="{FF2B5EF4-FFF2-40B4-BE49-F238E27FC236}">
                <a16:creationId xmlns:a16="http://schemas.microsoft.com/office/drawing/2014/main" id="{21581208-3AFA-F84B-B761-B47CED546C3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267074" y="6313572"/>
            <a:ext cx="1428387" cy="337136"/>
          </a:xfrm>
          <a:prstGeom prst="rect">
            <a:avLst/>
          </a:prstGeom>
        </p:spPr>
      </p:pic>
      <p:pic>
        <p:nvPicPr>
          <p:cNvPr id="6" name="Picture 5">
            <a:extLst>
              <a:ext uri="{FF2B5EF4-FFF2-40B4-BE49-F238E27FC236}">
                <a16:creationId xmlns:a16="http://schemas.microsoft.com/office/drawing/2014/main" id="{F18BF80B-DB39-4B29-AB19-05F839EC6A8C}"/>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0" y="0"/>
            <a:ext cx="9144000" cy="609132"/>
          </a:xfrm>
          <a:prstGeom prst="rect">
            <a:avLst/>
          </a:prstGeom>
        </p:spPr>
      </p:pic>
      <p:sp>
        <p:nvSpPr>
          <p:cNvPr id="11" name="TextBox 10">
            <a:extLst>
              <a:ext uri="{FF2B5EF4-FFF2-40B4-BE49-F238E27FC236}">
                <a16:creationId xmlns:a16="http://schemas.microsoft.com/office/drawing/2014/main" id="{0BA38B5E-1323-4E62-B89F-CCB389A3AE05}"/>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Interrupts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6 Software</a:t>
            </a:r>
          </a:p>
        </p:txBody>
      </p:sp>
    </p:spTree>
    <p:extLst>
      <p:ext uri="{BB962C8B-B14F-4D97-AF65-F5344CB8AC3E}">
        <p14:creationId xmlns:p14="http://schemas.microsoft.com/office/powerpoint/2010/main" val="2767036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734550"/>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64" r:id="rId3"/>
    <p:sldLayoutId id="2147483653" r:id="rId4"/>
    <p:sldLayoutId id="2147483652" r:id="rId5"/>
    <p:sldLayoutId id="2147483666" r:id="rId6"/>
    <p:sldLayoutId id="2147483656" r:id="rId7"/>
    <p:sldLayoutId id="2147483665" r:id="rId8"/>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Layout" Target="../slideLayouts/slideLayout6.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7358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r>
              <a:rPr lang="en-GB"/>
              <a:t>Objectives</a:t>
            </a:r>
          </a:p>
        </p:txBody>
      </p:sp>
      <p:sp>
        <p:nvSpPr>
          <p:cNvPr id="4" name="Text Placeholder 3"/>
          <p:cNvSpPr>
            <a:spLocks noGrp="1"/>
          </p:cNvSpPr>
          <p:nvPr>
            <p:ph type="body" sz="quarter" idx="15"/>
          </p:nvPr>
        </p:nvSpPr>
        <p:spPr/>
        <p:txBody>
          <a:bodyPr/>
          <a:lstStyle/>
          <a:p>
            <a:r>
              <a:rPr lang="en-GB" sz="2400" dirty="0"/>
              <a:t>Understand how hardware, firmware and an operating system are required to run applications</a:t>
            </a:r>
          </a:p>
          <a:p>
            <a:pPr lvl="1"/>
            <a:r>
              <a:rPr lang="en-GB" sz="1900" dirty="0"/>
              <a:t>Understand the role of the bootloader</a:t>
            </a:r>
          </a:p>
          <a:p>
            <a:r>
              <a:rPr lang="en-GB" sz="2400" dirty="0"/>
              <a:t>Describe the role and operation of interrupts including:</a:t>
            </a:r>
          </a:p>
          <a:p>
            <a:pPr lvl="1"/>
            <a:r>
              <a:rPr lang="en-GB" sz="1900" dirty="0"/>
              <a:t>How an interrupt is generated</a:t>
            </a:r>
          </a:p>
          <a:p>
            <a:pPr lvl="1"/>
            <a:r>
              <a:rPr lang="en-GB" sz="1900" dirty="0"/>
              <a:t>How it is handled using an interrupt service routine</a:t>
            </a:r>
          </a:p>
          <a:p>
            <a:pPr lvl="1"/>
            <a:r>
              <a:rPr lang="en-GB" sz="1900" dirty="0"/>
              <a:t>What happens as a result of the interrupts</a:t>
            </a:r>
          </a:p>
          <a:p>
            <a:r>
              <a:rPr lang="en-GB" sz="2400" dirty="0"/>
              <a:t>Be able to describe examples of software and hardware interrupts</a:t>
            </a:r>
          </a:p>
          <a:p>
            <a:pPr lvl="1"/>
            <a:endParaRPr lang="en-GB" sz="1900" dirty="0"/>
          </a:p>
        </p:txBody>
      </p:sp>
    </p:spTree>
    <p:extLst>
      <p:ext uri="{BB962C8B-B14F-4D97-AF65-F5344CB8AC3E}">
        <p14:creationId xmlns:p14="http://schemas.microsoft.com/office/powerpoint/2010/main" val="2542456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4498C45-F969-4B85-A3F6-88B0CDDB9A4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flipH="1">
            <a:off x="-1" y="2482896"/>
            <a:ext cx="9144000" cy="4375104"/>
          </a:xfrm>
          <a:prstGeom prst="rect">
            <a:avLst/>
          </a:prstGeom>
        </p:spPr>
      </p:pic>
      <p:sp>
        <p:nvSpPr>
          <p:cNvPr id="2" name="Text Placeholder 1">
            <a:extLst>
              <a:ext uri="{FF2B5EF4-FFF2-40B4-BE49-F238E27FC236}">
                <a16:creationId xmlns:a16="http://schemas.microsoft.com/office/drawing/2014/main" id="{1E9F7B0E-F8F4-42BE-B8BD-AC7936EB6EFE}"/>
              </a:ext>
            </a:extLst>
          </p:cNvPr>
          <p:cNvSpPr>
            <a:spLocks noGrp="1"/>
          </p:cNvSpPr>
          <p:nvPr>
            <p:ph type="body" sz="quarter" idx="13"/>
          </p:nvPr>
        </p:nvSpPr>
        <p:spPr/>
        <p:txBody>
          <a:bodyPr/>
          <a:lstStyle/>
          <a:p>
            <a:r>
              <a:rPr lang="en-GB"/>
              <a:t>Starter</a:t>
            </a:r>
          </a:p>
        </p:txBody>
      </p:sp>
      <p:sp>
        <p:nvSpPr>
          <p:cNvPr id="3" name="Text Placeholder 2">
            <a:extLst>
              <a:ext uri="{FF2B5EF4-FFF2-40B4-BE49-F238E27FC236}">
                <a16:creationId xmlns:a16="http://schemas.microsoft.com/office/drawing/2014/main" id="{E4875394-5916-4C99-B652-DDCC8BFA49CC}"/>
              </a:ext>
            </a:extLst>
          </p:cNvPr>
          <p:cNvSpPr>
            <a:spLocks noGrp="1"/>
          </p:cNvSpPr>
          <p:nvPr>
            <p:ph type="body" sz="quarter" idx="14"/>
          </p:nvPr>
        </p:nvSpPr>
        <p:spPr/>
        <p:txBody>
          <a:bodyPr/>
          <a:lstStyle/>
          <a:p>
            <a:r>
              <a:rPr lang="en-GB"/>
              <a:t>ROM on a computer stores programs that cannot be changed as they are stored on Read Only Memory</a:t>
            </a:r>
          </a:p>
          <a:p>
            <a:pPr lvl="1"/>
            <a:r>
              <a:rPr lang="en-GB"/>
              <a:t>Are these programs software or hardware?</a:t>
            </a:r>
          </a:p>
          <a:p>
            <a:pPr lvl="1"/>
            <a:r>
              <a:rPr lang="en-GB"/>
              <a:t>Discuss your thoughts with a partner</a:t>
            </a:r>
          </a:p>
        </p:txBody>
      </p:sp>
      <p:pic>
        <p:nvPicPr>
          <p:cNvPr id="8" name="Graphic 7">
            <a:extLst>
              <a:ext uri="{FF2B5EF4-FFF2-40B4-BE49-F238E27FC236}">
                <a16:creationId xmlns:a16="http://schemas.microsoft.com/office/drawing/2014/main" id="{41E0502F-05C9-49F9-AF13-8364209A23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1065947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4D4F500-4F82-48F1-B26C-800BC931B368}"/>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5418142" y="4365999"/>
            <a:ext cx="3725857" cy="2461726"/>
          </a:xfrm>
          <a:prstGeom prst="rect">
            <a:avLst/>
          </a:prstGeom>
        </p:spPr>
      </p:pic>
      <p:sp>
        <p:nvSpPr>
          <p:cNvPr id="2" name="Text Placeholder 1">
            <a:extLst>
              <a:ext uri="{FF2B5EF4-FFF2-40B4-BE49-F238E27FC236}">
                <a16:creationId xmlns:a16="http://schemas.microsoft.com/office/drawing/2014/main" id="{1E9F7B0E-F8F4-42BE-B8BD-AC7936EB6EFE}"/>
              </a:ext>
            </a:extLst>
          </p:cNvPr>
          <p:cNvSpPr>
            <a:spLocks noGrp="1"/>
          </p:cNvSpPr>
          <p:nvPr>
            <p:ph type="body" sz="quarter" idx="13"/>
          </p:nvPr>
        </p:nvSpPr>
        <p:spPr/>
        <p:txBody>
          <a:bodyPr/>
          <a:lstStyle/>
          <a:p>
            <a:r>
              <a:rPr lang="en-GB"/>
              <a:t>Firmware</a:t>
            </a:r>
          </a:p>
        </p:txBody>
      </p:sp>
      <p:sp>
        <p:nvSpPr>
          <p:cNvPr id="3" name="Text Placeholder 2">
            <a:extLst>
              <a:ext uri="{FF2B5EF4-FFF2-40B4-BE49-F238E27FC236}">
                <a16:creationId xmlns:a16="http://schemas.microsoft.com/office/drawing/2014/main" id="{E4875394-5916-4C99-B652-DDCC8BFA49CC}"/>
              </a:ext>
            </a:extLst>
          </p:cNvPr>
          <p:cNvSpPr>
            <a:spLocks noGrp="1"/>
          </p:cNvSpPr>
          <p:nvPr>
            <p:ph type="body" sz="quarter" idx="14"/>
          </p:nvPr>
        </p:nvSpPr>
        <p:spPr>
          <a:xfrm>
            <a:off x="724280" y="1714861"/>
            <a:ext cx="7818594" cy="5141401"/>
          </a:xfrm>
        </p:spPr>
        <p:txBody>
          <a:bodyPr/>
          <a:lstStyle/>
          <a:p>
            <a:r>
              <a:rPr lang="en-GB"/>
              <a:t>Hardware is named after the fact it is physically hard</a:t>
            </a:r>
          </a:p>
          <a:p>
            <a:pPr lvl="1"/>
            <a:r>
              <a:rPr lang="en-GB"/>
              <a:t>The term is used for all physical components of a computer or peripherals</a:t>
            </a:r>
          </a:p>
          <a:p>
            <a:pPr lvl="1"/>
            <a:r>
              <a:rPr lang="en-GB"/>
              <a:t>Software isn’t a physical object, so it is given the opposite name (soft rather than hard)</a:t>
            </a:r>
          </a:p>
          <a:p>
            <a:r>
              <a:rPr lang="en-GB">
                <a:solidFill>
                  <a:srgbClr val="FF0000"/>
                </a:solidFill>
              </a:rPr>
              <a:t>Firmware</a:t>
            </a:r>
            <a:r>
              <a:rPr lang="en-GB"/>
              <a:t> (between hard and soft) contains programs that are stored permanently in hardware</a:t>
            </a:r>
          </a:p>
          <a:p>
            <a:pPr lvl="1"/>
            <a:r>
              <a:rPr lang="en-GB"/>
              <a:t>The BIOS stored on a computer </a:t>
            </a:r>
            <a:br>
              <a:rPr lang="en-GB"/>
            </a:br>
            <a:r>
              <a:rPr lang="en-GB"/>
              <a:t>is stored on a flash ROM</a:t>
            </a:r>
          </a:p>
          <a:p>
            <a:pPr lvl="1"/>
            <a:r>
              <a:rPr lang="en-GB"/>
              <a:t>It can only be updated by flashing </a:t>
            </a:r>
            <a:br>
              <a:rPr lang="en-GB"/>
            </a:br>
            <a:r>
              <a:rPr lang="en-GB"/>
              <a:t>the ROM</a:t>
            </a:r>
          </a:p>
          <a:p>
            <a:pPr lvl="1"/>
            <a:r>
              <a:rPr lang="en-GB"/>
              <a:t>Other peripherals may have their own firmware</a:t>
            </a:r>
          </a:p>
        </p:txBody>
      </p:sp>
      <p:pic>
        <p:nvPicPr>
          <p:cNvPr id="8" name="Graphic 7">
            <a:extLst>
              <a:ext uri="{FF2B5EF4-FFF2-40B4-BE49-F238E27FC236}">
                <a16:creationId xmlns:a16="http://schemas.microsoft.com/office/drawing/2014/main" id="{8D4BEC7D-AB71-4A7C-AFB4-03C13A57C69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3154823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A668A34-6807-481F-8FDB-2C9655010C9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09132"/>
            <a:ext cx="9144000" cy="6248868"/>
          </a:xfrm>
          <a:prstGeom prst="rect">
            <a:avLst/>
          </a:prstGeom>
        </p:spPr>
      </p:pic>
      <p:sp>
        <p:nvSpPr>
          <p:cNvPr id="2" name="Text Placeholder 1">
            <a:extLst>
              <a:ext uri="{FF2B5EF4-FFF2-40B4-BE49-F238E27FC236}">
                <a16:creationId xmlns:a16="http://schemas.microsoft.com/office/drawing/2014/main" id="{1E9F7B0E-F8F4-42BE-B8BD-AC7936EB6EFE}"/>
              </a:ext>
            </a:extLst>
          </p:cNvPr>
          <p:cNvSpPr>
            <a:spLocks noGrp="1"/>
          </p:cNvSpPr>
          <p:nvPr>
            <p:ph type="body" sz="quarter" idx="13"/>
          </p:nvPr>
        </p:nvSpPr>
        <p:spPr/>
        <p:txBody>
          <a:bodyPr/>
          <a:lstStyle/>
          <a:p>
            <a:r>
              <a:rPr lang="en-GB">
                <a:solidFill>
                  <a:schemeClr val="bg1"/>
                </a:solidFill>
              </a:rPr>
              <a:t>Bootloader</a:t>
            </a:r>
          </a:p>
        </p:txBody>
      </p:sp>
      <p:sp>
        <p:nvSpPr>
          <p:cNvPr id="3" name="Text Placeholder 2">
            <a:extLst>
              <a:ext uri="{FF2B5EF4-FFF2-40B4-BE49-F238E27FC236}">
                <a16:creationId xmlns:a16="http://schemas.microsoft.com/office/drawing/2014/main" id="{E4875394-5916-4C99-B652-DDCC8BFA49CC}"/>
              </a:ext>
            </a:extLst>
          </p:cNvPr>
          <p:cNvSpPr>
            <a:spLocks noGrp="1"/>
          </p:cNvSpPr>
          <p:nvPr>
            <p:ph type="body" sz="quarter" idx="14"/>
          </p:nvPr>
        </p:nvSpPr>
        <p:spPr>
          <a:xfrm>
            <a:off x="724280" y="1714861"/>
            <a:ext cx="7818594" cy="5141401"/>
          </a:xfrm>
        </p:spPr>
        <p:txBody>
          <a:bodyPr/>
          <a:lstStyle/>
          <a:p>
            <a:r>
              <a:rPr lang="en-GB" dirty="0">
                <a:solidFill>
                  <a:schemeClr val="bg1"/>
                </a:solidFill>
              </a:rPr>
              <a:t>When you first turn on a computer it starts running firmware stored in the ROM</a:t>
            </a:r>
          </a:p>
          <a:p>
            <a:pPr lvl="1"/>
            <a:r>
              <a:rPr lang="en-GB" dirty="0">
                <a:solidFill>
                  <a:schemeClr val="bg1"/>
                </a:solidFill>
              </a:rPr>
              <a:t>These instructions then load the</a:t>
            </a:r>
            <a:br>
              <a:rPr lang="en-GB" dirty="0">
                <a:solidFill>
                  <a:schemeClr val="bg1"/>
                </a:solidFill>
              </a:rPr>
            </a:br>
            <a:r>
              <a:rPr lang="en-GB" dirty="0">
                <a:solidFill>
                  <a:schemeClr val="bg1"/>
                </a:solidFill>
              </a:rPr>
              <a:t>first instructions from the hard disk </a:t>
            </a:r>
            <a:br>
              <a:rPr lang="en-GB" dirty="0">
                <a:solidFill>
                  <a:schemeClr val="bg1"/>
                </a:solidFill>
              </a:rPr>
            </a:br>
            <a:r>
              <a:rPr lang="en-GB" dirty="0">
                <a:solidFill>
                  <a:schemeClr val="bg1"/>
                </a:solidFill>
              </a:rPr>
              <a:t>telling the computer what tasks </a:t>
            </a:r>
            <a:br>
              <a:rPr lang="en-GB" dirty="0">
                <a:solidFill>
                  <a:schemeClr val="bg1"/>
                </a:solidFill>
              </a:rPr>
            </a:br>
            <a:r>
              <a:rPr lang="en-GB" dirty="0">
                <a:solidFill>
                  <a:schemeClr val="bg1"/>
                </a:solidFill>
              </a:rPr>
              <a:t>to do</a:t>
            </a:r>
          </a:p>
          <a:p>
            <a:pPr lvl="1"/>
            <a:r>
              <a:rPr lang="en-GB" dirty="0">
                <a:solidFill>
                  <a:schemeClr val="bg1"/>
                </a:solidFill>
              </a:rPr>
              <a:t>The part of the hard disk that stores </a:t>
            </a:r>
            <a:br>
              <a:rPr lang="en-GB" dirty="0">
                <a:solidFill>
                  <a:schemeClr val="bg1"/>
                </a:solidFill>
              </a:rPr>
            </a:br>
            <a:r>
              <a:rPr lang="en-GB" dirty="0">
                <a:solidFill>
                  <a:schemeClr val="bg1"/>
                </a:solidFill>
              </a:rPr>
              <a:t>these instructions is the boot sector</a:t>
            </a:r>
          </a:p>
          <a:p>
            <a:pPr lvl="1"/>
            <a:r>
              <a:rPr lang="en-GB" dirty="0">
                <a:solidFill>
                  <a:schemeClr val="bg1"/>
                </a:solidFill>
              </a:rPr>
              <a:t>Turning on a computer is </a:t>
            </a:r>
            <a:br>
              <a:rPr lang="en-GB" dirty="0">
                <a:solidFill>
                  <a:schemeClr val="bg1"/>
                </a:solidFill>
              </a:rPr>
            </a:br>
            <a:r>
              <a:rPr lang="en-GB" dirty="0">
                <a:solidFill>
                  <a:schemeClr val="bg1"/>
                </a:solidFill>
              </a:rPr>
              <a:t>known as ‘booting’ after </a:t>
            </a:r>
            <a:br>
              <a:rPr lang="en-GB" dirty="0">
                <a:solidFill>
                  <a:schemeClr val="bg1"/>
                </a:solidFill>
              </a:rPr>
            </a:br>
            <a:r>
              <a:rPr lang="en-GB" dirty="0">
                <a:solidFill>
                  <a:schemeClr val="bg1"/>
                </a:solidFill>
              </a:rPr>
              <a:t>“pulling yourself up by </a:t>
            </a:r>
            <a:br>
              <a:rPr lang="en-GB" dirty="0">
                <a:solidFill>
                  <a:schemeClr val="bg1"/>
                </a:solidFill>
              </a:rPr>
            </a:br>
            <a:r>
              <a:rPr lang="en-GB" dirty="0">
                <a:solidFill>
                  <a:schemeClr val="bg1"/>
                </a:solidFill>
              </a:rPr>
              <a:t>your bootstraps”</a:t>
            </a:r>
          </a:p>
          <a:p>
            <a:endParaRPr lang="en-GB" dirty="0">
              <a:solidFill>
                <a:schemeClr val="bg1"/>
              </a:solidFill>
            </a:endParaRPr>
          </a:p>
          <a:p>
            <a:pPr lvl="1"/>
            <a:endParaRPr lang="en-GB" dirty="0">
              <a:solidFill>
                <a:schemeClr val="bg1"/>
              </a:solidFill>
            </a:endParaRPr>
          </a:p>
        </p:txBody>
      </p:sp>
      <p:pic>
        <p:nvPicPr>
          <p:cNvPr id="12" name="Graphic 11">
            <a:extLst>
              <a:ext uri="{FF2B5EF4-FFF2-40B4-BE49-F238E27FC236}">
                <a16:creationId xmlns:a16="http://schemas.microsoft.com/office/drawing/2014/main" id="{904C3DD8-600B-4C73-9B3A-9858928A88F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3151727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E9F7B0E-F8F4-42BE-B8BD-AC7936EB6EFE}"/>
              </a:ext>
            </a:extLst>
          </p:cNvPr>
          <p:cNvSpPr>
            <a:spLocks noGrp="1"/>
          </p:cNvSpPr>
          <p:nvPr>
            <p:ph type="body" sz="quarter" idx="13"/>
          </p:nvPr>
        </p:nvSpPr>
        <p:spPr/>
        <p:txBody>
          <a:bodyPr/>
          <a:lstStyle/>
          <a:p>
            <a:r>
              <a:rPr lang="en-GB"/>
              <a:t>Running applications</a:t>
            </a:r>
          </a:p>
        </p:txBody>
      </p:sp>
      <p:sp>
        <p:nvSpPr>
          <p:cNvPr id="3" name="Text Placeholder 2">
            <a:extLst>
              <a:ext uri="{FF2B5EF4-FFF2-40B4-BE49-F238E27FC236}">
                <a16:creationId xmlns:a16="http://schemas.microsoft.com/office/drawing/2014/main" id="{E4875394-5916-4C99-B652-DDCC8BFA49CC}"/>
              </a:ext>
            </a:extLst>
          </p:cNvPr>
          <p:cNvSpPr>
            <a:spLocks noGrp="1"/>
          </p:cNvSpPr>
          <p:nvPr>
            <p:ph type="body" sz="quarter" idx="14"/>
          </p:nvPr>
        </p:nvSpPr>
        <p:spPr>
          <a:xfrm>
            <a:off x="724280" y="1704179"/>
            <a:ext cx="5427945" cy="5153821"/>
          </a:xfrm>
        </p:spPr>
        <p:txBody>
          <a:bodyPr/>
          <a:lstStyle/>
          <a:p>
            <a:r>
              <a:rPr lang="en-GB" dirty="0"/>
              <a:t>Applications run on the computer’s operating system</a:t>
            </a:r>
          </a:p>
          <a:p>
            <a:pPr lvl="1"/>
            <a:r>
              <a:rPr lang="en-GB" dirty="0"/>
              <a:t>If they need to access hardware, they do this via ‘calls’ to the operating system or device drivers</a:t>
            </a:r>
          </a:p>
          <a:p>
            <a:r>
              <a:rPr lang="en-GB" dirty="0"/>
              <a:t>The operating system itself runs on top of the firmware</a:t>
            </a:r>
          </a:p>
          <a:p>
            <a:pPr lvl="1"/>
            <a:r>
              <a:rPr lang="en-GB" dirty="0"/>
              <a:t>The bootloader and other firmware runs on the physical hardware itself</a:t>
            </a:r>
          </a:p>
        </p:txBody>
      </p:sp>
      <p:sp>
        <p:nvSpPr>
          <p:cNvPr id="22" name="Freeform: Shape 21">
            <a:extLst>
              <a:ext uri="{FF2B5EF4-FFF2-40B4-BE49-F238E27FC236}">
                <a16:creationId xmlns:a16="http://schemas.microsoft.com/office/drawing/2014/main" id="{6BDC7668-BEDA-4E44-9BB8-0677A7F09916}"/>
              </a:ext>
            </a:extLst>
          </p:cNvPr>
          <p:cNvSpPr/>
          <p:nvPr/>
        </p:nvSpPr>
        <p:spPr>
          <a:xfrm>
            <a:off x="6347965" y="1577005"/>
            <a:ext cx="2192784" cy="1203510"/>
          </a:xfrm>
          <a:custGeom>
            <a:avLst/>
            <a:gdLst>
              <a:gd name="connsiteX0" fmla="*/ 0 w 2192784"/>
              <a:gd name="connsiteY0" fmla="*/ 0 h 1203510"/>
              <a:gd name="connsiteX1" fmla="*/ 2192784 w 2192784"/>
              <a:gd name="connsiteY1" fmla="*/ 0 h 1203510"/>
              <a:gd name="connsiteX2" fmla="*/ 2192784 w 2192784"/>
              <a:gd name="connsiteY2" fmla="*/ 932140 h 1203510"/>
              <a:gd name="connsiteX3" fmla="*/ 916188 w 2192784"/>
              <a:gd name="connsiteY3" fmla="*/ 932140 h 1203510"/>
              <a:gd name="connsiteX4" fmla="*/ 916188 w 2192784"/>
              <a:gd name="connsiteY4" fmla="*/ 1067825 h 1203510"/>
              <a:gd name="connsiteX5" fmla="*/ 1047133 w 2192784"/>
              <a:gd name="connsiteY5" fmla="*/ 1067825 h 1203510"/>
              <a:gd name="connsiteX6" fmla="*/ 785242 w 2192784"/>
              <a:gd name="connsiteY6" fmla="*/ 1203510 h 1203510"/>
              <a:gd name="connsiteX7" fmla="*/ 523351 w 2192784"/>
              <a:gd name="connsiteY7" fmla="*/ 1067825 h 1203510"/>
              <a:gd name="connsiteX8" fmla="*/ 654297 w 2192784"/>
              <a:gd name="connsiteY8" fmla="*/ 1067825 h 1203510"/>
              <a:gd name="connsiteX9" fmla="*/ 654297 w 2192784"/>
              <a:gd name="connsiteY9" fmla="*/ 932140 h 1203510"/>
              <a:gd name="connsiteX10" fmla="*/ 0 w 2192784"/>
              <a:gd name="connsiteY10" fmla="*/ 932140 h 1203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92784" h="1203510">
                <a:moveTo>
                  <a:pt x="0" y="0"/>
                </a:moveTo>
                <a:lnTo>
                  <a:pt x="2192784" y="0"/>
                </a:lnTo>
                <a:lnTo>
                  <a:pt x="2192784" y="932140"/>
                </a:lnTo>
                <a:lnTo>
                  <a:pt x="916188" y="932140"/>
                </a:lnTo>
                <a:lnTo>
                  <a:pt x="916188" y="1067825"/>
                </a:lnTo>
                <a:lnTo>
                  <a:pt x="1047133" y="1067825"/>
                </a:lnTo>
                <a:lnTo>
                  <a:pt x="785242" y="1203510"/>
                </a:lnTo>
                <a:lnTo>
                  <a:pt x="523351" y="1067825"/>
                </a:lnTo>
                <a:lnTo>
                  <a:pt x="654297" y="1067825"/>
                </a:lnTo>
                <a:lnTo>
                  <a:pt x="654297" y="932140"/>
                </a:lnTo>
                <a:lnTo>
                  <a:pt x="0" y="932140"/>
                </a:lnTo>
                <a:close/>
              </a:path>
            </a:pathLst>
          </a:custGeom>
          <a:solidFill>
            <a:srgbClr val="AAAA98"/>
          </a:solidFill>
          <a:ln>
            <a:noFill/>
          </a:ln>
          <a:effectLst/>
        </p:spPr>
        <p:style>
          <a:lnRef idx="1">
            <a:schemeClr val="accent6"/>
          </a:lnRef>
          <a:fillRef idx="3">
            <a:schemeClr val="accent6"/>
          </a:fillRef>
          <a:effectRef idx="2">
            <a:schemeClr val="accent6"/>
          </a:effectRef>
          <a:fontRef idx="minor">
            <a:schemeClr val="lt1"/>
          </a:fontRef>
        </p:style>
        <p:txBody>
          <a:bodyPr wrap="square" rtlCol="0" anchor="ctr">
            <a:noAutofit/>
          </a:bodyPr>
          <a:lstStyle/>
          <a:p>
            <a:pPr algn="ctr"/>
            <a:r>
              <a:rPr lang="en-GB"/>
              <a:t>Applications</a:t>
            </a:r>
          </a:p>
          <a:p>
            <a:pPr algn="ctr"/>
            <a:endParaRPr lang="en-GB"/>
          </a:p>
        </p:txBody>
      </p:sp>
      <p:sp>
        <p:nvSpPr>
          <p:cNvPr id="23" name="Freeform: Shape 22">
            <a:extLst>
              <a:ext uri="{FF2B5EF4-FFF2-40B4-BE49-F238E27FC236}">
                <a16:creationId xmlns:a16="http://schemas.microsoft.com/office/drawing/2014/main" id="{FC6DB064-D9C8-4DB3-93E6-CBAE871292D0}"/>
              </a:ext>
            </a:extLst>
          </p:cNvPr>
          <p:cNvSpPr/>
          <p:nvPr/>
        </p:nvSpPr>
        <p:spPr>
          <a:xfrm>
            <a:off x="6347965" y="2509145"/>
            <a:ext cx="2192784" cy="1474880"/>
          </a:xfrm>
          <a:custGeom>
            <a:avLst/>
            <a:gdLst>
              <a:gd name="connsiteX0" fmla="*/ 1506554 w 2192784"/>
              <a:gd name="connsiteY0" fmla="*/ 0 h 1474880"/>
              <a:gd name="connsiteX1" fmla="*/ 1766225 w 2192784"/>
              <a:gd name="connsiteY1" fmla="*/ 135685 h 1474880"/>
              <a:gd name="connsiteX2" fmla="*/ 1636389 w 2192784"/>
              <a:gd name="connsiteY2" fmla="*/ 135685 h 1474880"/>
              <a:gd name="connsiteX3" fmla="*/ 1636389 w 2192784"/>
              <a:gd name="connsiteY3" fmla="*/ 271370 h 1474880"/>
              <a:gd name="connsiteX4" fmla="*/ 2192784 w 2192784"/>
              <a:gd name="connsiteY4" fmla="*/ 271370 h 1474880"/>
              <a:gd name="connsiteX5" fmla="*/ 2192784 w 2192784"/>
              <a:gd name="connsiteY5" fmla="*/ 1203510 h 1474880"/>
              <a:gd name="connsiteX6" fmla="*/ 916189 w 2192784"/>
              <a:gd name="connsiteY6" fmla="*/ 1203510 h 1474880"/>
              <a:gd name="connsiteX7" fmla="*/ 916189 w 2192784"/>
              <a:gd name="connsiteY7" fmla="*/ 1339195 h 1474880"/>
              <a:gd name="connsiteX8" fmla="*/ 1047134 w 2192784"/>
              <a:gd name="connsiteY8" fmla="*/ 1339195 h 1474880"/>
              <a:gd name="connsiteX9" fmla="*/ 785243 w 2192784"/>
              <a:gd name="connsiteY9" fmla="*/ 1474880 h 1474880"/>
              <a:gd name="connsiteX10" fmla="*/ 523352 w 2192784"/>
              <a:gd name="connsiteY10" fmla="*/ 1339195 h 1474880"/>
              <a:gd name="connsiteX11" fmla="*/ 654298 w 2192784"/>
              <a:gd name="connsiteY11" fmla="*/ 1339195 h 1474880"/>
              <a:gd name="connsiteX12" fmla="*/ 654298 w 2192784"/>
              <a:gd name="connsiteY12" fmla="*/ 1203510 h 1474880"/>
              <a:gd name="connsiteX13" fmla="*/ 0 w 2192784"/>
              <a:gd name="connsiteY13" fmla="*/ 1203510 h 1474880"/>
              <a:gd name="connsiteX14" fmla="*/ 0 w 2192784"/>
              <a:gd name="connsiteY14" fmla="*/ 271370 h 1474880"/>
              <a:gd name="connsiteX15" fmla="*/ 1376718 w 2192784"/>
              <a:gd name="connsiteY15" fmla="*/ 271370 h 1474880"/>
              <a:gd name="connsiteX16" fmla="*/ 1376718 w 2192784"/>
              <a:gd name="connsiteY16" fmla="*/ 135685 h 1474880"/>
              <a:gd name="connsiteX17" fmla="*/ 1246882 w 2192784"/>
              <a:gd name="connsiteY17" fmla="*/ 135685 h 147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92784" h="1474880">
                <a:moveTo>
                  <a:pt x="1506554" y="0"/>
                </a:moveTo>
                <a:lnTo>
                  <a:pt x="1766225" y="135685"/>
                </a:lnTo>
                <a:lnTo>
                  <a:pt x="1636389" y="135685"/>
                </a:lnTo>
                <a:lnTo>
                  <a:pt x="1636389" y="271370"/>
                </a:lnTo>
                <a:lnTo>
                  <a:pt x="2192784" y="271370"/>
                </a:lnTo>
                <a:lnTo>
                  <a:pt x="2192784" y="1203510"/>
                </a:lnTo>
                <a:lnTo>
                  <a:pt x="916189" y="1203510"/>
                </a:lnTo>
                <a:lnTo>
                  <a:pt x="916189" y="1339195"/>
                </a:lnTo>
                <a:lnTo>
                  <a:pt x="1047134" y="1339195"/>
                </a:lnTo>
                <a:lnTo>
                  <a:pt x="785243" y="1474880"/>
                </a:lnTo>
                <a:lnTo>
                  <a:pt x="523352" y="1339195"/>
                </a:lnTo>
                <a:lnTo>
                  <a:pt x="654298" y="1339195"/>
                </a:lnTo>
                <a:lnTo>
                  <a:pt x="654298" y="1203510"/>
                </a:lnTo>
                <a:lnTo>
                  <a:pt x="0" y="1203510"/>
                </a:lnTo>
                <a:lnTo>
                  <a:pt x="0" y="271370"/>
                </a:lnTo>
                <a:lnTo>
                  <a:pt x="1376718" y="271370"/>
                </a:lnTo>
                <a:lnTo>
                  <a:pt x="1376718" y="135685"/>
                </a:lnTo>
                <a:lnTo>
                  <a:pt x="1246882" y="135685"/>
                </a:lnTo>
                <a:close/>
              </a:path>
            </a:pathLst>
          </a:custGeom>
          <a:solidFill>
            <a:schemeClr val="tx2"/>
          </a:solidFill>
          <a:ln>
            <a:noFill/>
          </a:ln>
          <a:effectLst/>
        </p:spPr>
        <p:style>
          <a:lnRef idx="1">
            <a:schemeClr val="accent5"/>
          </a:lnRef>
          <a:fillRef idx="3">
            <a:schemeClr val="accent5"/>
          </a:fillRef>
          <a:effectRef idx="2">
            <a:schemeClr val="accent5"/>
          </a:effectRef>
          <a:fontRef idx="minor">
            <a:schemeClr val="lt1"/>
          </a:fontRef>
        </p:style>
        <p:txBody>
          <a:bodyPr wrap="square" rtlCol="0" anchor="ctr">
            <a:noAutofit/>
          </a:bodyPr>
          <a:lstStyle/>
          <a:p>
            <a:pPr algn="ctr"/>
            <a:r>
              <a:rPr lang="en-GB"/>
              <a:t>Operating system</a:t>
            </a:r>
          </a:p>
        </p:txBody>
      </p:sp>
      <p:sp>
        <p:nvSpPr>
          <p:cNvPr id="24" name="Freeform: Shape 23">
            <a:extLst>
              <a:ext uri="{FF2B5EF4-FFF2-40B4-BE49-F238E27FC236}">
                <a16:creationId xmlns:a16="http://schemas.microsoft.com/office/drawing/2014/main" id="{9644B277-AA15-49A3-B69C-675B8F5D2595}"/>
              </a:ext>
            </a:extLst>
          </p:cNvPr>
          <p:cNvSpPr/>
          <p:nvPr/>
        </p:nvSpPr>
        <p:spPr>
          <a:xfrm>
            <a:off x="6347965" y="3712655"/>
            <a:ext cx="2192784" cy="1474880"/>
          </a:xfrm>
          <a:custGeom>
            <a:avLst/>
            <a:gdLst>
              <a:gd name="connsiteX0" fmla="*/ 1502546 w 2192784"/>
              <a:gd name="connsiteY0" fmla="*/ 0 h 1474880"/>
              <a:gd name="connsiteX1" fmla="*/ 1762217 w 2192784"/>
              <a:gd name="connsiteY1" fmla="*/ 135685 h 1474880"/>
              <a:gd name="connsiteX2" fmla="*/ 1632381 w 2192784"/>
              <a:gd name="connsiteY2" fmla="*/ 135685 h 1474880"/>
              <a:gd name="connsiteX3" fmla="*/ 1632381 w 2192784"/>
              <a:gd name="connsiteY3" fmla="*/ 271370 h 1474880"/>
              <a:gd name="connsiteX4" fmla="*/ 2192784 w 2192784"/>
              <a:gd name="connsiteY4" fmla="*/ 271370 h 1474880"/>
              <a:gd name="connsiteX5" fmla="*/ 2192784 w 2192784"/>
              <a:gd name="connsiteY5" fmla="*/ 1203510 h 1474880"/>
              <a:gd name="connsiteX6" fmla="*/ 920628 w 2192784"/>
              <a:gd name="connsiteY6" fmla="*/ 1203510 h 1474880"/>
              <a:gd name="connsiteX7" fmla="*/ 920628 w 2192784"/>
              <a:gd name="connsiteY7" fmla="*/ 1339195 h 1474880"/>
              <a:gd name="connsiteX8" fmla="*/ 1051573 w 2192784"/>
              <a:gd name="connsiteY8" fmla="*/ 1339195 h 1474880"/>
              <a:gd name="connsiteX9" fmla="*/ 789682 w 2192784"/>
              <a:gd name="connsiteY9" fmla="*/ 1474880 h 1474880"/>
              <a:gd name="connsiteX10" fmla="*/ 527791 w 2192784"/>
              <a:gd name="connsiteY10" fmla="*/ 1339195 h 1474880"/>
              <a:gd name="connsiteX11" fmla="*/ 658737 w 2192784"/>
              <a:gd name="connsiteY11" fmla="*/ 1339195 h 1474880"/>
              <a:gd name="connsiteX12" fmla="*/ 658737 w 2192784"/>
              <a:gd name="connsiteY12" fmla="*/ 1203510 h 1474880"/>
              <a:gd name="connsiteX13" fmla="*/ 0 w 2192784"/>
              <a:gd name="connsiteY13" fmla="*/ 1203510 h 1474880"/>
              <a:gd name="connsiteX14" fmla="*/ 0 w 2192784"/>
              <a:gd name="connsiteY14" fmla="*/ 271370 h 1474880"/>
              <a:gd name="connsiteX15" fmla="*/ 1372710 w 2192784"/>
              <a:gd name="connsiteY15" fmla="*/ 271370 h 1474880"/>
              <a:gd name="connsiteX16" fmla="*/ 1372710 w 2192784"/>
              <a:gd name="connsiteY16" fmla="*/ 135685 h 1474880"/>
              <a:gd name="connsiteX17" fmla="*/ 1242874 w 2192784"/>
              <a:gd name="connsiteY17" fmla="*/ 135685 h 147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92784" h="1474880">
                <a:moveTo>
                  <a:pt x="1502546" y="0"/>
                </a:moveTo>
                <a:lnTo>
                  <a:pt x="1762217" y="135685"/>
                </a:lnTo>
                <a:lnTo>
                  <a:pt x="1632381" y="135685"/>
                </a:lnTo>
                <a:lnTo>
                  <a:pt x="1632381" y="271370"/>
                </a:lnTo>
                <a:lnTo>
                  <a:pt x="2192784" y="271370"/>
                </a:lnTo>
                <a:lnTo>
                  <a:pt x="2192784" y="1203510"/>
                </a:lnTo>
                <a:lnTo>
                  <a:pt x="920628" y="1203510"/>
                </a:lnTo>
                <a:lnTo>
                  <a:pt x="920628" y="1339195"/>
                </a:lnTo>
                <a:lnTo>
                  <a:pt x="1051573" y="1339195"/>
                </a:lnTo>
                <a:lnTo>
                  <a:pt x="789682" y="1474880"/>
                </a:lnTo>
                <a:lnTo>
                  <a:pt x="527791" y="1339195"/>
                </a:lnTo>
                <a:lnTo>
                  <a:pt x="658737" y="1339195"/>
                </a:lnTo>
                <a:lnTo>
                  <a:pt x="658737" y="1203510"/>
                </a:lnTo>
                <a:lnTo>
                  <a:pt x="0" y="1203510"/>
                </a:lnTo>
                <a:lnTo>
                  <a:pt x="0" y="271370"/>
                </a:lnTo>
                <a:lnTo>
                  <a:pt x="1372710" y="271370"/>
                </a:lnTo>
                <a:lnTo>
                  <a:pt x="1372710" y="135685"/>
                </a:lnTo>
                <a:lnTo>
                  <a:pt x="1242874" y="135685"/>
                </a:lnTo>
                <a:close/>
              </a:path>
            </a:pathLst>
          </a:custGeom>
          <a:solidFill>
            <a:srgbClr val="787878"/>
          </a:solidFill>
          <a:ln>
            <a:noFill/>
          </a:ln>
          <a:effectLst/>
        </p:spPr>
        <p:style>
          <a:lnRef idx="1">
            <a:schemeClr val="accent4"/>
          </a:lnRef>
          <a:fillRef idx="3">
            <a:schemeClr val="accent4"/>
          </a:fillRef>
          <a:effectRef idx="2">
            <a:schemeClr val="accent4"/>
          </a:effectRef>
          <a:fontRef idx="minor">
            <a:schemeClr val="lt1"/>
          </a:fontRef>
        </p:style>
        <p:txBody>
          <a:bodyPr wrap="square" rtlCol="0" anchor="ctr">
            <a:noAutofit/>
          </a:bodyPr>
          <a:lstStyle/>
          <a:p>
            <a:pPr algn="ctr"/>
            <a:r>
              <a:rPr lang="en-GB"/>
              <a:t>Firmware</a:t>
            </a:r>
          </a:p>
        </p:txBody>
      </p:sp>
      <p:sp>
        <p:nvSpPr>
          <p:cNvPr id="21" name="Freeform: Shape 20">
            <a:extLst>
              <a:ext uri="{FF2B5EF4-FFF2-40B4-BE49-F238E27FC236}">
                <a16:creationId xmlns:a16="http://schemas.microsoft.com/office/drawing/2014/main" id="{30196B31-2772-4C5D-B9EC-9C35938BD4DC}"/>
              </a:ext>
            </a:extLst>
          </p:cNvPr>
          <p:cNvSpPr/>
          <p:nvPr/>
        </p:nvSpPr>
        <p:spPr>
          <a:xfrm>
            <a:off x="6347965" y="4916165"/>
            <a:ext cx="2192784" cy="1203510"/>
          </a:xfrm>
          <a:custGeom>
            <a:avLst/>
            <a:gdLst>
              <a:gd name="connsiteX0" fmla="*/ 1498538 w 2192784"/>
              <a:gd name="connsiteY0" fmla="*/ 0 h 1203510"/>
              <a:gd name="connsiteX1" fmla="*/ 1758209 w 2192784"/>
              <a:gd name="connsiteY1" fmla="*/ 135685 h 1203510"/>
              <a:gd name="connsiteX2" fmla="*/ 1628373 w 2192784"/>
              <a:gd name="connsiteY2" fmla="*/ 135685 h 1203510"/>
              <a:gd name="connsiteX3" fmla="*/ 1628373 w 2192784"/>
              <a:gd name="connsiteY3" fmla="*/ 271370 h 1203510"/>
              <a:gd name="connsiteX4" fmla="*/ 2192784 w 2192784"/>
              <a:gd name="connsiteY4" fmla="*/ 271370 h 1203510"/>
              <a:gd name="connsiteX5" fmla="*/ 2192784 w 2192784"/>
              <a:gd name="connsiteY5" fmla="*/ 1203510 h 1203510"/>
              <a:gd name="connsiteX6" fmla="*/ 0 w 2192784"/>
              <a:gd name="connsiteY6" fmla="*/ 1203510 h 1203510"/>
              <a:gd name="connsiteX7" fmla="*/ 0 w 2192784"/>
              <a:gd name="connsiteY7" fmla="*/ 271370 h 1203510"/>
              <a:gd name="connsiteX8" fmla="*/ 1368702 w 2192784"/>
              <a:gd name="connsiteY8" fmla="*/ 271370 h 1203510"/>
              <a:gd name="connsiteX9" fmla="*/ 1368702 w 2192784"/>
              <a:gd name="connsiteY9" fmla="*/ 135685 h 1203510"/>
              <a:gd name="connsiteX10" fmla="*/ 1238866 w 2192784"/>
              <a:gd name="connsiteY10" fmla="*/ 135685 h 1203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92784" h="1203510">
                <a:moveTo>
                  <a:pt x="1498538" y="0"/>
                </a:moveTo>
                <a:lnTo>
                  <a:pt x="1758209" y="135685"/>
                </a:lnTo>
                <a:lnTo>
                  <a:pt x="1628373" y="135685"/>
                </a:lnTo>
                <a:lnTo>
                  <a:pt x="1628373" y="271370"/>
                </a:lnTo>
                <a:lnTo>
                  <a:pt x="2192784" y="271370"/>
                </a:lnTo>
                <a:lnTo>
                  <a:pt x="2192784" y="1203510"/>
                </a:lnTo>
                <a:lnTo>
                  <a:pt x="0" y="1203510"/>
                </a:lnTo>
                <a:lnTo>
                  <a:pt x="0" y="271370"/>
                </a:lnTo>
                <a:lnTo>
                  <a:pt x="1368702" y="271370"/>
                </a:lnTo>
                <a:lnTo>
                  <a:pt x="1368702" y="135685"/>
                </a:lnTo>
                <a:lnTo>
                  <a:pt x="1238866" y="135685"/>
                </a:lnTo>
                <a:close/>
              </a:path>
            </a:pathLst>
          </a:custGeom>
          <a:solidFill>
            <a:srgbClr val="CFD2D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GB"/>
          </a:p>
          <a:p>
            <a:pPr algn="ctr"/>
            <a:r>
              <a:rPr lang="en-GB">
                <a:solidFill>
                  <a:srgbClr val="787878"/>
                </a:solidFill>
              </a:rPr>
              <a:t>Hardware</a:t>
            </a:r>
          </a:p>
        </p:txBody>
      </p:sp>
    </p:spTree>
    <p:extLst>
      <p:ext uri="{BB962C8B-B14F-4D97-AF65-F5344CB8AC3E}">
        <p14:creationId xmlns:p14="http://schemas.microsoft.com/office/powerpoint/2010/main" val="1621333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r>
              <a:rPr lang="en-GB">
                <a:sym typeface="Wingdings" panose="05000000000000000000" pitchFamily="2" charset="2"/>
              </a:rPr>
              <a:t>Worksheet 3</a:t>
            </a:r>
          </a:p>
        </p:txBody>
      </p:sp>
      <p:sp>
        <p:nvSpPr>
          <p:cNvPr id="4" name="Text Placeholder 3"/>
          <p:cNvSpPr>
            <a:spLocks noGrp="1"/>
          </p:cNvSpPr>
          <p:nvPr>
            <p:ph type="body" sz="quarter" idx="14"/>
          </p:nvPr>
        </p:nvSpPr>
        <p:spPr/>
        <p:txBody>
          <a:bodyPr/>
          <a:lstStyle/>
          <a:p>
            <a:r>
              <a:rPr lang="en-GB"/>
              <a:t>Complete </a:t>
            </a:r>
            <a:r>
              <a:rPr lang="en-GB" b="1"/>
              <a:t>Task 1 </a:t>
            </a:r>
            <a:r>
              <a:rPr lang="en-GB"/>
              <a:t>on </a:t>
            </a:r>
            <a:r>
              <a:rPr lang="en-GB" b="1"/>
              <a:t>Worksheet 3</a:t>
            </a:r>
          </a:p>
          <a:p>
            <a:endParaRPr lang="en-GB"/>
          </a:p>
        </p:txBody>
      </p:sp>
    </p:spTree>
    <p:extLst>
      <p:ext uri="{BB962C8B-B14F-4D97-AF65-F5344CB8AC3E}">
        <p14:creationId xmlns:p14="http://schemas.microsoft.com/office/powerpoint/2010/main" val="1540939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12B95F7-5C5B-4FC6-AB3B-742475D8CC7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999164" y="1440631"/>
            <a:ext cx="4144836" cy="4726564"/>
          </a:xfrm>
          <a:prstGeom prst="rect">
            <a:avLst/>
          </a:prstGeom>
        </p:spPr>
      </p:pic>
      <p:sp>
        <p:nvSpPr>
          <p:cNvPr id="2" name="Text Placeholder 1">
            <a:extLst>
              <a:ext uri="{FF2B5EF4-FFF2-40B4-BE49-F238E27FC236}">
                <a16:creationId xmlns:a16="http://schemas.microsoft.com/office/drawing/2014/main" id="{1E9F7B0E-F8F4-42BE-B8BD-AC7936EB6EFE}"/>
              </a:ext>
            </a:extLst>
          </p:cNvPr>
          <p:cNvSpPr>
            <a:spLocks noGrp="1"/>
          </p:cNvSpPr>
          <p:nvPr>
            <p:ph type="body" sz="quarter" idx="13"/>
          </p:nvPr>
        </p:nvSpPr>
        <p:spPr/>
        <p:txBody>
          <a:bodyPr/>
          <a:lstStyle/>
          <a:p>
            <a:r>
              <a:rPr lang="en-GB"/>
              <a:t>Interrupts</a:t>
            </a:r>
          </a:p>
        </p:txBody>
      </p:sp>
      <p:sp>
        <p:nvSpPr>
          <p:cNvPr id="3" name="Text Placeholder 2">
            <a:extLst>
              <a:ext uri="{FF2B5EF4-FFF2-40B4-BE49-F238E27FC236}">
                <a16:creationId xmlns:a16="http://schemas.microsoft.com/office/drawing/2014/main" id="{E4875394-5916-4C99-B652-DDCC8BFA49CC}"/>
              </a:ext>
            </a:extLst>
          </p:cNvPr>
          <p:cNvSpPr>
            <a:spLocks noGrp="1"/>
          </p:cNvSpPr>
          <p:nvPr>
            <p:ph type="body" sz="quarter" idx="14"/>
          </p:nvPr>
        </p:nvSpPr>
        <p:spPr/>
        <p:txBody>
          <a:bodyPr/>
          <a:lstStyle/>
          <a:p>
            <a:r>
              <a:rPr lang="en-GB"/>
              <a:t>When you need to get the </a:t>
            </a:r>
            <a:br>
              <a:rPr lang="en-GB"/>
            </a:br>
            <a:r>
              <a:rPr lang="en-GB"/>
              <a:t>attention of someone who is busy </a:t>
            </a:r>
            <a:br>
              <a:rPr lang="en-GB"/>
            </a:br>
            <a:r>
              <a:rPr lang="en-GB"/>
              <a:t>you need to interrupt them</a:t>
            </a:r>
          </a:p>
          <a:p>
            <a:pPr lvl="1"/>
            <a:r>
              <a:rPr lang="en-GB"/>
              <a:t>In the same way, peripheral devices </a:t>
            </a:r>
            <a:br>
              <a:rPr lang="en-GB"/>
            </a:br>
            <a:r>
              <a:rPr lang="en-GB"/>
              <a:t>also need to get the attention of the CPU</a:t>
            </a:r>
          </a:p>
          <a:p>
            <a:pPr lvl="1"/>
            <a:r>
              <a:rPr lang="en-GB"/>
              <a:t>They do this by sending an interrupt</a:t>
            </a:r>
            <a:br>
              <a:rPr lang="en-GB"/>
            </a:br>
            <a:r>
              <a:rPr lang="en-GB"/>
              <a:t>which leads to the relevant </a:t>
            </a:r>
            <a:br>
              <a:rPr lang="en-GB"/>
            </a:br>
            <a:r>
              <a:rPr lang="en-GB"/>
              <a:t>interrupt service routine (ISR) being run</a:t>
            </a:r>
          </a:p>
          <a:p>
            <a:r>
              <a:rPr lang="en-GB"/>
              <a:t>What happens to the current process</a:t>
            </a:r>
            <a:br>
              <a:rPr lang="en-GB"/>
            </a:br>
            <a:r>
              <a:rPr lang="en-GB"/>
              <a:t>that is running on the processor?</a:t>
            </a:r>
          </a:p>
        </p:txBody>
      </p:sp>
    </p:spTree>
    <p:extLst>
      <p:ext uri="{BB962C8B-B14F-4D97-AF65-F5344CB8AC3E}">
        <p14:creationId xmlns:p14="http://schemas.microsoft.com/office/powerpoint/2010/main" val="1923839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4B463AC-1A92-4EB1-A630-0729EEC295A7}"/>
              </a:ext>
            </a:extLst>
          </p:cNvPr>
          <p:cNvSpPr>
            <a:spLocks noGrp="1"/>
          </p:cNvSpPr>
          <p:nvPr>
            <p:ph type="body" sz="quarter" idx="13"/>
          </p:nvPr>
        </p:nvSpPr>
        <p:spPr/>
        <p:txBody>
          <a:bodyPr/>
          <a:lstStyle/>
          <a:p>
            <a:r>
              <a:rPr lang="en-GB"/>
              <a:t>Interrupts</a:t>
            </a:r>
          </a:p>
        </p:txBody>
      </p:sp>
      <p:sp>
        <p:nvSpPr>
          <p:cNvPr id="5" name="Text Placeholder 4">
            <a:extLst>
              <a:ext uri="{FF2B5EF4-FFF2-40B4-BE49-F238E27FC236}">
                <a16:creationId xmlns:a16="http://schemas.microsoft.com/office/drawing/2014/main" id="{C349A38D-C6C0-4D93-B6CD-E3F98E30D04F}"/>
              </a:ext>
            </a:extLst>
          </p:cNvPr>
          <p:cNvSpPr>
            <a:spLocks noGrp="1"/>
          </p:cNvSpPr>
          <p:nvPr>
            <p:ph type="body" sz="quarter" idx="14"/>
          </p:nvPr>
        </p:nvSpPr>
        <p:spPr/>
        <p:txBody>
          <a:bodyPr/>
          <a:lstStyle/>
          <a:p>
            <a:r>
              <a:rPr lang="en-GB">
                <a:solidFill>
                  <a:srgbClr val="FF0000"/>
                </a:solidFill>
              </a:rPr>
              <a:t>The current process will need to pause</a:t>
            </a:r>
            <a:r>
              <a:rPr lang="en-GB"/>
              <a:t>, but it will need to be restarted later</a:t>
            </a:r>
          </a:p>
          <a:p>
            <a:pPr lvl="1"/>
            <a:r>
              <a:rPr lang="en-GB"/>
              <a:t>The value stored in the program counter (PC) is saved </a:t>
            </a:r>
            <a:br>
              <a:rPr lang="en-GB"/>
            </a:br>
            <a:r>
              <a:rPr lang="en-GB"/>
              <a:t>in a location in RAM</a:t>
            </a:r>
          </a:p>
          <a:p>
            <a:pPr lvl="1"/>
            <a:r>
              <a:rPr lang="en-GB"/>
              <a:t>No more instructions of the following task are performed (they will be later)</a:t>
            </a:r>
          </a:p>
        </p:txBody>
      </p:sp>
    </p:spTree>
    <p:extLst>
      <p:ext uri="{BB962C8B-B14F-4D97-AF65-F5344CB8AC3E}">
        <p14:creationId xmlns:p14="http://schemas.microsoft.com/office/powerpoint/2010/main" val="699381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E9F7B0E-F8F4-42BE-B8BD-AC7936EB6EFE}"/>
              </a:ext>
            </a:extLst>
          </p:cNvPr>
          <p:cNvSpPr>
            <a:spLocks noGrp="1"/>
          </p:cNvSpPr>
          <p:nvPr>
            <p:ph type="body" sz="quarter" idx="13"/>
          </p:nvPr>
        </p:nvSpPr>
        <p:spPr/>
        <p:txBody>
          <a:bodyPr/>
          <a:lstStyle/>
          <a:p>
            <a:r>
              <a:rPr lang="en-GB"/>
              <a:t>Interrupt Service Routine (ISR)</a:t>
            </a:r>
          </a:p>
        </p:txBody>
      </p:sp>
      <p:sp>
        <p:nvSpPr>
          <p:cNvPr id="3" name="Text Placeholder 2">
            <a:extLst>
              <a:ext uri="{FF2B5EF4-FFF2-40B4-BE49-F238E27FC236}">
                <a16:creationId xmlns:a16="http://schemas.microsoft.com/office/drawing/2014/main" id="{E4875394-5916-4C99-B652-DDCC8BFA49CC}"/>
              </a:ext>
            </a:extLst>
          </p:cNvPr>
          <p:cNvSpPr>
            <a:spLocks noGrp="1"/>
          </p:cNvSpPr>
          <p:nvPr>
            <p:ph type="body" sz="quarter" idx="14"/>
          </p:nvPr>
        </p:nvSpPr>
        <p:spPr/>
        <p:txBody>
          <a:bodyPr/>
          <a:lstStyle/>
          <a:p>
            <a:r>
              <a:rPr lang="en-GB"/>
              <a:t>Once the CPU has been interrupted, it needs to process the interrupt</a:t>
            </a:r>
          </a:p>
          <a:p>
            <a:pPr lvl="1"/>
            <a:r>
              <a:rPr lang="en-GB"/>
              <a:t>It runs the interrupts program code known as an Interrupt Service Routine (ISR)</a:t>
            </a:r>
          </a:p>
          <a:p>
            <a:pPr lvl="1"/>
            <a:r>
              <a:rPr lang="en-GB"/>
              <a:t>This is also known as an interrupt handler</a:t>
            </a:r>
          </a:p>
          <a:p>
            <a:pPr lvl="1"/>
            <a:r>
              <a:rPr lang="en-GB"/>
              <a:t>The ISR needs to execute as quickly as possible as it has interrupted the CPU from the task it was working on</a:t>
            </a:r>
          </a:p>
          <a:p>
            <a:pPr lvl="1"/>
            <a:r>
              <a:rPr lang="en-GB"/>
              <a:t>For instance, if a key is pressed, the ISR may save the key that was pressed. Later, a word-processor task can process it further</a:t>
            </a:r>
          </a:p>
        </p:txBody>
      </p:sp>
      <p:sp>
        <p:nvSpPr>
          <p:cNvPr id="4" name="Rectangle 3">
            <a:extLst>
              <a:ext uri="{FF2B5EF4-FFF2-40B4-BE49-F238E27FC236}">
                <a16:creationId xmlns:a16="http://schemas.microsoft.com/office/drawing/2014/main" id="{0684DEDB-249B-41A3-BD6E-5F7CC719A523}"/>
              </a:ext>
            </a:extLst>
          </p:cNvPr>
          <p:cNvSpPr/>
          <p:nvPr/>
        </p:nvSpPr>
        <p:spPr>
          <a:xfrm>
            <a:off x="2521258" y="5526684"/>
            <a:ext cx="2166152" cy="1003176"/>
          </a:xfrm>
          <a:prstGeom prst="rect">
            <a:avLst/>
          </a:prstGeom>
          <a:solidFill>
            <a:srgbClr val="787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a:t>Interrupt service routine (ISR)</a:t>
            </a:r>
          </a:p>
        </p:txBody>
      </p:sp>
      <p:cxnSp>
        <p:nvCxnSpPr>
          <p:cNvPr id="6" name="Straight Arrow Connector 5">
            <a:extLst>
              <a:ext uri="{FF2B5EF4-FFF2-40B4-BE49-F238E27FC236}">
                <a16:creationId xmlns:a16="http://schemas.microsoft.com/office/drawing/2014/main" id="{C6606FB5-B180-4F5D-BF85-6DA76E8C3ED7}"/>
              </a:ext>
            </a:extLst>
          </p:cNvPr>
          <p:cNvCxnSpPr/>
          <p:nvPr/>
        </p:nvCxnSpPr>
        <p:spPr>
          <a:xfrm>
            <a:off x="1145219" y="6028272"/>
            <a:ext cx="1376039" cy="0"/>
          </a:xfrm>
          <a:prstGeom prst="straightConnector1">
            <a:avLst/>
          </a:prstGeom>
          <a:ln>
            <a:solidFill>
              <a:schemeClr val="tx2"/>
            </a:solidFill>
            <a:tailEnd type="triangle" w="lg" len="med"/>
          </a:ln>
          <a:effectLst/>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EFBBC5CB-EF4F-49FD-AFD5-D7EC1CE57ED5}"/>
              </a:ext>
            </a:extLst>
          </p:cNvPr>
          <p:cNvCxnSpPr>
            <a:cxnSpLocks/>
            <a:stCxn id="4" idx="3"/>
          </p:cNvCxnSpPr>
          <p:nvPr/>
        </p:nvCxnSpPr>
        <p:spPr>
          <a:xfrm flipV="1">
            <a:off x="4687410" y="6010341"/>
            <a:ext cx="2388093" cy="17931"/>
          </a:xfrm>
          <a:prstGeom prst="straightConnector1">
            <a:avLst/>
          </a:prstGeom>
          <a:ln>
            <a:solidFill>
              <a:schemeClr val="tx2"/>
            </a:solidFill>
            <a:tailEnd type="triangle" w="lg" len="med"/>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5007BD0B-C81D-4CA9-B650-1475E428C4CD}"/>
              </a:ext>
            </a:extLst>
          </p:cNvPr>
          <p:cNvSpPr txBox="1"/>
          <p:nvPr/>
        </p:nvSpPr>
        <p:spPr>
          <a:xfrm>
            <a:off x="1145220" y="6054905"/>
            <a:ext cx="1207364" cy="523220"/>
          </a:xfrm>
          <a:prstGeom prst="rect">
            <a:avLst/>
          </a:prstGeom>
          <a:noFill/>
        </p:spPr>
        <p:txBody>
          <a:bodyPr wrap="square" rtlCol="0">
            <a:spAutoFit/>
          </a:bodyPr>
          <a:lstStyle/>
          <a:p>
            <a:pPr algn="ctr"/>
            <a:r>
              <a:rPr lang="en-GB" sz="1400" b="1" i="1"/>
              <a:t>Interrupt generated</a:t>
            </a:r>
          </a:p>
        </p:txBody>
      </p:sp>
      <p:sp>
        <p:nvSpPr>
          <p:cNvPr id="11" name="TextBox 10">
            <a:extLst>
              <a:ext uri="{FF2B5EF4-FFF2-40B4-BE49-F238E27FC236}">
                <a16:creationId xmlns:a16="http://schemas.microsoft.com/office/drawing/2014/main" id="{5EC49DE8-FD22-4C4A-87F3-68E64E1B242B}"/>
              </a:ext>
            </a:extLst>
          </p:cNvPr>
          <p:cNvSpPr txBox="1"/>
          <p:nvPr/>
        </p:nvSpPr>
        <p:spPr>
          <a:xfrm>
            <a:off x="4964098" y="6010341"/>
            <a:ext cx="1969362" cy="523220"/>
          </a:xfrm>
          <a:prstGeom prst="rect">
            <a:avLst/>
          </a:prstGeom>
          <a:noFill/>
        </p:spPr>
        <p:txBody>
          <a:bodyPr wrap="square" rtlCol="0">
            <a:spAutoFit/>
          </a:bodyPr>
          <a:lstStyle/>
          <a:p>
            <a:pPr algn="ctr"/>
            <a:r>
              <a:rPr lang="en-GB" sz="1400" b="1" i="1"/>
              <a:t>Processor returns to previous task</a:t>
            </a:r>
          </a:p>
        </p:txBody>
      </p:sp>
    </p:spTree>
    <p:extLst>
      <p:ext uri="{BB962C8B-B14F-4D97-AF65-F5344CB8AC3E}">
        <p14:creationId xmlns:p14="http://schemas.microsoft.com/office/powerpoint/2010/main" val="9971360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BA04BEF8-F9EA-49CA-B964-77141AFEB85A}"/>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3429000" y="3220880"/>
            <a:ext cx="5730170" cy="3159898"/>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a:extLst>
              <a:ext uri="{FF2B5EF4-FFF2-40B4-BE49-F238E27FC236}">
                <a16:creationId xmlns:a16="http://schemas.microsoft.com/office/drawing/2014/main" id="{1E9F7B0E-F8F4-42BE-B8BD-AC7936EB6EFE}"/>
              </a:ext>
            </a:extLst>
          </p:cNvPr>
          <p:cNvSpPr>
            <a:spLocks noGrp="1"/>
          </p:cNvSpPr>
          <p:nvPr>
            <p:ph type="body" sz="quarter" idx="13"/>
          </p:nvPr>
        </p:nvSpPr>
        <p:spPr/>
        <p:txBody>
          <a:bodyPr/>
          <a:lstStyle/>
          <a:p>
            <a:r>
              <a:rPr lang="en-GB"/>
              <a:t>Hardware interrupts</a:t>
            </a:r>
          </a:p>
        </p:txBody>
      </p:sp>
      <p:sp>
        <p:nvSpPr>
          <p:cNvPr id="3" name="Text Placeholder 2">
            <a:extLst>
              <a:ext uri="{FF2B5EF4-FFF2-40B4-BE49-F238E27FC236}">
                <a16:creationId xmlns:a16="http://schemas.microsoft.com/office/drawing/2014/main" id="{E4875394-5916-4C99-B652-DDCC8BFA49CC}"/>
              </a:ext>
            </a:extLst>
          </p:cNvPr>
          <p:cNvSpPr>
            <a:spLocks noGrp="1"/>
          </p:cNvSpPr>
          <p:nvPr>
            <p:ph type="body" sz="quarter" idx="14"/>
          </p:nvPr>
        </p:nvSpPr>
        <p:spPr/>
        <p:txBody>
          <a:bodyPr/>
          <a:lstStyle/>
          <a:p>
            <a:r>
              <a:rPr lang="en-GB"/>
              <a:t>Hardware devices send interrupt signals to the CPU</a:t>
            </a:r>
          </a:p>
          <a:p>
            <a:pPr lvl="1"/>
            <a:r>
              <a:rPr lang="en-GB"/>
              <a:t>The interrupts are sent via </a:t>
            </a:r>
            <a:r>
              <a:rPr lang="en-GB" b="1"/>
              <a:t>I</a:t>
            </a:r>
            <a:r>
              <a:rPr lang="en-GB"/>
              <a:t>nterrupt </a:t>
            </a:r>
            <a:r>
              <a:rPr lang="en-GB" b="1"/>
              <a:t>R</a:t>
            </a:r>
            <a:r>
              <a:rPr lang="en-GB"/>
              <a:t>e</a:t>
            </a:r>
            <a:r>
              <a:rPr lang="en-GB" b="1"/>
              <a:t>q</a:t>
            </a:r>
            <a:r>
              <a:rPr lang="en-GB"/>
              <a:t>uest Lines (IRQ)</a:t>
            </a:r>
          </a:p>
          <a:p>
            <a:pPr lvl="1"/>
            <a:r>
              <a:rPr lang="en-GB"/>
              <a:t>For instance, if a key on a keyboard is pressed, an interrupt will be sent (actually an interrupt is sent when the key is pressed and another is sent when it is released)</a:t>
            </a:r>
          </a:p>
          <a:p>
            <a:pPr lvl="1"/>
            <a:r>
              <a:rPr lang="en-GB"/>
              <a:t>When a mouse is moved, constant </a:t>
            </a:r>
            <a:br>
              <a:rPr lang="en-GB"/>
            </a:br>
            <a:r>
              <a:rPr lang="en-GB"/>
              <a:t>interrupts are sent to the </a:t>
            </a:r>
            <a:br>
              <a:rPr lang="en-GB"/>
            </a:br>
            <a:r>
              <a:rPr lang="en-GB"/>
              <a:t>computer so that it </a:t>
            </a:r>
            <a:br>
              <a:rPr lang="en-GB"/>
            </a:br>
            <a:r>
              <a:rPr lang="en-GB"/>
              <a:t>is able to update </a:t>
            </a:r>
            <a:br>
              <a:rPr lang="en-GB"/>
            </a:br>
            <a:r>
              <a:rPr lang="en-GB"/>
              <a:t>the location of </a:t>
            </a:r>
            <a:br>
              <a:rPr lang="en-GB"/>
            </a:br>
            <a:r>
              <a:rPr lang="en-GB"/>
              <a:t>the pointer</a:t>
            </a:r>
          </a:p>
        </p:txBody>
      </p:sp>
      <p:pic>
        <p:nvPicPr>
          <p:cNvPr id="7" name="Graphic 6">
            <a:extLst>
              <a:ext uri="{FF2B5EF4-FFF2-40B4-BE49-F238E27FC236}">
                <a16:creationId xmlns:a16="http://schemas.microsoft.com/office/drawing/2014/main" id="{903FA78B-3775-4167-B69E-46ED277D6F3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2445009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1010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DD16866-9CA8-4EE5-A7EA-9B880795F852}"/>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09132"/>
            <a:ext cx="9144000" cy="6248868"/>
          </a:xfrm>
          <a:prstGeom prst="rect">
            <a:avLst/>
          </a:prstGeom>
        </p:spPr>
      </p:pic>
      <p:sp>
        <p:nvSpPr>
          <p:cNvPr id="2" name="Text Placeholder 1">
            <a:extLst>
              <a:ext uri="{FF2B5EF4-FFF2-40B4-BE49-F238E27FC236}">
                <a16:creationId xmlns:a16="http://schemas.microsoft.com/office/drawing/2014/main" id="{1E9F7B0E-F8F4-42BE-B8BD-AC7936EB6EFE}"/>
              </a:ext>
            </a:extLst>
          </p:cNvPr>
          <p:cNvSpPr>
            <a:spLocks noGrp="1"/>
          </p:cNvSpPr>
          <p:nvPr>
            <p:ph type="body" sz="quarter" idx="13"/>
          </p:nvPr>
        </p:nvSpPr>
        <p:spPr/>
        <p:txBody>
          <a:bodyPr/>
          <a:lstStyle/>
          <a:p>
            <a:r>
              <a:rPr lang="en-GB">
                <a:solidFill>
                  <a:schemeClr val="bg1"/>
                </a:solidFill>
              </a:rPr>
              <a:t>Software interrupts</a:t>
            </a:r>
          </a:p>
        </p:txBody>
      </p:sp>
      <p:sp>
        <p:nvSpPr>
          <p:cNvPr id="3" name="Text Placeholder 2">
            <a:extLst>
              <a:ext uri="{FF2B5EF4-FFF2-40B4-BE49-F238E27FC236}">
                <a16:creationId xmlns:a16="http://schemas.microsoft.com/office/drawing/2014/main" id="{E4875394-5916-4C99-B652-DDCC8BFA49CC}"/>
              </a:ext>
            </a:extLst>
          </p:cNvPr>
          <p:cNvSpPr>
            <a:spLocks noGrp="1"/>
          </p:cNvSpPr>
          <p:nvPr>
            <p:ph type="body" sz="quarter" idx="14"/>
          </p:nvPr>
        </p:nvSpPr>
        <p:spPr/>
        <p:txBody>
          <a:bodyPr/>
          <a:lstStyle/>
          <a:p>
            <a:r>
              <a:rPr lang="en-GB">
                <a:solidFill>
                  <a:schemeClr val="bg1"/>
                </a:solidFill>
              </a:rPr>
              <a:t>Software interrupts are generated by programs that are running</a:t>
            </a:r>
          </a:p>
          <a:p>
            <a:pPr lvl="1"/>
            <a:r>
              <a:rPr lang="en-GB">
                <a:solidFill>
                  <a:schemeClr val="bg1"/>
                </a:solidFill>
              </a:rPr>
              <a:t>For instance, if a program tries to divide by zero, a ‘division by zero’ interrupt will need</a:t>
            </a:r>
            <a:br>
              <a:rPr lang="en-GB">
                <a:solidFill>
                  <a:schemeClr val="bg1"/>
                </a:solidFill>
              </a:rPr>
            </a:br>
            <a:r>
              <a:rPr lang="en-GB">
                <a:solidFill>
                  <a:schemeClr val="bg1"/>
                </a:solidFill>
              </a:rPr>
              <a:t>to be handled</a:t>
            </a:r>
          </a:p>
          <a:p>
            <a:pPr lvl="1"/>
            <a:r>
              <a:rPr lang="en-GB">
                <a:solidFill>
                  <a:schemeClr val="bg1"/>
                </a:solidFill>
              </a:rPr>
              <a:t>In this case, an </a:t>
            </a:r>
            <a:br>
              <a:rPr lang="en-GB">
                <a:solidFill>
                  <a:schemeClr val="bg1"/>
                </a:solidFill>
              </a:rPr>
            </a:br>
            <a:r>
              <a:rPr lang="en-GB">
                <a:solidFill>
                  <a:schemeClr val="bg1"/>
                </a:solidFill>
              </a:rPr>
              <a:t>exception is </a:t>
            </a:r>
            <a:br>
              <a:rPr lang="en-GB">
                <a:solidFill>
                  <a:schemeClr val="bg1"/>
                </a:solidFill>
              </a:rPr>
            </a:br>
            <a:r>
              <a:rPr lang="en-GB">
                <a:solidFill>
                  <a:schemeClr val="bg1"/>
                </a:solidFill>
              </a:rPr>
              <a:t>handled by the OS</a:t>
            </a:r>
          </a:p>
        </p:txBody>
      </p:sp>
    </p:spTree>
    <p:extLst>
      <p:ext uri="{BB962C8B-B14F-4D97-AF65-F5344CB8AC3E}">
        <p14:creationId xmlns:p14="http://schemas.microsoft.com/office/powerpoint/2010/main" val="696720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B522F1D-5A7A-4618-BCEF-AA18C1BA0F5D}"/>
              </a:ext>
            </a:extLst>
          </p:cNvPr>
          <p:cNvSpPr>
            <a:spLocks noGrp="1"/>
          </p:cNvSpPr>
          <p:nvPr>
            <p:ph type="body" sz="quarter" idx="13"/>
          </p:nvPr>
        </p:nvSpPr>
        <p:spPr/>
        <p:txBody>
          <a:bodyPr/>
          <a:lstStyle/>
          <a:p>
            <a:r>
              <a:rPr lang="en-GB">
                <a:solidFill>
                  <a:schemeClr val="bg1"/>
                </a:solidFill>
              </a:rPr>
              <a:t>Software interrupts</a:t>
            </a:r>
          </a:p>
        </p:txBody>
      </p:sp>
      <p:sp>
        <p:nvSpPr>
          <p:cNvPr id="3" name="Text Placeholder 2">
            <a:extLst>
              <a:ext uri="{FF2B5EF4-FFF2-40B4-BE49-F238E27FC236}">
                <a16:creationId xmlns:a16="http://schemas.microsoft.com/office/drawing/2014/main" id="{9AC6227A-9EFA-4AFF-8AAD-BEA34D287658}"/>
              </a:ext>
            </a:extLst>
          </p:cNvPr>
          <p:cNvSpPr>
            <a:spLocks noGrp="1"/>
          </p:cNvSpPr>
          <p:nvPr>
            <p:ph type="body" sz="quarter" idx="14"/>
          </p:nvPr>
        </p:nvSpPr>
        <p:spPr/>
        <p:txBody>
          <a:bodyPr/>
          <a:lstStyle/>
          <a:p>
            <a:r>
              <a:rPr lang="en-GB">
                <a:solidFill>
                  <a:schemeClr val="bg1"/>
                </a:solidFill>
              </a:rPr>
              <a:t>Software interrupts deal with faults such as:</a:t>
            </a:r>
          </a:p>
          <a:p>
            <a:pPr lvl="1"/>
            <a:r>
              <a:rPr lang="en-GB" b="1">
                <a:solidFill>
                  <a:schemeClr val="bg1"/>
                </a:solidFill>
              </a:rPr>
              <a:t>Page faults </a:t>
            </a:r>
            <a:r>
              <a:rPr lang="en-GB">
                <a:solidFill>
                  <a:schemeClr val="bg1"/>
                </a:solidFill>
              </a:rPr>
              <a:t>– this is when the data isn’t in RAM, but in </a:t>
            </a:r>
            <a:br>
              <a:rPr lang="en-GB">
                <a:solidFill>
                  <a:schemeClr val="bg1"/>
                </a:solidFill>
              </a:rPr>
            </a:br>
            <a:r>
              <a:rPr lang="en-GB">
                <a:solidFill>
                  <a:schemeClr val="bg1"/>
                </a:solidFill>
              </a:rPr>
              <a:t>virtual memory and needs to be loaded back into RAM</a:t>
            </a:r>
          </a:p>
          <a:p>
            <a:pPr lvl="1"/>
            <a:r>
              <a:rPr lang="en-GB" b="1">
                <a:solidFill>
                  <a:schemeClr val="bg1"/>
                </a:solidFill>
              </a:rPr>
              <a:t>Segmentation faults</a:t>
            </a:r>
            <a:r>
              <a:rPr lang="en-GB">
                <a:solidFill>
                  <a:schemeClr val="bg1"/>
                </a:solidFill>
              </a:rPr>
              <a:t> – this is when the one program tries to make an illegal memory location, such as the memory used by another program</a:t>
            </a:r>
          </a:p>
          <a:p>
            <a:r>
              <a:rPr lang="en-GB">
                <a:solidFill>
                  <a:schemeClr val="bg1"/>
                </a:solidFill>
              </a:rPr>
              <a:t>When a fault occurs </a:t>
            </a:r>
            <a:br>
              <a:rPr lang="en-GB">
                <a:solidFill>
                  <a:schemeClr val="bg1"/>
                </a:solidFill>
              </a:rPr>
            </a:br>
            <a:r>
              <a:rPr lang="en-GB">
                <a:solidFill>
                  <a:schemeClr val="bg1"/>
                </a:solidFill>
              </a:rPr>
              <a:t>an interrupt service </a:t>
            </a:r>
            <a:br>
              <a:rPr lang="en-GB">
                <a:solidFill>
                  <a:schemeClr val="bg1"/>
                </a:solidFill>
              </a:rPr>
            </a:br>
            <a:r>
              <a:rPr lang="en-GB">
                <a:solidFill>
                  <a:schemeClr val="bg1"/>
                </a:solidFill>
              </a:rPr>
              <a:t>routine is called </a:t>
            </a:r>
            <a:br>
              <a:rPr lang="en-GB">
                <a:solidFill>
                  <a:schemeClr val="bg1"/>
                </a:solidFill>
              </a:rPr>
            </a:br>
            <a:r>
              <a:rPr lang="en-GB">
                <a:solidFill>
                  <a:schemeClr val="bg1"/>
                </a:solidFill>
              </a:rPr>
              <a:t>which handles </a:t>
            </a:r>
            <a:br>
              <a:rPr lang="en-GB">
                <a:solidFill>
                  <a:schemeClr val="bg1"/>
                </a:solidFill>
              </a:rPr>
            </a:br>
            <a:r>
              <a:rPr lang="en-GB">
                <a:solidFill>
                  <a:schemeClr val="bg1"/>
                </a:solidFill>
              </a:rPr>
              <a:t>the error</a:t>
            </a:r>
          </a:p>
          <a:p>
            <a:endParaRPr lang="en-GB">
              <a:solidFill>
                <a:schemeClr val="bg1"/>
              </a:solidFill>
            </a:endParaRPr>
          </a:p>
        </p:txBody>
      </p:sp>
      <p:pic>
        <p:nvPicPr>
          <p:cNvPr id="6" name="Picture 5">
            <a:extLst>
              <a:ext uri="{FF2B5EF4-FFF2-40B4-BE49-F238E27FC236}">
                <a16:creationId xmlns:a16="http://schemas.microsoft.com/office/drawing/2014/main" id="{502D82A2-B8CA-4ED5-B265-A39D69F1195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302734" y="4154750"/>
            <a:ext cx="4398203" cy="1627497"/>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0740835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r>
              <a:rPr lang="en-GB">
                <a:sym typeface="Wingdings" panose="05000000000000000000" pitchFamily="2" charset="2"/>
              </a:rPr>
              <a:t>Worksheet 2</a:t>
            </a:r>
          </a:p>
        </p:txBody>
      </p:sp>
      <p:sp>
        <p:nvSpPr>
          <p:cNvPr id="4" name="Text Placeholder 3"/>
          <p:cNvSpPr>
            <a:spLocks noGrp="1"/>
          </p:cNvSpPr>
          <p:nvPr>
            <p:ph type="body" sz="quarter" idx="14"/>
          </p:nvPr>
        </p:nvSpPr>
        <p:spPr/>
        <p:txBody>
          <a:bodyPr/>
          <a:lstStyle/>
          <a:p>
            <a:r>
              <a:rPr lang="en-GB"/>
              <a:t>Complete </a:t>
            </a:r>
            <a:r>
              <a:rPr lang="en-GB" b="1"/>
              <a:t>Task 2 on Worksheet 3</a:t>
            </a:r>
          </a:p>
          <a:p>
            <a:endParaRPr lang="en-GB"/>
          </a:p>
        </p:txBody>
      </p:sp>
    </p:spTree>
    <p:extLst>
      <p:ext uri="{BB962C8B-B14F-4D97-AF65-F5344CB8AC3E}">
        <p14:creationId xmlns:p14="http://schemas.microsoft.com/office/powerpoint/2010/main" val="1463995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E9F7B0E-F8F4-42BE-B8BD-AC7936EB6EFE}"/>
              </a:ext>
            </a:extLst>
          </p:cNvPr>
          <p:cNvSpPr>
            <a:spLocks noGrp="1"/>
          </p:cNvSpPr>
          <p:nvPr>
            <p:ph type="body" sz="quarter" idx="13"/>
          </p:nvPr>
        </p:nvSpPr>
        <p:spPr/>
        <p:txBody>
          <a:bodyPr/>
          <a:lstStyle/>
          <a:p>
            <a:r>
              <a:rPr lang="en-GB"/>
              <a:t>Plenary</a:t>
            </a:r>
          </a:p>
        </p:txBody>
      </p:sp>
      <p:sp>
        <p:nvSpPr>
          <p:cNvPr id="3" name="Text Placeholder 2">
            <a:extLst>
              <a:ext uri="{FF2B5EF4-FFF2-40B4-BE49-F238E27FC236}">
                <a16:creationId xmlns:a16="http://schemas.microsoft.com/office/drawing/2014/main" id="{E4875394-5916-4C99-B652-DDCC8BFA49CC}"/>
              </a:ext>
            </a:extLst>
          </p:cNvPr>
          <p:cNvSpPr>
            <a:spLocks noGrp="1"/>
          </p:cNvSpPr>
          <p:nvPr>
            <p:ph type="body" sz="quarter" idx="14"/>
          </p:nvPr>
        </p:nvSpPr>
        <p:spPr/>
        <p:txBody>
          <a:bodyPr/>
          <a:lstStyle/>
          <a:p>
            <a:r>
              <a:rPr lang="en-GB"/>
              <a:t>Take turns to explain to a partner each of the following terms</a:t>
            </a:r>
          </a:p>
        </p:txBody>
      </p:sp>
      <p:sp>
        <p:nvSpPr>
          <p:cNvPr id="4" name="Rectangle 3">
            <a:extLst>
              <a:ext uri="{FF2B5EF4-FFF2-40B4-BE49-F238E27FC236}">
                <a16:creationId xmlns:a16="http://schemas.microsoft.com/office/drawing/2014/main" id="{2D52C940-999B-460A-9E1D-B6D4434982BB}"/>
              </a:ext>
            </a:extLst>
          </p:cNvPr>
          <p:cNvSpPr/>
          <p:nvPr/>
        </p:nvSpPr>
        <p:spPr>
          <a:xfrm>
            <a:off x="724280" y="3092245"/>
            <a:ext cx="2134330" cy="79899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a:t>Bootloader</a:t>
            </a:r>
          </a:p>
        </p:txBody>
      </p:sp>
      <p:sp>
        <p:nvSpPr>
          <p:cNvPr id="5" name="Rectangle 4">
            <a:extLst>
              <a:ext uri="{FF2B5EF4-FFF2-40B4-BE49-F238E27FC236}">
                <a16:creationId xmlns:a16="http://schemas.microsoft.com/office/drawing/2014/main" id="{FDE0FCCF-4A55-4430-8815-DD6934F21B95}"/>
              </a:ext>
            </a:extLst>
          </p:cNvPr>
          <p:cNvSpPr/>
          <p:nvPr/>
        </p:nvSpPr>
        <p:spPr>
          <a:xfrm>
            <a:off x="3504835" y="3092245"/>
            <a:ext cx="2134330" cy="79899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a:t>Firmware</a:t>
            </a:r>
          </a:p>
        </p:txBody>
      </p:sp>
      <p:sp>
        <p:nvSpPr>
          <p:cNvPr id="6" name="Rectangle 5">
            <a:extLst>
              <a:ext uri="{FF2B5EF4-FFF2-40B4-BE49-F238E27FC236}">
                <a16:creationId xmlns:a16="http://schemas.microsoft.com/office/drawing/2014/main" id="{BB8AADC3-27B3-42D4-A486-1924783CEE25}"/>
              </a:ext>
            </a:extLst>
          </p:cNvPr>
          <p:cNvSpPr/>
          <p:nvPr/>
        </p:nvSpPr>
        <p:spPr>
          <a:xfrm>
            <a:off x="6285390" y="3092245"/>
            <a:ext cx="2134330" cy="79899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a:t>Interrupt</a:t>
            </a:r>
          </a:p>
        </p:txBody>
      </p:sp>
      <p:sp>
        <p:nvSpPr>
          <p:cNvPr id="7" name="Rectangle 6">
            <a:extLst>
              <a:ext uri="{FF2B5EF4-FFF2-40B4-BE49-F238E27FC236}">
                <a16:creationId xmlns:a16="http://schemas.microsoft.com/office/drawing/2014/main" id="{CB583513-4794-4DE8-91C5-D7ED4A9BEB34}"/>
              </a:ext>
            </a:extLst>
          </p:cNvPr>
          <p:cNvSpPr/>
          <p:nvPr/>
        </p:nvSpPr>
        <p:spPr>
          <a:xfrm>
            <a:off x="724280" y="4290660"/>
            <a:ext cx="2134330" cy="79899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a:t>Interrupt service routine (ISR)</a:t>
            </a:r>
          </a:p>
        </p:txBody>
      </p:sp>
      <p:sp>
        <p:nvSpPr>
          <p:cNvPr id="8" name="Rectangle 7">
            <a:extLst>
              <a:ext uri="{FF2B5EF4-FFF2-40B4-BE49-F238E27FC236}">
                <a16:creationId xmlns:a16="http://schemas.microsoft.com/office/drawing/2014/main" id="{F054A668-F002-43B6-9BBF-090354C26BD8}"/>
              </a:ext>
            </a:extLst>
          </p:cNvPr>
          <p:cNvSpPr/>
          <p:nvPr/>
        </p:nvSpPr>
        <p:spPr>
          <a:xfrm>
            <a:off x="3504835" y="4290660"/>
            <a:ext cx="2134330" cy="79899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a:t>Software interrupt</a:t>
            </a:r>
          </a:p>
        </p:txBody>
      </p:sp>
      <p:sp>
        <p:nvSpPr>
          <p:cNvPr id="9" name="Rectangle 8">
            <a:extLst>
              <a:ext uri="{FF2B5EF4-FFF2-40B4-BE49-F238E27FC236}">
                <a16:creationId xmlns:a16="http://schemas.microsoft.com/office/drawing/2014/main" id="{AA7DF9DB-D2EA-4173-8A64-9ECEB19DEF00}"/>
              </a:ext>
            </a:extLst>
          </p:cNvPr>
          <p:cNvSpPr/>
          <p:nvPr/>
        </p:nvSpPr>
        <p:spPr>
          <a:xfrm>
            <a:off x="6285390" y="4290660"/>
            <a:ext cx="2134330" cy="79899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a:t>Hardware interrupt</a:t>
            </a:r>
          </a:p>
        </p:txBody>
      </p:sp>
    </p:spTree>
    <p:extLst>
      <p:ext uri="{BB962C8B-B14F-4D97-AF65-F5344CB8AC3E}">
        <p14:creationId xmlns:p14="http://schemas.microsoft.com/office/powerpoint/2010/main" val="18277689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E9F7B0E-F8F4-42BE-B8BD-AC7936EB6EFE}"/>
              </a:ext>
            </a:extLst>
          </p:cNvPr>
          <p:cNvSpPr>
            <a:spLocks noGrp="1"/>
          </p:cNvSpPr>
          <p:nvPr>
            <p:ph type="body" sz="quarter" idx="13"/>
          </p:nvPr>
        </p:nvSpPr>
        <p:spPr/>
        <p:txBody>
          <a:bodyPr/>
          <a:lstStyle/>
          <a:p>
            <a:r>
              <a:rPr lang="en-GB"/>
              <a:t>Plenary</a:t>
            </a:r>
          </a:p>
        </p:txBody>
      </p:sp>
      <p:sp>
        <p:nvSpPr>
          <p:cNvPr id="4" name="Text Placeholder 3">
            <a:extLst>
              <a:ext uri="{FF2B5EF4-FFF2-40B4-BE49-F238E27FC236}">
                <a16:creationId xmlns:a16="http://schemas.microsoft.com/office/drawing/2014/main" id="{713C5C3D-4143-417B-AB14-11095D1D5944}"/>
              </a:ext>
            </a:extLst>
          </p:cNvPr>
          <p:cNvSpPr>
            <a:spLocks noGrp="1"/>
          </p:cNvSpPr>
          <p:nvPr>
            <p:ph type="body" sz="quarter" idx="14"/>
          </p:nvPr>
        </p:nvSpPr>
        <p:spPr>
          <a:xfrm>
            <a:off x="724279" y="1704179"/>
            <a:ext cx="7925811" cy="3453607"/>
          </a:xfrm>
        </p:spPr>
        <p:txBody>
          <a:bodyPr/>
          <a:lstStyle/>
          <a:p>
            <a:pPr lvl="1">
              <a:spcAft>
                <a:spcPts val="600"/>
              </a:spcAft>
            </a:pPr>
            <a:r>
              <a:rPr lang="en-GB"/>
              <a:t>Bootloader – </a:t>
            </a:r>
            <a:r>
              <a:rPr lang="en-GB">
                <a:solidFill>
                  <a:srgbClr val="FF0000"/>
                </a:solidFill>
              </a:rPr>
              <a:t>the first instructions a computer runs that tell it where to find the boot sector on the hard drive. The bootloader is stored in the ROM’s firmware</a:t>
            </a:r>
          </a:p>
          <a:p>
            <a:pPr lvl="1">
              <a:spcAft>
                <a:spcPts val="600"/>
              </a:spcAft>
            </a:pPr>
            <a:r>
              <a:rPr lang="en-GB"/>
              <a:t>Firmware – </a:t>
            </a:r>
            <a:r>
              <a:rPr lang="en-GB">
                <a:solidFill>
                  <a:srgbClr val="FF0000"/>
                </a:solidFill>
              </a:rPr>
              <a:t>programs stored in ROM</a:t>
            </a:r>
          </a:p>
          <a:p>
            <a:pPr lvl="1">
              <a:spcAft>
                <a:spcPts val="600"/>
              </a:spcAft>
            </a:pPr>
            <a:r>
              <a:rPr lang="en-GB"/>
              <a:t>Interrupt – </a:t>
            </a:r>
            <a:r>
              <a:rPr lang="en-GB">
                <a:solidFill>
                  <a:srgbClr val="FF0000"/>
                </a:solidFill>
              </a:rPr>
              <a:t>A signal sent to a processor causing it to pause the current task and handle the interrupt</a:t>
            </a:r>
          </a:p>
          <a:p>
            <a:pPr lvl="1">
              <a:spcAft>
                <a:spcPts val="600"/>
              </a:spcAft>
            </a:pPr>
            <a:r>
              <a:rPr lang="en-GB"/>
              <a:t>Hardware interrupt – </a:t>
            </a:r>
            <a:r>
              <a:rPr lang="en-GB">
                <a:solidFill>
                  <a:srgbClr val="FF0000"/>
                </a:solidFill>
              </a:rPr>
              <a:t>interrupts generated by hardware, such as a key press or mouse movement</a:t>
            </a:r>
          </a:p>
          <a:p>
            <a:pPr lvl="1">
              <a:spcAft>
                <a:spcPts val="600"/>
              </a:spcAft>
            </a:pPr>
            <a:r>
              <a:rPr lang="en-GB"/>
              <a:t>Software interrupt – </a:t>
            </a:r>
            <a:r>
              <a:rPr lang="en-GB">
                <a:solidFill>
                  <a:srgbClr val="FF0000"/>
                </a:solidFill>
              </a:rPr>
              <a:t>interrupts generated by software, such as an attempted division by zero or an attempt to access a memory location currently being used by another program</a:t>
            </a:r>
          </a:p>
          <a:p>
            <a:pPr lvl="1">
              <a:spcAft>
                <a:spcPts val="600"/>
              </a:spcAft>
            </a:pPr>
            <a:r>
              <a:rPr lang="en-GB"/>
              <a:t>Interrupt service routine – </a:t>
            </a:r>
            <a:r>
              <a:rPr lang="en-GB">
                <a:solidFill>
                  <a:srgbClr val="FF0000"/>
                </a:solidFill>
              </a:rPr>
              <a:t>a short set of instructions that is executed when an interrupt occurs – also known as an interrupt handler</a:t>
            </a:r>
          </a:p>
        </p:txBody>
      </p:sp>
    </p:spTree>
    <p:extLst>
      <p:ext uri="{BB962C8B-B14F-4D97-AF65-F5344CB8AC3E}">
        <p14:creationId xmlns:p14="http://schemas.microsoft.com/office/powerpoint/2010/main" val="2086544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79237"/>
      </p:ext>
    </p:extLst>
  </p:cSld>
  <p:clrMapOvr>
    <a:masterClrMapping/>
  </p:clrMapOvr>
</p:sld>
</file>

<file path=ppt/theme/theme1.xml><?xml version="1.0" encoding="utf-8"?>
<a:theme xmlns:a="http://schemas.openxmlformats.org/drawingml/2006/main" name="Unit 4">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951742A866DD4C8563BF4DFAFD4423" ma:contentTypeVersion="13" ma:contentTypeDescription="Create a new document." ma:contentTypeScope="" ma:versionID="f785eec6e2c67b839315347a29dc3713">
  <xsd:schema xmlns:xsd="http://www.w3.org/2001/XMLSchema" xmlns:xs="http://www.w3.org/2001/XMLSchema" xmlns:p="http://schemas.microsoft.com/office/2006/metadata/properties" xmlns:ns2="1ef05dc5-97a2-498b-bf7c-bd189143a1ff" xmlns:ns3="94dce8ab-38ff-4714-b1ed-1fc5e4d9abd1" targetNamespace="http://schemas.microsoft.com/office/2006/metadata/properties" ma:root="true" ma:fieldsID="a0c82b207cdf2da5c092e9a40fe5e576" ns2:_="" ns3:_="">
    <xsd:import namespace="1ef05dc5-97a2-498b-bf7c-bd189143a1ff"/>
    <xsd:import namespace="94dce8ab-38ff-4714-b1ed-1fc5e4d9abd1"/>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Location" minOccurs="0"/>
                <xsd:element ref="ns3:MediaServiceEventHashCode" minOccurs="0"/>
                <xsd:element ref="ns3:MediaServiceGenerationTim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f05dc5-97a2-498b-bf7c-bd189143a1f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4dce8ab-38ff-4714-b1ed-1fc5e4d9abd1"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MediaServiceLocation" ma:internalName="MediaServiceLocation"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1E4FDE1-DD94-423F-90CC-9B1C251287D6}">
  <ds:schemaRefs>
    <ds:schemaRef ds:uri="1ef05dc5-97a2-498b-bf7c-bd189143a1ff"/>
    <ds:schemaRef ds:uri="94dce8ab-38ff-4714-b1ed-1fc5e4d9abd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AE19FA4-0C96-4EA4-A310-EE64CCAA7D07}">
  <ds:schemaRefs>
    <ds:schemaRef ds:uri="http://schemas.microsoft.com/sharepoint/v3/contenttype/forms"/>
  </ds:schemaRefs>
</ds:datastoreItem>
</file>

<file path=customXml/itemProps3.xml><?xml version="1.0" encoding="utf-8"?>
<ds:datastoreItem xmlns:ds="http://schemas.openxmlformats.org/officeDocument/2006/customXml" ds:itemID="{38A39263-1CF1-47D3-BA34-1696DBCFA18D}">
  <ds:schemaRefs>
    <ds:schemaRef ds:uri="1ef05dc5-97a2-498b-bf7c-bd189143a1ff"/>
    <ds:schemaRef ds:uri="94dce8ab-38ff-4714-b1ed-1fc5e4d9abd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Unit 4</Template>
  <TotalTime>0</TotalTime>
  <Words>922</Words>
  <Application>Microsoft Office PowerPoint</Application>
  <PresentationFormat>On-screen Show (4:3)</PresentationFormat>
  <Paragraphs>87</Paragraphs>
  <Slides>17</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Calibri</vt:lpstr>
      <vt:lpstr>Arial</vt:lpstr>
      <vt:lpstr>Unit 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PG Online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PG Online Ltd</dc:creator>
  <cp:lastModifiedBy>Mike Bloys</cp:lastModifiedBy>
  <cp:revision>3</cp:revision>
  <dcterms:created xsi:type="dcterms:W3CDTF">2014-09-01T16:04:28Z</dcterms:created>
  <dcterms:modified xsi:type="dcterms:W3CDTF">2021-12-02T12:03:46Z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0x01010024951742A866DD4C8563BF4DFAFD4423</vt:lpwstr>
  </property>
</Properties>
</file>