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4"/>
  </p:sldMasterIdLst>
  <p:notesMasterIdLst>
    <p:notesMasterId r:id="rId29"/>
  </p:notesMasterIdLst>
  <p:sldIdLst>
    <p:sldId id="260" r:id="rId5"/>
    <p:sldId id="262" r:id="rId6"/>
    <p:sldId id="305" r:id="rId7"/>
    <p:sldId id="308" r:id="rId8"/>
    <p:sldId id="306" r:id="rId9"/>
    <p:sldId id="317" r:id="rId10"/>
    <p:sldId id="324" r:id="rId11"/>
    <p:sldId id="318" r:id="rId12"/>
    <p:sldId id="319" r:id="rId13"/>
    <p:sldId id="315" r:id="rId14"/>
    <p:sldId id="323" r:id="rId15"/>
    <p:sldId id="274" r:id="rId16"/>
    <p:sldId id="309" r:id="rId17"/>
    <p:sldId id="320" r:id="rId18"/>
    <p:sldId id="310" r:id="rId19"/>
    <p:sldId id="321" r:id="rId20"/>
    <p:sldId id="311" r:id="rId21"/>
    <p:sldId id="325" r:id="rId22"/>
    <p:sldId id="326" r:id="rId23"/>
    <p:sldId id="327" r:id="rId24"/>
    <p:sldId id="282" r:id="rId25"/>
    <p:sldId id="307" r:id="rId26"/>
    <p:sldId id="322" r:id="rId27"/>
    <p:sldId id="276" r:id="rId28"/>
  </p:sldIdLst>
  <p:sldSz cx="9144000" cy="6858000" type="screen4x3"/>
  <p:notesSz cx="6858000" cy="9144000"/>
  <p:embeddedFontLst>
    <p:embeddedFont>
      <p:font typeface="Calibri" panose="020F0502020204030204" pitchFamily="34" charset="0"/>
      <p:regular r:id="rId30"/>
      <p:bold r:id="rId31"/>
      <p:italic r:id="rId32"/>
      <p:boldItalic r:id="rId33"/>
    </p:embeddedFont>
    <p:embeddedFont>
      <p:font typeface="Consolas" panose="020B0609020204030204" pitchFamily="49" charset="0"/>
      <p:regular r:id="rId34"/>
      <p:bold r:id="rId35"/>
      <p:italic r:id="rId36"/>
      <p:boldItalic r:id="rId3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45">
          <p15:clr>
            <a:srgbClr val="A4A3A4"/>
          </p15:clr>
        </p15:guide>
        <p15:guide id="2" orient="horz" pos="3232">
          <p15:clr>
            <a:srgbClr val="A4A3A4"/>
          </p15:clr>
        </p15:guide>
        <p15:guide id="3" orient="horz" pos="1912">
          <p15:clr>
            <a:srgbClr val="A4A3A4"/>
          </p15:clr>
        </p15:guide>
        <p15:guide id="4" pos="5380">
          <p15:clr>
            <a:srgbClr val="A4A3A4"/>
          </p15:clr>
        </p15:guide>
        <p15:guide id="5" pos="2959">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1931815-9CF1-2391-C1D4-00EAC94E6244}" name="James Franklin" initials="JF" userId="S::james.franklin@pgonline.co.uk::cf915d05-507f-491f-b4a6-b2aa085ee4b1" providerId="AD"/>
  <p188:author id="{E27F4D1F-E773-C6E3-06F7-93776AC26D5F}" name="Mike Bloys" initials="MB" userId="S::mike.bloys@pgonline.co.uk::1248c4d8-7b2b-4b32-b8bd-163ae845f9b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James Franklin" initials="JF" lastIdx="9" clrIdx="0">
    <p:extLst>
      <p:ext uri="{19B8F6BF-5375-455C-9EA6-DF929625EA0E}">
        <p15:presenceInfo xmlns:p15="http://schemas.microsoft.com/office/powerpoint/2012/main" userId="S::james.franklin@pgonline.co.uk::cf915d05-507f-491f-b4a6-b2aa085ee4b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2AFF"/>
    <a:srgbClr val="7AD1ED"/>
    <a:srgbClr val="6F8E30"/>
    <a:srgbClr val="AAAA98"/>
    <a:srgbClr val="787878"/>
    <a:srgbClr val="2C3039"/>
    <a:srgbClr val="F2F2F2"/>
    <a:srgbClr val="58ACA5"/>
    <a:srgbClr val="0E463C"/>
    <a:srgbClr val="B32E2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859" autoAdjust="0"/>
    <p:restoredTop sz="94633"/>
  </p:normalViewPr>
  <p:slideViewPr>
    <p:cSldViewPr snapToGrid="0" snapToObjects="1" showGuides="1">
      <p:cViewPr varScale="1">
        <p:scale>
          <a:sx n="102" d="100"/>
          <a:sy n="102" d="100"/>
        </p:scale>
        <p:origin x="1266" y="102"/>
      </p:cViewPr>
      <p:guideLst>
        <p:guide orient="horz" pos="1245"/>
        <p:guide orient="horz" pos="3232"/>
        <p:guide orient="horz" pos="1912"/>
        <p:guide pos="5380"/>
        <p:guide pos="2959"/>
      </p:guideLst>
    </p:cSldViewPr>
  </p:slideViewPr>
  <p:notesTextViewPr>
    <p:cViewPr>
      <p:scale>
        <a:sx n="100" d="100"/>
        <a:sy n="100"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font" Target="fonts/font5.fntdata"/><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7.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2.fntdata"/><Relationship Id="rId44"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font" Target="fonts/font1.fntdata"/><Relationship Id="rId35" Type="http://schemas.openxmlformats.org/officeDocument/2006/relationships/font" Target="fonts/font6.fntdata"/><Relationship Id="rId43"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4.fntdata"/><Relationship Id="rId38"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 Heathcote" userId="62419938-1f1d-43ca-9327-cfd6c1894440" providerId="ADAL" clId="{1E48985F-A4B3-4BCD-AF3D-033DB005DE70}"/>
    <pc:docChg chg="custSel modSld">
      <pc:chgData name="Rob Heathcote" userId="62419938-1f1d-43ca-9327-cfd6c1894440" providerId="ADAL" clId="{1E48985F-A4B3-4BCD-AF3D-033DB005DE70}" dt="2020-03-11T13:50:18.865" v="5" actId="1035"/>
      <pc:docMkLst>
        <pc:docMk/>
      </pc:docMkLst>
      <pc:sldChg chg="delCm">
        <pc:chgData name="Rob Heathcote" userId="62419938-1f1d-43ca-9327-cfd6c1894440" providerId="ADAL" clId="{1E48985F-A4B3-4BCD-AF3D-033DB005DE70}" dt="2020-03-11T13:49:29.383" v="0" actId="1592"/>
        <pc:sldMkLst>
          <pc:docMk/>
          <pc:sldMk cId="2021957821" sldId="264"/>
        </pc:sldMkLst>
      </pc:sldChg>
      <pc:sldChg chg="modSp">
        <pc:chgData name="Rob Heathcote" userId="62419938-1f1d-43ca-9327-cfd6c1894440" providerId="ADAL" clId="{1E48985F-A4B3-4BCD-AF3D-033DB005DE70}" dt="2020-03-11T13:49:54.751" v="1" actId="1076"/>
        <pc:sldMkLst>
          <pc:docMk/>
          <pc:sldMk cId="3225159349" sldId="265"/>
        </pc:sldMkLst>
        <pc:picChg chg="mod">
          <ac:chgData name="Rob Heathcote" userId="62419938-1f1d-43ca-9327-cfd6c1894440" providerId="ADAL" clId="{1E48985F-A4B3-4BCD-AF3D-033DB005DE70}" dt="2020-03-11T13:49:54.751" v="1" actId="1076"/>
          <ac:picMkLst>
            <pc:docMk/>
            <pc:sldMk cId="3225159349" sldId="265"/>
            <ac:picMk id="5" creationId="{00000000-0000-0000-0000-000000000000}"/>
          </ac:picMkLst>
        </pc:picChg>
      </pc:sldChg>
      <pc:sldChg chg="modSp">
        <pc:chgData name="Rob Heathcote" userId="62419938-1f1d-43ca-9327-cfd6c1894440" providerId="ADAL" clId="{1E48985F-A4B3-4BCD-AF3D-033DB005DE70}" dt="2020-03-11T13:50:18.865" v="5" actId="1035"/>
        <pc:sldMkLst>
          <pc:docMk/>
          <pc:sldMk cId="2512289805" sldId="266"/>
        </pc:sldMkLst>
        <pc:picChg chg="mod">
          <ac:chgData name="Rob Heathcote" userId="62419938-1f1d-43ca-9327-cfd6c1894440" providerId="ADAL" clId="{1E48985F-A4B3-4BCD-AF3D-033DB005DE70}" dt="2020-03-11T13:50:18.865" v="5" actId="1035"/>
          <ac:picMkLst>
            <pc:docMk/>
            <pc:sldMk cId="2512289805" sldId="266"/>
            <ac:picMk id="5" creationId="{00000000-0000-0000-0000-000000000000}"/>
          </ac:picMkLst>
        </pc:picChg>
      </pc:sldChg>
    </pc:docChg>
  </pc:docChgLst>
  <pc:docChgLst>
    <pc:chgData name="James Franklin" userId="cf915d05-507f-491f-b4a6-b2aa085ee4b1" providerId="ADAL" clId="{6CAD0755-6958-48B4-9712-1BA87C0645E4}"/>
    <pc:docChg chg="custSel addSld delSld modSld">
      <pc:chgData name="James Franklin" userId="cf915d05-507f-491f-b4a6-b2aa085ee4b1" providerId="ADAL" clId="{6CAD0755-6958-48B4-9712-1BA87C0645E4}" dt="2021-07-23T09:31:07.627" v="304" actId="20577"/>
      <pc:docMkLst>
        <pc:docMk/>
      </pc:docMkLst>
      <pc:sldChg chg="modSp mod">
        <pc:chgData name="James Franklin" userId="cf915d05-507f-491f-b4a6-b2aa085ee4b1" providerId="ADAL" clId="{6CAD0755-6958-48B4-9712-1BA87C0645E4}" dt="2021-07-19T09:59:20.210" v="59" actId="20577"/>
        <pc:sldMkLst>
          <pc:docMk/>
          <pc:sldMk cId="4090538755" sldId="262"/>
        </pc:sldMkLst>
        <pc:spChg chg="mod">
          <ac:chgData name="James Franklin" userId="cf915d05-507f-491f-b4a6-b2aa085ee4b1" providerId="ADAL" clId="{6CAD0755-6958-48B4-9712-1BA87C0645E4}" dt="2021-07-19T09:59:20.210" v="59" actId="20577"/>
          <ac:spMkLst>
            <pc:docMk/>
            <pc:sldMk cId="4090538755" sldId="262"/>
            <ac:spMk id="4" creationId="{00000000-0000-0000-0000-000000000000}"/>
          </ac:spMkLst>
        </pc:spChg>
      </pc:sldChg>
      <pc:sldChg chg="addSp delSp modSp mod">
        <pc:chgData name="James Franklin" userId="cf915d05-507f-491f-b4a6-b2aa085ee4b1" providerId="ADAL" clId="{6CAD0755-6958-48B4-9712-1BA87C0645E4}" dt="2021-07-23T09:31:07.627" v="304" actId="20577"/>
        <pc:sldMkLst>
          <pc:docMk/>
          <pc:sldMk cId="3236221385" sldId="263"/>
        </pc:sldMkLst>
        <pc:spChg chg="add del mod">
          <ac:chgData name="James Franklin" userId="cf915d05-507f-491f-b4a6-b2aa085ee4b1" providerId="ADAL" clId="{6CAD0755-6958-48B4-9712-1BA87C0645E4}" dt="2021-07-22T12:00:39.716" v="272" actId="478"/>
          <ac:spMkLst>
            <pc:docMk/>
            <pc:sldMk cId="3236221385" sldId="263"/>
            <ac:spMk id="2" creationId="{BD700137-7BA3-4252-9BEB-B40CB67195C5}"/>
          </ac:spMkLst>
        </pc:spChg>
        <pc:spChg chg="mod">
          <ac:chgData name="James Franklin" userId="cf915d05-507f-491f-b4a6-b2aa085ee4b1" providerId="ADAL" clId="{6CAD0755-6958-48B4-9712-1BA87C0645E4}" dt="2021-07-23T09:31:07.627" v="304" actId="20577"/>
          <ac:spMkLst>
            <pc:docMk/>
            <pc:sldMk cId="3236221385" sldId="263"/>
            <ac:spMk id="4" creationId="{00000000-0000-0000-0000-000000000000}"/>
          </ac:spMkLst>
        </pc:spChg>
        <pc:spChg chg="mod">
          <ac:chgData name="James Franklin" userId="cf915d05-507f-491f-b4a6-b2aa085ee4b1" providerId="ADAL" clId="{6CAD0755-6958-48B4-9712-1BA87C0645E4}" dt="2021-07-22T11:37:35.308" v="184" actId="14100"/>
          <ac:spMkLst>
            <pc:docMk/>
            <pc:sldMk cId="3236221385" sldId="263"/>
            <ac:spMk id="10" creationId="{00000000-0000-0000-0000-000000000000}"/>
          </ac:spMkLst>
        </pc:spChg>
        <pc:spChg chg="add mod">
          <ac:chgData name="James Franklin" userId="cf915d05-507f-491f-b4a6-b2aa085ee4b1" providerId="ADAL" clId="{6CAD0755-6958-48B4-9712-1BA87C0645E4}" dt="2021-07-22T12:01:36.106" v="287" actId="6549"/>
          <ac:spMkLst>
            <pc:docMk/>
            <pc:sldMk cId="3236221385" sldId="263"/>
            <ac:spMk id="46" creationId="{21C81F41-9F0B-42B1-B5A2-35F182E75585}"/>
          </ac:spMkLst>
        </pc:spChg>
        <pc:grpChg chg="del mod">
          <ac:chgData name="James Franklin" userId="cf915d05-507f-491f-b4a6-b2aa085ee4b1" providerId="ADAL" clId="{6CAD0755-6958-48B4-9712-1BA87C0645E4}" dt="2021-07-22T12:00:39.716" v="272" actId="478"/>
          <ac:grpSpMkLst>
            <pc:docMk/>
            <pc:sldMk cId="3236221385" sldId="263"/>
            <ac:grpSpMk id="7" creationId="{00000000-0000-0000-0000-000000000000}"/>
          </ac:grpSpMkLst>
        </pc:grpChg>
        <pc:grpChg chg="add mod">
          <ac:chgData name="James Franklin" userId="cf915d05-507f-491f-b4a6-b2aa085ee4b1" providerId="ADAL" clId="{6CAD0755-6958-48B4-9712-1BA87C0645E4}" dt="2021-07-22T12:00:55.068" v="274" actId="1076"/>
          <ac:grpSpMkLst>
            <pc:docMk/>
            <pc:sldMk cId="3236221385" sldId="263"/>
            <ac:grpSpMk id="20" creationId="{F0E8B191-4C55-4796-8FCB-E859763083CE}"/>
          </ac:grpSpMkLst>
        </pc:grpChg>
        <pc:grpChg chg="mod">
          <ac:chgData name="James Franklin" userId="cf915d05-507f-491f-b4a6-b2aa085ee4b1" providerId="ADAL" clId="{6CAD0755-6958-48B4-9712-1BA87C0645E4}" dt="2021-07-22T12:00:49" v="273"/>
          <ac:grpSpMkLst>
            <pc:docMk/>
            <pc:sldMk cId="3236221385" sldId="263"/>
            <ac:grpSpMk id="21" creationId="{9EBEF77B-2147-4259-91FE-39ECFE6F1B3F}"/>
          </ac:grpSpMkLst>
        </pc:grpChg>
        <pc:cxnChg chg="mod">
          <ac:chgData name="James Franklin" userId="cf915d05-507f-491f-b4a6-b2aa085ee4b1" providerId="ADAL" clId="{6CAD0755-6958-48B4-9712-1BA87C0645E4}" dt="2021-07-22T12:00:49" v="273"/>
          <ac:cxnSpMkLst>
            <pc:docMk/>
            <pc:sldMk cId="3236221385" sldId="263"/>
            <ac:cxnSpMk id="22" creationId="{C0E74E25-9F23-440B-90D8-891D355247FF}"/>
          </ac:cxnSpMkLst>
        </pc:cxnChg>
        <pc:cxnChg chg="mod">
          <ac:chgData name="James Franklin" userId="cf915d05-507f-491f-b4a6-b2aa085ee4b1" providerId="ADAL" clId="{6CAD0755-6958-48B4-9712-1BA87C0645E4}" dt="2021-07-22T12:00:49" v="273"/>
          <ac:cxnSpMkLst>
            <pc:docMk/>
            <pc:sldMk cId="3236221385" sldId="263"/>
            <ac:cxnSpMk id="23" creationId="{E60A3048-6432-46C3-A922-5FE5865D6CAB}"/>
          </ac:cxnSpMkLst>
        </pc:cxnChg>
        <pc:cxnChg chg="mod">
          <ac:chgData name="James Franklin" userId="cf915d05-507f-491f-b4a6-b2aa085ee4b1" providerId="ADAL" clId="{6CAD0755-6958-48B4-9712-1BA87C0645E4}" dt="2021-07-22T12:00:49" v="273"/>
          <ac:cxnSpMkLst>
            <pc:docMk/>
            <pc:sldMk cId="3236221385" sldId="263"/>
            <ac:cxnSpMk id="24" creationId="{DA34D7BB-DDFD-4BD4-9155-80D658937C30}"/>
          </ac:cxnSpMkLst>
        </pc:cxnChg>
        <pc:cxnChg chg="mod">
          <ac:chgData name="James Franklin" userId="cf915d05-507f-491f-b4a6-b2aa085ee4b1" providerId="ADAL" clId="{6CAD0755-6958-48B4-9712-1BA87C0645E4}" dt="2021-07-22T12:00:49" v="273"/>
          <ac:cxnSpMkLst>
            <pc:docMk/>
            <pc:sldMk cId="3236221385" sldId="263"/>
            <ac:cxnSpMk id="25" creationId="{05B3ED51-BE6A-485B-B1BB-AB4990778643}"/>
          </ac:cxnSpMkLst>
        </pc:cxnChg>
        <pc:cxnChg chg="mod">
          <ac:chgData name="James Franklin" userId="cf915d05-507f-491f-b4a6-b2aa085ee4b1" providerId="ADAL" clId="{6CAD0755-6958-48B4-9712-1BA87C0645E4}" dt="2021-07-22T12:00:49" v="273"/>
          <ac:cxnSpMkLst>
            <pc:docMk/>
            <pc:sldMk cId="3236221385" sldId="263"/>
            <ac:cxnSpMk id="26" creationId="{EB5A595E-1DFB-4556-AA45-C7F0F723A35F}"/>
          </ac:cxnSpMkLst>
        </pc:cxnChg>
        <pc:cxnChg chg="mod">
          <ac:chgData name="James Franklin" userId="cf915d05-507f-491f-b4a6-b2aa085ee4b1" providerId="ADAL" clId="{6CAD0755-6958-48B4-9712-1BA87C0645E4}" dt="2021-07-22T12:00:49" v="273"/>
          <ac:cxnSpMkLst>
            <pc:docMk/>
            <pc:sldMk cId="3236221385" sldId="263"/>
            <ac:cxnSpMk id="27" creationId="{EEFC7BC2-C38A-4C2D-8774-CD43DE9F222E}"/>
          </ac:cxnSpMkLst>
        </pc:cxnChg>
        <pc:cxnChg chg="mod">
          <ac:chgData name="James Franklin" userId="cf915d05-507f-491f-b4a6-b2aa085ee4b1" providerId="ADAL" clId="{6CAD0755-6958-48B4-9712-1BA87C0645E4}" dt="2021-07-22T12:00:49" v="273"/>
          <ac:cxnSpMkLst>
            <pc:docMk/>
            <pc:sldMk cId="3236221385" sldId="263"/>
            <ac:cxnSpMk id="28" creationId="{E47DB36D-CE17-413F-8104-395BF16A7B71}"/>
          </ac:cxnSpMkLst>
        </pc:cxnChg>
        <pc:cxnChg chg="mod">
          <ac:chgData name="James Franklin" userId="cf915d05-507f-491f-b4a6-b2aa085ee4b1" providerId="ADAL" clId="{6CAD0755-6958-48B4-9712-1BA87C0645E4}" dt="2021-07-22T12:00:49" v="273"/>
          <ac:cxnSpMkLst>
            <pc:docMk/>
            <pc:sldMk cId="3236221385" sldId="263"/>
            <ac:cxnSpMk id="29" creationId="{1F4F9659-93EA-4FAF-81B7-FC1AA9CDC7A5}"/>
          </ac:cxnSpMkLst>
        </pc:cxnChg>
        <pc:cxnChg chg="mod">
          <ac:chgData name="James Franklin" userId="cf915d05-507f-491f-b4a6-b2aa085ee4b1" providerId="ADAL" clId="{6CAD0755-6958-48B4-9712-1BA87C0645E4}" dt="2021-07-22T12:00:49" v="273"/>
          <ac:cxnSpMkLst>
            <pc:docMk/>
            <pc:sldMk cId="3236221385" sldId="263"/>
            <ac:cxnSpMk id="30" creationId="{B32C9F15-4559-48C5-AA88-065A4F28177A}"/>
          </ac:cxnSpMkLst>
        </pc:cxnChg>
        <pc:cxnChg chg="mod">
          <ac:chgData name="James Franklin" userId="cf915d05-507f-491f-b4a6-b2aa085ee4b1" providerId="ADAL" clId="{6CAD0755-6958-48B4-9712-1BA87C0645E4}" dt="2021-07-22T12:00:49" v="273"/>
          <ac:cxnSpMkLst>
            <pc:docMk/>
            <pc:sldMk cId="3236221385" sldId="263"/>
            <ac:cxnSpMk id="31" creationId="{45BEF144-2EF3-41C3-BB56-F3CA52B0922D}"/>
          </ac:cxnSpMkLst>
        </pc:cxnChg>
        <pc:cxnChg chg="mod">
          <ac:chgData name="James Franklin" userId="cf915d05-507f-491f-b4a6-b2aa085ee4b1" providerId="ADAL" clId="{6CAD0755-6958-48B4-9712-1BA87C0645E4}" dt="2021-07-22T12:00:49" v="273"/>
          <ac:cxnSpMkLst>
            <pc:docMk/>
            <pc:sldMk cId="3236221385" sldId="263"/>
            <ac:cxnSpMk id="32" creationId="{AF624615-58E0-4E88-B6AE-F9D237B0805F}"/>
          </ac:cxnSpMkLst>
        </pc:cxnChg>
        <pc:cxnChg chg="mod">
          <ac:chgData name="James Franklin" userId="cf915d05-507f-491f-b4a6-b2aa085ee4b1" providerId="ADAL" clId="{6CAD0755-6958-48B4-9712-1BA87C0645E4}" dt="2021-07-22T12:00:49" v="273"/>
          <ac:cxnSpMkLst>
            <pc:docMk/>
            <pc:sldMk cId="3236221385" sldId="263"/>
            <ac:cxnSpMk id="33" creationId="{7F125687-0B69-455D-88FE-D469508471F3}"/>
          </ac:cxnSpMkLst>
        </pc:cxnChg>
        <pc:cxnChg chg="add mod">
          <ac:chgData name="James Franklin" userId="cf915d05-507f-491f-b4a6-b2aa085ee4b1" providerId="ADAL" clId="{6CAD0755-6958-48B4-9712-1BA87C0645E4}" dt="2021-07-22T12:00:55.068" v="274" actId="1076"/>
          <ac:cxnSpMkLst>
            <pc:docMk/>
            <pc:sldMk cId="3236221385" sldId="263"/>
            <ac:cxnSpMk id="34" creationId="{414E5194-634A-4C79-9123-4BD05BF08632}"/>
          </ac:cxnSpMkLst>
        </pc:cxnChg>
        <pc:cxnChg chg="add mod">
          <ac:chgData name="James Franklin" userId="cf915d05-507f-491f-b4a6-b2aa085ee4b1" providerId="ADAL" clId="{6CAD0755-6958-48B4-9712-1BA87C0645E4}" dt="2021-07-22T12:00:55.068" v="274" actId="1076"/>
          <ac:cxnSpMkLst>
            <pc:docMk/>
            <pc:sldMk cId="3236221385" sldId="263"/>
            <ac:cxnSpMk id="35" creationId="{DD25DA01-58CB-4A73-835D-016FF8124F0D}"/>
          </ac:cxnSpMkLst>
        </pc:cxnChg>
        <pc:cxnChg chg="add mod">
          <ac:chgData name="James Franklin" userId="cf915d05-507f-491f-b4a6-b2aa085ee4b1" providerId="ADAL" clId="{6CAD0755-6958-48B4-9712-1BA87C0645E4}" dt="2021-07-22T12:00:55.068" v="274" actId="1076"/>
          <ac:cxnSpMkLst>
            <pc:docMk/>
            <pc:sldMk cId="3236221385" sldId="263"/>
            <ac:cxnSpMk id="36" creationId="{31C3C616-9517-42FB-939B-BF92B6E9DC9A}"/>
          </ac:cxnSpMkLst>
        </pc:cxnChg>
        <pc:cxnChg chg="add mod">
          <ac:chgData name="James Franklin" userId="cf915d05-507f-491f-b4a6-b2aa085ee4b1" providerId="ADAL" clId="{6CAD0755-6958-48B4-9712-1BA87C0645E4}" dt="2021-07-22T12:00:55.068" v="274" actId="1076"/>
          <ac:cxnSpMkLst>
            <pc:docMk/>
            <pc:sldMk cId="3236221385" sldId="263"/>
            <ac:cxnSpMk id="37" creationId="{2ACF326F-E999-42F0-A709-C41D77473BC8}"/>
          </ac:cxnSpMkLst>
        </pc:cxnChg>
        <pc:cxnChg chg="add mod">
          <ac:chgData name="James Franklin" userId="cf915d05-507f-491f-b4a6-b2aa085ee4b1" providerId="ADAL" clId="{6CAD0755-6958-48B4-9712-1BA87C0645E4}" dt="2021-07-22T12:00:55.068" v="274" actId="1076"/>
          <ac:cxnSpMkLst>
            <pc:docMk/>
            <pc:sldMk cId="3236221385" sldId="263"/>
            <ac:cxnSpMk id="38" creationId="{775467E7-1CA9-46E4-8A70-E64817E0C795}"/>
          </ac:cxnSpMkLst>
        </pc:cxnChg>
        <pc:cxnChg chg="add mod">
          <ac:chgData name="James Franklin" userId="cf915d05-507f-491f-b4a6-b2aa085ee4b1" providerId="ADAL" clId="{6CAD0755-6958-48B4-9712-1BA87C0645E4}" dt="2021-07-22T12:00:55.068" v="274" actId="1076"/>
          <ac:cxnSpMkLst>
            <pc:docMk/>
            <pc:sldMk cId="3236221385" sldId="263"/>
            <ac:cxnSpMk id="39" creationId="{DCE89661-608B-4729-88D8-34DC9752D2EF}"/>
          </ac:cxnSpMkLst>
        </pc:cxnChg>
        <pc:cxnChg chg="add mod">
          <ac:chgData name="James Franklin" userId="cf915d05-507f-491f-b4a6-b2aa085ee4b1" providerId="ADAL" clId="{6CAD0755-6958-48B4-9712-1BA87C0645E4}" dt="2021-07-22T12:00:55.068" v="274" actId="1076"/>
          <ac:cxnSpMkLst>
            <pc:docMk/>
            <pc:sldMk cId="3236221385" sldId="263"/>
            <ac:cxnSpMk id="40" creationId="{34D88F67-66FB-471C-8193-3F21A5E25F7A}"/>
          </ac:cxnSpMkLst>
        </pc:cxnChg>
        <pc:cxnChg chg="add mod">
          <ac:chgData name="James Franklin" userId="cf915d05-507f-491f-b4a6-b2aa085ee4b1" providerId="ADAL" clId="{6CAD0755-6958-48B4-9712-1BA87C0645E4}" dt="2021-07-22T12:00:55.068" v="274" actId="1076"/>
          <ac:cxnSpMkLst>
            <pc:docMk/>
            <pc:sldMk cId="3236221385" sldId="263"/>
            <ac:cxnSpMk id="41" creationId="{8989AB5B-EB3E-4C54-A162-75BA5DBC0BA1}"/>
          </ac:cxnSpMkLst>
        </pc:cxnChg>
        <pc:cxnChg chg="add mod">
          <ac:chgData name="James Franklin" userId="cf915d05-507f-491f-b4a6-b2aa085ee4b1" providerId="ADAL" clId="{6CAD0755-6958-48B4-9712-1BA87C0645E4}" dt="2021-07-22T12:00:55.068" v="274" actId="1076"/>
          <ac:cxnSpMkLst>
            <pc:docMk/>
            <pc:sldMk cId="3236221385" sldId="263"/>
            <ac:cxnSpMk id="42" creationId="{4BDD9A3C-F119-4D3B-BDE9-4B7E99549211}"/>
          </ac:cxnSpMkLst>
        </pc:cxnChg>
        <pc:cxnChg chg="add mod">
          <ac:chgData name="James Franklin" userId="cf915d05-507f-491f-b4a6-b2aa085ee4b1" providerId="ADAL" clId="{6CAD0755-6958-48B4-9712-1BA87C0645E4}" dt="2021-07-22T12:00:55.068" v="274" actId="1076"/>
          <ac:cxnSpMkLst>
            <pc:docMk/>
            <pc:sldMk cId="3236221385" sldId="263"/>
            <ac:cxnSpMk id="43" creationId="{C9967231-9375-482B-AB58-513CEBA69B4C}"/>
          </ac:cxnSpMkLst>
        </pc:cxnChg>
        <pc:cxnChg chg="add mod">
          <ac:chgData name="James Franklin" userId="cf915d05-507f-491f-b4a6-b2aa085ee4b1" providerId="ADAL" clId="{6CAD0755-6958-48B4-9712-1BA87C0645E4}" dt="2021-07-22T12:00:55.068" v="274" actId="1076"/>
          <ac:cxnSpMkLst>
            <pc:docMk/>
            <pc:sldMk cId="3236221385" sldId="263"/>
            <ac:cxnSpMk id="44" creationId="{4FD280F1-E14C-458B-9FE5-3C7150EC6B8F}"/>
          </ac:cxnSpMkLst>
        </pc:cxnChg>
        <pc:cxnChg chg="add mod">
          <ac:chgData name="James Franklin" userId="cf915d05-507f-491f-b4a6-b2aa085ee4b1" providerId="ADAL" clId="{6CAD0755-6958-48B4-9712-1BA87C0645E4}" dt="2021-07-22T12:00:55.068" v="274" actId="1076"/>
          <ac:cxnSpMkLst>
            <pc:docMk/>
            <pc:sldMk cId="3236221385" sldId="263"/>
            <ac:cxnSpMk id="45" creationId="{39C0BDD9-0C1F-4C85-A90C-9D11DE2C8822}"/>
          </ac:cxnSpMkLst>
        </pc:cxnChg>
      </pc:sldChg>
      <pc:sldChg chg="del">
        <pc:chgData name="James Franklin" userId="cf915d05-507f-491f-b4a6-b2aa085ee4b1" providerId="ADAL" clId="{6CAD0755-6958-48B4-9712-1BA87C0645E4}" dt="2021-07-19T10:26:07.333" v="64" actId="47"/>
        <pc:sldMkLst>
          <pc:docMk/>
          <pc:sldMk cId="2021957821" sldId="264"/>
        </pc:sldMkLst>
      </pc:sldChg>
      <pc:sldChg chg="modSp mod">
        <pc:chgData name="James Franklin" userId="cf915d05-507f-491f-b4a6-b2aa085ee4b1" providerId="ADAL" clId="{6CAD0755-6958-48B4-9712-1BA87C0645E4}" dt="2021-07-19T10:42:07.811" v="88" actId="20577"/>
        <pc:sldMkLst>
          <pc:docMk/>
          <pc:sldMk cId="3225159349" sldId="265"/>
        </pc:sldMkLst>
        <pc:spChg chg="mod">
          <ac:chgData name="James Franklin" userId="cf915d05-507f-491f-b4a6-b2aa085ee4b1" providerId="ADAL" clId="{6CAD0755-6958-48B4-9712-1BA87C0645E4}" dt="2021-07-19T10:42:07.811" v="88" actId="20577"/>
          <ac:spMkLst>
            <pc:docMk/>
            <pc:sldMk cId="3225159349" sldId="265"/>
            <ac:spMk id="3" creationId="{8527BA25-C1DE-4A24-BEED-4025C2351C03}"/>
          </ac:spMkLst>
        </pc:spChg>
      </pc:sldChg>
      <pc:sldChg chg="modSp mod">
        <pc:chgData name="James Franklin" userId="cf915d05-507f-491f-b4a6-b2aa085ee4b1" providerId="ADAL" clId="{6CAD0755-6958-48B4-9712-1BA87C0645E4}" dt="2021-07-19T10:42:24.180" v="91" actId="113"/>
        <pc:sldMkLst>
          <pc:docMk/>
          <pc:sldMk cId="2512289805" sldId="266"/>
        </pc:sldMkLst>
        <pc:spChg chg="mod">
          <ac:chgData name="James Franklin" userId="cf915d05-507f-491f-b4a6-b2aa085ee4b1" providerId="ADAL" clId="{6CAD0755-6958-48B4-9712-1BA87C0645E4}" dt="2021-07-19T10:42:24.180" v="91" actId="113"/>
          <ac:spMkLst>
            <pc:docMk/>
            <pc:sldMk cId="2512289805" sldId="266"/>
            <ac:spMk id="3" creationId="{688DE72B-500C-4809-9550-35C964406F24}"/>
          </ac:spMkLst>
        </pc:spChg>
      </pc:sldChg>
      <pc:sldChg chg="modSp mod">
        <pc:chgData name="James Franklin" userId="cf915d05-507f-491f-b4a6-b2aa085ee4b1" providerId="ADAL" clId="{6CAD0755-6958-48B4-9712-1BA87C0645E4}" dt="2021-07-19T11:00:28.798" v="140" actId="6549"/>
        <pc:sldMkLst>
          <pc:docMk/>
          <pc:sldMk cId="2635350195" sldId="268"/>
        </pc:sldMkLst>
        <pc:spChg chg="mod">
          <ac:chgData name="James Franklin" userId="cf915d05-507f-491f-b4a6-b2aa085ee4b1" providerId="ADAL" clId="{6CAD0755-6958-48B4-9712-1BA87C0645E4}" dt="2021-07-19T11:00:28.798" v="140" actId="6549"/>
          <ac:spMkLst>
            <pc:docMk/>
            <pc:sldMk cId="2635350195" sldId="268"/>
            <ac:spMk id="4" creationId="{00000000-0000-0000-0000-000000000000}"/>
          </ac:spMkLst>
        </pc:spChg>
      </pc:sldChg>
      <pc:sldChg chg="modSp mod">
        <pc:chgData name="James Franklin" userId="cf915d05-507f-491f-b4a6-b2aa085ee4b1" providerId="ADAL" clId="{6CAD0755-6958-48B4-9712-1BA87C0645E4}" dt="2021-07-19T11:00:00.259" v="126" actId="113"/>
        <pc:sldMkLst>
          <pc:docMk/>
          <pc:sldMk cId="3540909896" sldId="274"/>
        </pc:sldMkLst>
        <pc:spChg chg="mod">
          <ac:chgData name="James Franklin" userId="cf915d05-507f-491f-b4a6-b2aa085ee4b1" providerId="ADAL" clId="{6CAD0755-6958-48B4-9712-1BA87C0645E4}" dt="2021-07-19T11:00:00.259" v="126" actId="113"/>
          <ac:spMkLst>
            <pc:docMk/>
            <pc:sldMk cId="3540909896" sldId="274"/>
            <ac:spMk id="3" creationId="{00000000-0000-0000-0000-000000000000}"/>
          </ac:spMkLst>
        </pc:spChg>
      </pc:sldChg>
      <pc:sldChg chg="modSp mod">
        <pc:chgData name="James Franklin" userId="cf915d05-507f-491f-b4a6-b2aa085ee4b1" providerId="ADAL" clId="{6CAD0755-6958-48B4-9712-1BA87C0645E4}" dt="2021-07-19T10:45:15.668" v="94" actId="20577"/>
        <pc:sldMkLst>
          <pc:docMk/>
          <pc:sldMk cId="3323362349" sldId="277"/>
        </pc:sldMkLst>
        <pc:spChg chg="mod">
          <ac:chgData name="James Franklin" userId="cf915d05-507f-491f-b4a6-b2aa085ee4b1" providerId="ADAL" clId="{6CAD0755-6958-48B4-9712-1BA87C0645E4}" dt="2021-07-19T10:45:15.668" v="94" actId="20577"/>
          <ac:spMkLst>
            <pc:docMk/>
            <pc:sldMk cId="3323362349" sldId="277"/>
            <ac:spMk id="3" creationId="{00000000-0000-0000-0000-000000000000}"/>
          </ac:spMkLst>
        </pc:spChg>
      </pc:sldChg>
      <pc:sldChg chg="modSp mod">
        <pc:chgData name="James Franklin" userId="cf915d05-507f-491f-b4a6-b2aa085ee4b1" providerId="ADAL" clId="{6CAD0755-6958-48B4-9712-1BA87C0645E4}" dt="2021-07-19T10:46:19.626" v="113" actId="20577"/>
        <pc:sldMkLst>
          <pc:docMk/>
          <pc:sldMk cId="1742271136" sldId="278"/>
        </pc:sldMkLst>
        <pc:spChg chg="mod">
          <ac:chgData name="James Franklin" userId="cf915d05-507f-491f-b4a6-b2aa085ee4b1" providerId="ADAL" clId="{6CAD0755-6958-48B4-9712-1BA87C0645E4}" dt="2021-07-19T10:46:19.626" v="113" actId="20577"/>
          <ac:spMkLst>
            <pc:docMk/>
            <pc:sldMk cId="1742271136" sldId="278"/>
            <ac:spMk id="3" creationId="{00000000-0000-0000-0000-000000000000}"/>
          </ac:spMkLst>
        </pc:spChg>
      </pc:sldChg>
      <pc:sldChg chg="addSp modSp mod addCm modCm">
        <pc:chgData name="James Franklin" userId="cf915d05-507f-491f-b4a6-b2aa085ee4b1" providerId="ADAL" clId="{6CAD0755-6958-48B4-9712-1BA87C0645E4}" dt="2021-07-19T10:41:49.690" v="70" actId="1589"/>
        <pc:sldMkLst>
          <pc:docMk/>
          <pc:sldMk cId="4080298053" sldId="279"/>
        </pc:sldMkLst>
        <pc:spChg chg="mod">
          <ac:chgData name="James Franklin" userId="cf915d05-507f-491f-b4a6-b2aa085ee4b1" providerId="ADAL" clId="{6CAD0755-6958-48B4-9712-1BA87C0645E4}" dt="2021-07-19T10:00:45.725" v="60" actId="20577"/>
          <ac:spMkLst>
            <pc:docMk/>
            <pc:sldMk cId="4080298053" sldId="279"/>
            <ac:spMk id="3" creationId="{31DF558F-1D46-44E3-BBC3-B8211BF8A8D5}"/>
          </ac:spMkLst>
        </pc:spChg>
        <pc:picChg chg="add mod">
          <ac:chgData name="James Franklin" userId="cf915d05-507f-491f-b4a6-b2aa085ee4b1" providerId="ADAL" clId="{6CAD0755-6958-48B4-9712-1BA87C0645E4}" dt="2021-07-19T10:40:16.777" v="67" actId="1076"/>
          <ac:picMkLst>
            <pc:docMk/>
            <pc:sldMk cId="4080298053" sldId="279"/>
            <ac:picMk id="1026" creationId="{BFB8B0BC-398A-4160-A6DE-AA3E4E83EE85}"/>
          </ac:picMkLst>
        </pc:picChg>
      </pc:sldChg>
      <pc:sldChg chg="modSp mod">
        <pc:chgData name="James Franklin" userId="cf915d05-507f-491f-b4a6-b2aa085ee4b1" providerId="ADAL" clId="{6CAD0755-6958-48B4-9712-1BA87C0645E4}" dt="2021-07-19T11:03:27.426" v="183" actId="20577"/>
        <pc:sldMkLst>
          <pc:docMk/>
          <pc:sldMk cId="104800640" sldId="281"/>
        </pc:sldMkLst>
        <pc:spChg chg="mod">
          <ac:chgData name="James Franklin" userId="cf915d05-507f-491f-b4a6-b2aa085ee4b1" providerId="ADAL" clId="{6CAD0755-6958-48B4-9712-1BA87C0645E4}" dt="2021-07-19T11:03:27.426" v="183" actId="20577"/>
          <ac:spMkLst>
            <pc:docMk/>
            <pc:sldMk cId="104800640" sldId="281"/>
            <ac:spMk id="3" creationId="{2A83CD5B-1742-4446-8CAB-7E186658E757}"/>
          </ac:spMkLst>
        </pc:spChg>
      </pc:sldChg>
      <pc:sldChg chg="add">
        <pc:chgData name="James Franklin" userId="cf915d05-507f-491f-b4a6-b2aa085ee4b1" providerId="ADAL" clId="{6CAD0755-6958-48B4-9712-1BA87C0645E4}" dt="2021-07-19T10:26:05.358" v="63"/>
        <pc:sldMkLst>
          <pc:docMk/>
          <pc:sldMk cId="3752922158" sldId="282"/>
        </pc:sldMkLst>
      </pc:sldChg>
    </pc:docChg>
  </pc:docChgLst>
  <pc:docChgLst>
    <pc:chgData name="Rob Heathcote" userId="62419938-1f1d-43ca-9327-cfd6c1894440" providerId="ADAL" clId="{F853E626-9798-4736-8845-B5B423CAAFB3}"/>
    <pc:docChg chg="custSel modSld">
      <pc:chgData name="Rob Heathcote" userId="62419938-1f1d-43ca-9327-cfd6c1894440" providerId="ADAL" clId="{F853E626-9798-4736-8845-B5B423CAAFB3}" dt="2021-12-02T16:11:10.140" v="1"/>
      <pc:docMkLst>
        <pc:docMk/>
      </pc:docMkLst>
      <pc:sldChg chg="modSp mod">
        <pc:chgData name="Rob Heathcote" userId="62419938-1f1d-43ca-9327-cfd6c1894440" providerId="ADAL" clId="{F853E626-9798-4736-8845-B5B423CAAFB3}" dt="2021-12-02T16:11:10.140" v="1"/>
        <pc:sldMkLst>
          <pc:docMk/>
          <pc:sldMk cId="3215548876" sldId="315"/>
        </pc:sldMkLst>
        <pc:graphicFrameChg chg="modGraphic">
          <ac:chgData name="Rob Heathcote" userId="62419938-1f1d-43ca-9327-cfd6c1894440" providerId="ADAL" clId="{F853E626-9798-4736-8845-B5B423CAAFB3}" dt="2021-12-02T16:11:10.140" v="1"/>
          <ac:graphicFrameMkLst>
            <pc:docMk/>
            <pc:sldMk cId="3215548876" sldId="315"/>
            <ac:graphicFrameMk id="5" creationId="{F3FFB2BE-1A98-4166-955C-E2B73C10731D}"/>
          </ac:graphicFrameMkLst>
        </pc:graphicFrameChg>
      </pc:sldChg>
    </pc:docChg>
  </pc:docChgLst>
  <pc:docChgLst>
    <pc:chgData name="Mike Bloys" userId="1248c4d8-7b2b-4b32-b8bd-163ae845f9bb" providerId="ADAL" clId="{7D083B23-7EED-48A7-9581-34D5D5B59377}"/>
    <pc:docChg chg="undo custSel modSld modMainMaster">
      <pc:chgData name="Mike Bloys" userId="1248c4d8-7b2b-4b32-b8bd-163ae845f9bb" providerId="ADAL" clId="{7D083B23-7EED-48A7-9581-34D5D5B59377}" dt="2021-12-02T10:43:14.026" v="131" actId="700"/>
      <pc:docMkLst>
        <pc:docMk/>
      </pc:docMkLst>
      <pc:sldChg chg="addSp delSp modSp mod">
        <pc:chgData name="Mike Bloys" userId="1248c4d8-7b2b-4b32-b8bd-163ae845f9bb" providerId="ADAL" clId="{7D083B23-7EED-48A7-9581-34D5D5B59377}" dt="2021-11-29T16:13:00.707" v="33" actId="21"/>
        <pc:sldMkLst>
          <pc:docMk/>
          <pc:sldMk cId="4090538755" sldId="262"/>
        </pc:sldMkLst>
        <pc:spChg chg="add del mod">
          <ac:chgData name="Mike Bloys" userId="1248c4d8-7b2b-4b32-b8bd-163ae845f9bb" providerId="ADAL" clId="{7D083B23-7EED-48A7-9581-34D5D5B59377}" dt="2021-11-29T16:13:00.707" v="33" actId="21"/>
          <ac:spMkLst>
            <pc:docMk/>
            <pc:sldMk cId="4090538755" sldId="262"/>
            <ac:spMk id="5" creationId="{48B100C3-C658-4FD3-9301-227E84860CDA}"/>
          </ac:spMkLst>
        </pc:spChg>
      </pc:sldChg>
      <pc:sldChg chg="addSp delSp modSp mod chgLayout">
        <pc:chgData name="Mike Bloys" userId="1248c4d8-7b2b-4b32-b8bd-163ae845f9bb" providerId="ADAL" clId="{7D083B23-7EED-48A7-9581-34D5D5B59377}" dt="2021-12-02T10:42:08.124" v="118" actId="6264"/>
        <pc:sldMkLst>
          <pc:docMk/>
          <pc:sldMk cId="1671352380" sldId="305"/>
        </pc:sldMkLst>
        <pc:spChg chg="add del mod">
          <ac:chgData name="Mike Bloys" userId="1248c4d8-7b2b-4b32-b8bd-163ae845f9bb" providerId="ADAL" clId="{7D083B23-7EED-48A7-9581-34D5D5B59377}" dt="2021-12-02T10:42:08.124" v="118" actId="6264"/>
          <ac:spMkLst>
            <pc:docMk/>
            <pc:sldMk cId="1671352380" sldId="305"/>
            <ac:spMk id="2" creationId="{CB9E168F-52CF-4231-BC44-71DBDB481DD4}"/>
          </ac:spMkLst>
        </pc:spChg>
        <pc:spChg chg="add del mod">
          <ac:chgData name="Mike Bloys" userId="1248c4d8-7b2b-4b32-b8bd-163ae845f9bb" providerId="ADAL" clId="{7D083B23-7EED-48A7-9581-34D5D5B59377}" dt="2021-12-02T10:42:08.124" v="118" actId="6264"/>
          <ac:spMkLst>
            <pc:docMk/>
            <pc:sldMk cId="1671352380" sldId="305"/>
            <ac:spMk id="3" creationId="{2CCB4CFD-AB35-494E-A784-43C316D7CE74}"/>
          </ac:spMkLst>
        </pc:spChg>
        <pc:spChg chg="mod ord">
          <ac:chgData name="Mike Bloys" userId="1248c4d8-7b2b-4b32-b8bd-163ae845f9bb" providerId="ADAL" clId="{7D083B23-7EED-48A7-9581-34D5D5B59377}" dt="2021-12-02T10:42:08.124" v="118" actId="6264"/>
          <ac:spMkLst>
            <pc:docMk/>
            <pc:sldMk cId="1671352380" sldId="305"/>
            <ac:spMk id="4" creationId="{F2005329-604E-40C3-81FD-12D3F732F406}"/>
          </ac:spMkLst>
        </pc:spChg>
        <pc:spChg chg="mod ord">
          <ac:chgData name="Mike Bloys" userId="1248c4d8-7b2b-4b32-b8bd-163ae845f9bb" providerId="ADAL" clId="{7D083B23-7EED-48A7-9581-34D5D5B59377}" dt="2021-12-02T10:42:08.124" v="118" actId="6264"/>
          <ac:spMkLst>
            <pc:docMk/>
            <pc:sldMk cId="1671352380" sldId="305"/>
            <ac:spMk id="5" creationId="{2D53E401-677A-44A2-A7FC-B0C63BEE5DAC}"/>
          </ac:spMkLst>
        </pc:spChg>
      </pc:sldChg>
      <pc:sldChg chg="addSp delSp modSp mod chgLayout">
        <pc:chgData name="Mike Bloys" userId="1248c4d8-7b2b-4b32-b8bd-163ae845f9bb" providerId="ADAL" clId="{7D083B23-7EED-48A7-9581-34D5D5B59377}" dt="2021-12-02T10:42:13.625" v="119" actId="6264"/>
        <pc:sldMkLst>
          <pc:docMk/>
          <pc:sldMk cId="74388883" sldId="306"/>
        </pc:sldMkLst>
        <pc:spChg chg="mod ord">
          <ac:chgData name="Mike Bloys" userId="1248c4d8-7b2b-4b32-b8bd-163ae845f9bb" providerId="ADAL" clId="{7D083B23-7EED-48A7-9581-34D5D5B59377}" dt="2021-12-02T10:42:13.625" v="119" actId="6264"/>
          <ac:spMkLst>
            <pc:docMk/>
            <pc:sldMk cId="74388883" sldId="306"/>
            <ac:spMk id="2" creationId="{582AC9EE-DF9E-4119-B121-DB8994224670}"/>
          </ac:spMkLst>
        </pc:spChg>
        <pc:spChg chg="mod ord">
          <ac:chgData name="Mike Bloys" userId="1248c4d8-7b2b-4b32-b8bd-163ae845f9bb" providerId="ADAL" clId="{7D083B23-7EED-48A7-9581-34D5D5B59377}" dt="2021-12-02T10:42:13.625" v="119" actId="6264"/>
          <ac:spMkLst>
            <pc:docMk/>
            <pc:sldMk cId="74388883" sldId="306"/>
            <ac:spMk id="3" creationId="{2A27B9A0-4B7A-479C-9150-95097F518E6C}"/>
          </ac:spMkLst>
        </pc:spChg>
        <pc:spChg chg="add del mod">
          <ac:chgData name="Mike Bloys" userId="1248c4d8-7b2b-4b32-b8bd-163ae845f9bb" providerId="ADAL" clId="{7D083B23-7EED-48A7-9581-34D5D5B59377}" dt="2021-12-02T10:42:13.625" v="119" actId="6264"/>
          <ac:spMkLst>
            <pc:docMk/>
            <pc:sldMk cId="74388883" sldId="306"/>
            <ac:spMk id="4" creationId="{4A067F76-DB4A-43EA-9183-D54D851DCC88}"/>
          </ac:spMkLst>
        </pc:spChg>
        <pc:spChg chg="add del mod">
          <ac:chgData name="Mike Bloys" userId="1248c4d8-7b2b-4b32-b8bd-163ae845f9bb" providerId="ADAL" clId="{7D083B23-7EED-48A7-9581-34D5D5B59377}" dt="2021-12-02T10:42:13.625" v="119" actId="6264"/>
          <ac:spMkLst>
            <pc:docMk/>
            <pc:sldMk cId="74388883" sldId="306"/>
            <ac:spMk id="5" creationId="{99BF0823-B973-4958-B58E-91A15A83D4A2}"/>
          </ac:spMkLst>
        </pc:spChg>
      </pc:sldChg>
      <pc:sldChg chg="addSp delSp modSp mod chgLayout">
        <pc:chgData name="Mike Bloys" userId="1248c4d8-7b2b-4b32-b8bd-163ae845f9bb" providerId="ADAL" clId="{7D083B23-7EED-48A7-9581-34D5D5B59377}" dt="2021-12-02T10:43:06.450" v="130" actId="6264"/>
        <pc:sldMkLst>
          <pc:docMk/>
          <pc:sldMk cId="908183675" sldId="307"/>
        </pc:sldMkLst>
        <pc:spChg chg="mod ord">
          <ac:chgData name="Mike Bloys" userId="1248c4d8-7b2b-4b32-b8bd-163ae845f9bb" providerId="ADAL" clId="{7D083B23-7EED-48A7-9581-34D5D5B59377}" dt="2021-12-02T10:43:06.450" v="130" actId="6264"/>
          <ac:spMkLst>
            <pc:docMk/>
            <pc:sldMk cId="908183675" sldId="307"/>
            <ac:spMk id="2" creationId="{582AC9EE-DF9E-4119-B121-DB8994224670}"/>
          </ac:spMkLst>
        </pc:spChg>
        <pc:spChg chg="mod ord">
          <ac:chgData name="Mike Bloys" userId="1248c4d8-7b2b-4b32-b8bd-163ae845f9bb" providerId="ADAL" clId="{7D083B23-7EED-48A7-9581-34D5D5B59377}" dt="2021-12-02T10:43:06.450" v="130" actId="6264"/>
          <ac:spMkLst>
            <pc:docMk/>
            <pc:sldMk cId="908183675" sldId="307"/>
            <ac:spMk id="3" creationId="{2A27B9A0-4B7A-479C-9150-95097F518E6C}"/>
          </ac:spMkLst>
        </pc:spChg>
        <pc:spChg chg="add del mod">
          <ac:chgData name="Mike Bloys" userId="1248c4d8-7b2b-4b32-b8bd-163ae845f9bb" providerId="ADAL" clId="{7D083B23-7EED-48A7-9581-34D5D5B59377}" dt="2021-12-02T10:43:06.450" v="130" actId="6264"/>
          <ac:spMkLst>
            <pc:docMk/>
            <pc:sldMk cId="908183675" sldId="307"/>
            <ac:spMk id="4" creationId="{52148273-B875-4CC9-93AF-E47370CB72AB}"/>
          </ac:spMkLst>
        </pc:spChg>
        <pc:spChg chg="add del mod">
          <ac:chgData name="Mike Bloys" userId="1248c4d8-7b2b-4b32-b8bd-163ae845f9bb" providerId="ADAL" clId="{7D083B23-7EED-48A7-9581-34D5D5B59377}" dt="2021-12-02T10:43:06.450" v="130" actId="6264"/>
          <ac:spMkLst>
            <pc:docMk/>
            <pc:sldMk cId="908183675" sldId="307"/>
            <ac:spMk id="5" creationId="{39720D2C-AD69-4359-AB23-C39F08ECFF02}"/>
          </ac:spMkLst>
        </pc:spChg>
      </pc:sldChg>
      <pc:sldChg chg="modSp mod modClrScheme chgLayout">
        <pc:chgData name="Mike Bloys" userId="1248c4d8-7b2b-4b32-b8bd-163ae845f9bb" providerId="ADAL" clId="{7D083B23-7EED-48A7-9581-34D5D5B59377}" dt="2021-11-29T16:30:52.647" v="108" actId="700"/>
        <pc:sldMkLst>
          <pc:docMk/>
          <pc:sldMk cId="4020068056" sldId="308"/>
        </pc:sldMkLst>
        <pc:spChg chg="mod ord">
          <ac:chgData name="Mike Bloys" userId="1248c4d8-7b2b-4b32-b8bd-163ae845f9bb" providerId="ADAL" clId="{7D083B23-7EED-48A7-9581-34D5D5B59377}" dt="2021-11-29T16:30:52.647" v="108" actId="700"/>
          <ac:spMkLst>
            <pc:docMk/>
            <pc:sldMk cId="4020068056" sldId="308"/>
            <ac:spMk id="4" creationId="{F2005329-604E-40C3-81FD-12D3F732F406}"/>
          </ac:spMkLst>
        </pc:spChg>
        <pc:spChg chg="mod ord">
          <ac:chgData name="Mike Bloys" userId="1248c4d8-7b2b-4b32-b8bd-163ae845f9bb" providerId="ADAL" clId="{7D083B23-7EED-48A7-9581-34D5D5B59377}" dt="2021-11-29T16:30:52.647" v="108" actId="700"/>
          <ac:spMkLst>
            <pc:docMk/>
            <pc:sldMk cId="4020068056" sldId="308"/>
            <ac:spMk id="5" creationId="{2D53E401-677A-44A2-A7FC-B0C63BEE5DAC}"/>
          </ac:spMkLst>
        </pc:spChg>
      </pc:sldChg>
      <pc:sldChg chg="addSp delSp modSp mod chgLayout">
        <pc:chgData name="Mike Bloys" userId="1248c4d8-7b2b-4b32-b8bd-163ae845f9bb" providerId="ADAL" clId="{7D083B23-7EED-48A7-9581-34D5D5B59377}" dt="2021-12-02T10:42:38.153" v="125" actId="6264"/>
        <pc:sldMkLst>
          <pc:docMk/>
          <pc:sldMk cId="1928493154" sldId="309"/>
        </pc:sldMkLst>
        <pc:spChg chg="mod ord">
          <ac:chgData name="Mike Bloys" userId="1248c4d8-7b2b-4b32-b8bd-163ae845f9bb" providerId="ADAL" clId="{7D083B23-7EED-48A7-9581-34D5D5B59377}" dt="2021-12-02T10:42:38.153" v="125" actId="6264"/>
          <ac:spMkLst>
            <pc:docMk/>
            <pc:sldMk cId="1928493154" sldId="309"/>
            <ac:spMk id="2" creationId="{582AC9EE-DF9E-4119-B121-DB8994224670}"/>
          </ac:spMkLst>
        </pc:spChg>
        <pc:spChg chg="mod ord">
          <ac:chgData name="Mike Bloys" userId="1248c4d8-7b2b-4b32-b8bd-163ae845f9bb" providerId="ADAL" clId="{7D083B23-7EED-48A7-9581-34D5D5B59377}" dt="2021-12-02T10:42:38.153" v="125" actId="6264"/>
          <ac:spMkLst>
            <pc:docMk/>
            <pc:sldMk cId="1928493154" sldId="309"/>
            <ac:spMk id="3" creationId="{2A27B9A0-4B7A-479C-9150-95097F518E6C}"/>
          </ac:spMkLst>
        </pc:spChg>
        <pc:spChg chg="add del mod">
          <ac:chgData name="Mike Bloys" userId="1248c4d8-7b2b-4b32-b8bd-163ae845f9bb" providerId="ADAL" clId="{7D083B23-7EED-48A7-9581-34D5D5B59377}" dt="2021-12-02T10:42:38.153" v="125" actId="6264"/>
          <ac:spMkLst>
            <pc:docMk/>
            <pc:sldMk cId="1928493154" sldId="309"/>
            <ac:spMk id="4" creationId="{D7FD4923-EBCD-48F9-B5C5-8F1CF5C30D33}"/>
          </ac:spMkLst>
        </pc:spChg>
        <pc:spChg chg="add del mod">
          <ac:chgData name="Mike Bloys" userId="1248c4d8-7b2b-4b32-b8bd-163ae845f9bb" providerId="ADAL" clId="{7D083B23-7EED-48A7-9581-34D5D5B59377}" dt="2021-12-02T10:42:38.153" v="125" actId="6264"/>
          <ac:spMkLst>
            <pc:docMk/>
            <pc:sldMk cId="1928493154" sldId="309"/>
            <ac:spMk id="6" creationId="{164117AB-BE31-4B32-AADA-458634804575}"/>
          </ac:spMkLst>
        </pc:spChg>
      </pc:sldChg>
      <pc:sldChg chg="addSp delSp modSp mod chgLayout">
        <pc:chgData name="Mike Bloys" userId="1248c4d8-7b2b-4b32-b8bd-163ae845f9bb" providerId="ADAL" clId="{7D083B23-7EED-48A7-9581-34D5D5B59377}" dt="2021-12-02T10:42:44.762" v="126" actId="6264"/>
        <pc:sldMkLst>
          <pc:docMk/>
          <pc:sldMk cId="3954845117" sldId="310"/>
        </pc:sldMkLst>
        <pc:spChg chg="mod ord">
          <ac:chgData name="Mike Bloys" userId="1248c4d8-7b2b-4b32-b8bd-163ae845f9bb" providerId="ADAL" clId="{7D083B23-7EED-48A7-9581-34D5D5B59377}" dt="2021-12-02T10:42:44.762" v="126" actId="6264"/>
          <ac:spMkLst>
            <pc:docMk/>
            <pc:sldMk cId="3954845117" sldId="310"/>
            <ac:spMk id="2" creationId="{582AC9EE-DF9E-4119-B121-DB8994224670}"/>
          </ac:spMkLst>
        </pc:spChg>
        <pc:spChg chg="mod ord">
          <ac:chgData name="Mike Bloys" userId="1248c4d8-7b2b-4b32-b8bd-163ae845f9bb" providerId="ADAL" clId="{7D083B23-7EED-48A7-9581-34D5D5B59377}" dt="2021-12-02T10:42:44.762" v="126" actId="6264"/>
          <ac:spMkLst>
            <pc:docMk/>
            <pc:sldMk cId="3954845117" sldId="310"/>
            <ac:spMk id="3" creationId="{2A27B9A0-4B7A-479C-9150-95097F518E6C}"/>
          </ac:spMkLst>
        </pc:spChg>
        <pc:spChg chg="add del mod">
          <ac:chgData name="Mike Bloys" userId="1248c4d8-7b2b-4b32-b8bd-163ae845f9bb" providerId="ADAL" clId="{7D083B23-7EED-48A7-9581-34D5D5B59377}" dt="2021-12-02T10:42:44.762" v="126" actId="6264"/>
          <ac:spMkLst>
            <pc:docMk/>
            <pc:sldMk cId="3954845117" sldId="310"/>
            <ac:spMk id="5" creationId="{936A029F-ABB1-4E29-8CC1-515A52F32DFC}"/>
          </ac:spMkLst>
        </pc:spChg>
        <pc:spChg chg="add del mod">
          <ac:chgData name="Mike Bloys" userId="1248c4d8-7b2b-4b32-b8bd-163ae845f9bb" providerId="ADAL" clId="{7D083B23-7EED-48A7-9581-34D5D5B59377}" dt="2021-12-02T10:42:44.762" v="126" actId="6264"/>
          <ac:spMkLst>
            <pc:docMk/>
            <pc:sldMk cId="3954845117" sldId="310"/>
            <ac:spMk id="6" creationId="{16FE29F0-C4CF-4585-92C8-740BDB39407A}"/>
          </ac:spMkLst>
        </pc:spChg>
      </pc:sldChg>
      <pc:sldChg chg="addSp delSp modSp mod chgLayout">
        <pc:chgData name="Mike Bloys" userId="1248c4d8-7b2b-4b32-b8bd-163ae845f9bb" providerId="ADAL" clId="{7D083B23-7EED-48A7-9581-34D5D5B59377}" dt="2021-12-02T10:42:54.020" v="127" actId="6264"/>
        <pc:sldMkLst>
          <pc:docMk/>
          <pc:sldMk cId="3056857531" sldId="311"/>
        </pc:sldMkLst>
        <pc:spChg chg="mod ord">
          <ac:chgData name="Mike Bloys" userId="1248c4d8-7b2b-4b32-b8bd-163ae845f9bb" providerId="ADAL" clId="{7D083B23-7EED-48A7-9581-34D5D5B59377}" dt="2021-12-02T10:42:54.020" v="127" actId="6264"/>
          <ac:spMkLst>
            <pc:docMk/>
            <pc:sldMk cId="3056857531" sldId="311"/>
            <ac:spMk id="2" creationId="{582AC9EE-DF9E-4119-B121-DB8994224670}"/>
          </ac:spMkLst>
        </pc:spChg>
        <pc:spChg chg="mod ord">
          <ac:chgData name="Mike Bloys" userId="1248c4d8-7b2b-4b32-b8bd-163ae845f9bb" providerId="ADAL" clId="{7D083B23-7EED-48A7-9581-34D5D5B59377}" dt="2021-12-02T10:42:54.020" v="127" actId="6264"/>
          <ac:spMkLst>
            <pc:docMk/>
            <pc:sldMk cId="3056857531" sldId="311"/>
            <ac:spMk id="3" creationId="{2A27B9A0-4B7A-479C-9150-95097F518E6C}"/>
          </ac:spMkLst>
        </pc:spChg>
        <pc:spChg chg="add del mod">
          <ac:chgData name="Mike Bloys" userId="1248c4d8-7b2b-4b32-b8bd-163ae845f9bb" providerId="ADAL" clId="{7D083B23-7EED-48A7-9581-34D5D5B59377}" dt="2021-12-02T10:42:54.020" v="127" actId="6264"/>
          <ac:spMkLst>
            <pc:docMk/>
            <pc:sldMk cId="3056857531" sldId="311"/>
            <ac:spMk id="4" creationId="{7F123660-0025-4E9B-A4E5-1CFB8A18A626}"/>
          </ac:spMkLst>
        </pc:spChg>
        <pc:spChg chg="add del mod">
          <ac:chgData name="Mike Bloys" userId="1248c4d8-7b2b-4b32-b8bd-163ae845f9bb" providerId="ADAL" clId="{7D083B23-7EED-48A7-9581-34D5D5B59377}" dt="2021-12-02T10:42:54.020" v="127" actId="6264"/>
          <ac:spMkLst>
            <pc:docMk/>
            <pc:sldMk cId="3056857531" sldId="311"/>
            <ac:spMk id="5" creationId="{1C8443F1-7E4D-4426-A700-164F898F4D10}"/>
          </ac:spMkLst>
        </pc:spChg>
      </pc:sldChg>
      <pc:sldChg chg="addSp delSp modSp mod modClrScheme chgLayout">
        <pc:chgData name="Mike Bloys" userId="1248c4d8-7b2b-4b32-b8bd-163ae845f9bb" providerId="ADAL" clId="{7D083B23-7EED-48A7-9581-34D5D5B59377}" dt="2021-11-29T16:30:22.910" v="105" actId="478"/>
        <pc:sldMkLst>
          <pc:docMk/>
          <pc:sldMk cId="3215548876" sldId="315"/>
        </pc:sldMkLst>
        <pc:spChg chg="mod ord">
          <ac:chgData name="Mike Bloys" userId="1248c4d8-7b2b-4b32-b8bd-163ae845f9bb" providerId="ADAL" clId="{7D083B23-7EED-48A7-9581-34D5D5B59377}" dt="2021-11-29T16:30:19.417" v="104" actId="700"/>
          <ac:spMkLst>
            <pc:docMk/>
            <pc:sldMk cId="3215548876" sldId="315"/>
            <ac:spMk id="2" creationId="{E74E3394-FE69-4447-8777-49F8834C61A7}"/>
          </ac:spMkLst>
        </pc:spChg>
        <pc:spChg chg="add del mod ord">
          <ac:chgData name="Mike Bloys" userId="1248c4d8-7b2b-4b32-b8bd-163ae845f9bb" providerId="ADAL" clId="{7D083B23-7EED-48A7-9581-34D5D5B59377}" dt="2021-11-29T16:30:22.910" v="105" actId="478"/>
          <ac:spMkLst>
            <pc:docMk/>
            <pc:sldMk cId="3215548876" sldId="315"/>
            <ac:spMk id="3" creationId="{99D05088-4216-434B-8B3A-EAB5E792DB89}"/>
          </ac:spMkLst>
        </pc:spChg>
      </pc:sldChg>
      <pc:sldChg chg="addSp delSp modSp mod addCm delCm chgLayout">
        <pc:chgData name="Mike Bloys" userId="1248c4d8-7b2b-4b32-b8bd-163ae845f9bb" providerId="ADAL" clId="{7D083B23-7EED-48A7-9581-34D5D5B59377}" dt="2021-12-02T10:42:17.544" v="120" actId="6264"/>
        <pc:sldMkLst>
          <pc:docMk/>
          <pc:sldMk cId="531511581" sldId="317"/>
        </pc:sldMkLst>
        <pc:spChg chg="mod ord">
          <ac:chgData name="Mike Bloys" userId="1248c4d8-7b2b-4b32-b8bd-163ae845f9bb" providerId="ADAL" clId="{7D083B23-7EED-48A7-9581-34D5D5B59377}" dt="2021-12-02T10:42:17.544" v="120" actId="6264"/>
          <ac:spMkLst>
            <pc:docMk/>
            <pc:sldMk cId="531511581" sldId="317"/>
            <ac:spMk id="2" creationId="{B8223147-2D56-4D70-8711-BAAC1136F1DB}"/>
          </ac:spMkLst>
        </pc:spChg>
        <pc:spChg chg="mod ord">
          <ac:chgData name="Mike Bloys" userId="1248c4d8-7b2b-4b32-b8bd-163ae845f9bb" providerId="ADAL" clId="{7D083B23-7EED-48A7-9581-34D5D5B59377}" dt="2021-12-02T10:42:17.544" v="120" actId="6264"/>
          <ac:spMkLst>
            <pc:docMk/>
            <pc:sldMk cId="531511581" sldId="317"/>
            <ac:spMk id="3" creationId="{86E63DAE-156D-4E44-A493-57189855337C}"/>
          </ac:spMkLst>
        </pc:spChg>
        <pc:spChg chg="add del mod">
          <ac:chgData name="Mike Bloys" userId="1248c4d8-7b2b-4b32-b8bd-163ae845f9bb" providerId="ADAL" clId="{7D083B23-7EED-48A7-9581-34D5D5B59377}" dt="2021-12-02T10:42:17.544" v="120" actId="6264"/>
          <ac:spMkLst>
            <pc:docMk/>
            <pc:sldMk cId="531511581" sldId="317"/>
            <ac:spMk id="4" creationId="{FF46A712-55AE-4EE5-905D-20FEA0FC62F4}"/>
          </ac:spMkLst>
        </pc:spChg>
        <pc:spChg chg="add del mod">
          <ac:chgData name="Mike Bloys" userId="1248c4d8-7b2b-4b32-b8bd-163ae845f9bb" providerId="ADAL" clId="{7D083B23-7EED-48A7-9581-34D5D5B59377}" dt="2021-12-02T10:42:17.544" v="120" actId="6264"/>
          <ac:spMkLst>
            <pc:docMk/>
            <pc:sldMk cId="531511581" sldId="317"/>
            <ac:spMk id="5" creationId="{346B87AD-CB7A-4FBF-BF58-90BC2BCA5AEA}"/>
          </ac:spMkLst>
        </pc:spChg>
        <pc:spChg chg="mod">
          <ac:chgData name="Mike Bloys" userId="1248c4d8-7b2b-4b32-b8bd-163ae845f9bb" providerId="ADAL" clId="{7D083B23-7EED-48A7-9581-34D5D5B59377}" dt="2021-11-29T16:16:37.251" v="56" actId="1076"/>
          <ac:spMkLst>
            <pc:docMk/>
            <pc:sldMk cId="531511581" sldId="317"/>
            <ac:spMk id="8" creationId="{DC46D901-061C-4434-A69E-80570F085170}"/>
          </ac:spMkLst>
        </pc:spChg>
        <pc:cxnChg chg="mod">
          <ac:chgData name="Mike Bloys" userId="1248c4d8-7b2b-4b32-b8bd-163ae845f9bb" providerId="ADAL" clId="{7D083B23-7EED-48A7-9581-34D5D5B59377}" dt="2021-11-29T16:16:25.589" v="53" actId="14100"/>
          <ac:cxnSpMkLst>
            <pc:docMk/>
            <pc:sldMk cId="531511581" sldId="317"/>
            <ac:cxnSpMk id="14" creationId="{FCCFFC7A-899F-49E5-863D-1019A794986E}"/>
          </ac:cxnSpMkLst>
        </pc:cxnChg>
        <pc:cxnChg chg="mod">
          <ac:chgData name="Mike Bloys" userId="1248c4d8-7b2b-4b32-b8bd-163ae845f9bb" providerId="ADAL" clId="{7D083B23-7EED-48A7-9581-34D5D5B59377}" dt="2021-11-29T16:16:28.750" v="54" actId="14100"/>
          <ac:cxnSpMkLst>
            <pc:docMk/>
            <pc:sldMk cId="531511581" sldId="317"/>
            <ac:cxnSpMk id="15" creationId="{ED8F8565-F50F-4983-90FE-442479FC3DE3}"/>
          </ac:cxnSpMkLst>
        </pc:cxnChg>
        <pc:cxnChg chg="mod">
          <ac:chgData name="Mike Bloys" userId="1248c4d8-7b2b-4b32-b8bd-163ae845f9bb" providerId="ADAL" clId="{7D083B23-7EED-48A7-9581-34D5D5B59377}" dt="2021-11-29T16:16:22.926" v="52" actId="14100"/>
          <ac:cxnSpMkLst>
            <pc:docMk/>
            <pc:sldMk cId="531511581" sldId="317"/>
            <ac:cxnSpMk id="17" creationId="{A373B710-308D-4F1F-843F-B8BC6D8E3111}"/>
          </ac:cxnSpMkLst>
        </pc:cxnChg>
        <pc:cxnChg chg="mod">
          <ac:chgData name="Mike Bloys" userId="1248c4d8-7b2b-4b32-b8bd-163ae845f9bb" providerId="ADAL" clId="{7D083B23-7EED-48A7-9581-34D5D5B59377}" dt="2021-11-29T16:16:44.666" v="58" actId="14100"/>
          <ac:cxnSpMkLst>
            <pc:docMk/>
            <pc:sldMk cId="531511581" sldId="317"/>
            <ac:cxnSpMk id="19" creationId="{28586160-EC53-47C7-9056-CDB2349F3D89}"/>
          </ac:cxnSpMkLst>
        </pc:cxnChg>
        <pc:cxnChg chg="mod">
          <ac:chgData name="Mike Bloys" userId="1248c4d8-7b2b-4b32-b8bd-163ae845f9bb" providerId="ADAL" clId="{7D083B23-7EED-48A7-9581-34D5D5B59377}" dt="2021-11-29T16:14:44.559" v="37" actId="208"/>
          <ac:cxnSpMkLst>
            <pc:docMk/>
            <pc:sldMk cId="531511581" sldId="317"/>
            <ac:cxnSpMk id="21" creationId="{26F699B8-4339-4585-8F95-FF62A15E8160}"/>
          </ac:cxnSpMkLst>
        </pc:cxnChg>
        <pc:cxnChg chg="mod">
          <ac:chgData name="Mike Bloys" userId="1248c4d8-7b2b-4b32-b8bd-163ae845f9bb" providerId="ADAL" clId="{7D083B23-7EED-48A7-9581-34D5D5B59377}" dt="2021-11-29T16:14:44.559" v="37" actId="208"/>
          <ac:cxnSpMkLst>
            <pc:docMk/>
            <pc:sldMk cId="531511581" sldId="317"/>
            <ac:cxnSpMk id="22" creationId="{5BF6CFAB-5CC5-4DD4-9C81-557507384CC9}"/>
          </ac:cxnSpMkLst>
        </pc:cxnChg>
        <pc:cxnChg chg="mod">
          <ac:chgData name="Mike Bloys" userId="1248c4d8-7b2b-4b32-b8bd-163ae845f9bb" providerId="ADAL" clId="{7D083B23-7EED-48A7-9581-34D5D5B59377}" dt="2021-11-29T16:14:44.559" v="37" actId="208"/>
          <ac:cxnSpMkLst>
            <pc:docMk/>
            <pc:sldMk cId="531511581" sldId="317"/>
            <ac:cxnSpMk id="24" creationId="{E5F3651C-D0AD-43CE-9D0E-D51069909C62}"/>
          </ac:cxnSpMkLst>
        </pc:cxnChg>
        <pc:cxnChg chg="mod">
          <ac:chgData name="Mike Bloys" userId="1248c4d8-7b2b-4b32-b8bd-163ae845f9bb" providerId="ADAL" clId="{7D083B23-7EED-48A7-9581-34D5D5B59377}" dt="2021-11-29T16:14:44.559" v="37" actId="208"/>
          <ac:cxnSpMkLst>
            <pc:docMk/>
            <pc:sldMk cId="531511581" sldId="317"/>
            <ac:cxnSpMk id="27" creationId="{B36EBF56-FCC6-4810-AC18-3CD1D738AB90}"/>
          </ac:cxnSpMkLst>
        </pc:cxnChg>
      </pc:sldChg>
      <pc:sldChg chg="addSp delSp modSp mod chgLayout">
        <pc:chgData name="Mike Bloys" userId="1248c4d8-7b2b-4b32-b8bd-163ae845f9bb" providerId="ADAL" clId="{7D083B23-7EED-48A7-9581-34D5D5B59377}" dt="2021-12-02T10:42:27.562" v="122" actId="6264"/>
        <pc:sldMkLst>
          <pc:docMk/>
          <pc:sldMk cId="1949022014" sldId="318"/>
        </pc:sldMkLst>
        <pc:spChg chg="mod ord">
          <ac:chgData name="Mike Bloys" userId="1248c4d8-7b2b-4b32-b8bd-163ae845f9bb" providerId="ADAL" clId="{7D083B23-7EED-48A7-9581-34D5D5B59377}" dt="2021-12-02T10:42:27.562" v="122" actId="6264"/>
          <ac:spMkLst>
            <pc:docMk/>
            <pc:sldMk cId="1949022014" sldId="318"/>
            <ac:spMk id="2" creationId="{43E09797-89A6-4648-8852-2EAAB79BB5BF}"/>
          </ac:spMkLst>
        </pc:spChg>
        <pc:spChg chg="mod ord">
          <ac:chgData name="Mike Bloys" userId="1248c4d8-7b2b-4b32-b8bd-163ae845f9bb" providerId="ADAL" clId="{7D083B23-7EED-48A7-9581-34D5D5B59377}" dt="2021-12-02T10:42:27.562" v="122" actId="6264"/>
          <ac:spMkLst>
            <pc:docMk/>
            <pc:sldMk cId="1949022014" sldId="318"/>
            <ac:spMk id="3" creationId="{F0A5F5F2-2EAC-40CE-95CA-0FE110AF0CEE}"/>
          </ac:spMkLst>
        </pc:spChg>
        <pc:spChg chg="add del mod">
          <ac:chgData name="Mike Bloys" userId="1248c4d8-7b2b-4b32-b8bd-163ae845f9bb" providerId="ADAL" clId="{7D083B23-7EED-48A7-9581-34D5D5B59377}" dt="2021-12-02T10:42:27.562" v="122" actId="6264"/>
          <ac:spMkLst>
            <pc:docMk/>
            <pc:sldMk cId="1949022014" sldId="318"/>
            <ac:spMk id="7" creationId="{F64E3475-439D-4A72-AE9E-D7DAC20DBA52}"/>
          </ac:spMkLst>
        </pc:spChg>
        <pc:spChg chg="add del mod">
          <ac:chgData name="Mike Bloys" userId="1248c4d8-7b2b-4b32-b8bd-163ae845f9bb" providerId="ADAL" clId="{7D083B23-7EED-48A7-9581-34D5D5B59377}" dt="2021-12-02T10:42:27.562" v="122" actId="6264"/>
          <ac:spMkLst>
            <pc:docMk/>
            <pc:sldMk cId="1949022014" sldId="318"/>
            <ac:spMk id="8" creationId="{2B36ED1B-F23E-48DD-A162-F132FD91A3F7}"/>
          </ac:spMkLst>
        </pc:spChg>
      </pc:sldChg>
      <pc:sldChg chg="addSp delSp modSp mod chgLayout">
        <pc:chgData name="Mike Bloys" userId="1248c4d8-7b2b-4b32-b8bd-163ae845f9bb" providerId="ADAL" clId="{7D083B23-7EED-48A7-9581-34D5D5B59377}" dt="2021-12-02T10:42:30.604" v="123" actId="6264"/>
        <pc:sldMkLst>
          <pc:docMk/>
          <pc:sldMk cId="2539349276" sldId="319"/>
        </pc:sldMkLst>
        <pc:spChg chg="mod ord">
          <ac:chgData name="Mike Bloys" userId="1248c4d8-7b2b-4b32-b8bd-163ae845f9bb" providerId="ADAL" clId="{7D083B23-7EED-48A7-9581-34D5D5B59377}" dt="2021-12-02T10:42:30.604" v="123" actId="6264"/>
          <ac:spMkLst>
            <pc:docMk/>
            <pc:sldMk cId="2539349276" sldId="319"/>
            <ac:spMk id="2" creationId="{E74E3394-FE69-4447-8777-49F8834C61A7}"/>
          </ac:spMkLst>
        </pc:spChg>
        <pc:spChg chg="mod ord">
          <ac:chgData name="Mike Bloys" userId="1248c4d8-7b2b-4b32-b8bd-163ae845f9bb" providerId="ADAL" clId="{7D083B23-7EED-48A7-9581-34D5D5B59377}" dt="2021-12-02T10:42:30.604" v="123" actId="6264"/>
          <ac:spMkLst>
            <pc:docMk/>
            <pc:sldMk cId="2539349276" sldId="319"/>
            <ac:spMk id="3" creationId="{AF427A97-9488-4506-84CA-C90121ECB668}"/>
          </ac:spMkLst>
        </pc:spChg>
        <pc:spChg chg="add del mod">
          <ac:chgData name="Mike Bloys" userId="1248c4d8-7b2b-4b32-b8bd-163ae845f9bb" providerId="ADAL" clId="{7D083B23-7EED-48A7-9581-34D5D5B59377}" dt="2021-12-02T10:42:30.604" v="123" actId="6264"/>
          <ac:spMkLst>
            <pc:docMk/>
            <pc:sldMk cId="2539349276" sldId="319"/>
            <ac:spMk id="5" creationId="{E7921042-7516-4C93-8138-0090BE2E6250}"/>
          </ac:spMkLst>
        </pc:spChg>
        <pc:spChg chg="add del mod">
          <ac:chgData name="Mike Bloys" userId="1248c4d8-7b2b-4b32-b8bd-163ae845f9bb" providerId="ADAL" clId="{7D083B23-7EED-48A7-9581-34D5D5B59377}" dt="2021-12-02T10:42:30.604" v="123" actId="6264"/>
          <ac:spMkLst>
            <pc:docMk/>
            <pc:sldMk cId="2539349276" sldId="319"/>
            <ac:spMk id="6" creationId="{A7172A8E-C5B6-4B48-B2DB-F7BCAE12AEA8}"/>
          </ac:spMkLst>
        </pc:spChg>
      </pc:sldChg>
      <pc:sldChg chg="modSp mod modClrScheme chgLayout">
        <pc:chgData name="Mike Bloys" userId="1248c4d8-7b2b-4b32-b8bd-163ae845f9bb" providerId="ADAL" clId="{7D083B23-7EED-48A7-9581-34D5D5B59377}" dt="2021-11-29T16:20:27.009" v="81" actId="700"/>
        <pc:sldMkLst>
          <pc:docMk/>
          <pc:sldMk cId="2418187841" sldId="320"/>
        </pc:sldMkLst>
        <pc:spChg chg="mod ord">
          <ac:chgData name="Mike Bloys" userId="1248c4d8-7b2b-4b32-b8bd-163ae845f9bb" providerId="ADAL" clId="{7D083B23-7EED-48A7-9581-34D5D5B59377}" dt="2021-11-29T16:20:27.009" v="81" actId="700"/>
          <ac:spMkLst>
            <pc:docMk/>
            <pc:sldMk cId="2418187841" sldId="320"/>
            <ac:spMk id="2" creationId="{582AC9EE-DF9E-4119-B121-DB8994224670}"/>
          </ac:spMkLst>
        </pc:spChg>
        <pc:spChg chg="mod ord">
          <ac:chgData name="Mike Bloys" userId="1248c4d8-7b2b-4b32-b8bd-163ae845f9bb" providerId="ADAL" clId="{7D083B23-7EED-48A7-9581-34D5D5B59377}" dt="2021-11-29T16:20:27.009" v="81" actId="700"/>
          <ac:spMkLst>
            <pc:docMk/>
            <pc:sldMk cId="2418187841" sldId="320"/>
            <ac:spMk id="3" creationId="{2A27B9A0-4B7A-479C-9150-95097F518E6C}"/>
          </ac:spMkLst>
        </pc:spChg>
      </pc:sldChg>
      <pc:sldChg chg="modSp mod modClrScheme chgLayout">
        <pc:chgData name="Mike Bloys" userId="1248c4d8-7b2b-4b32-b8bd-163ae845f9bb" providerId="ADAL" clId="{7D083B23-7EED-48A7-9581-34D5D5B59377}" dt="2021-11-29T16:20:37.449" v="84" actId="700"/>
        <pc:sldMkLst>
          <pc:docMk/>
          <pc:sldMk cId="3582573259" sldId="321"/>
        </pc:sldMkLst>
        <pc:spChg chg="mod ord">
          <ac:chgData name="Mike Bloys" userId="1248c4d8-7b2b-4b32-b8bd-163ae845f9bb" providerId="ADAL" clId="{7D083B23-7EED-48A7-9581-34D5D5B59377}" dt="2021-11-29T16:20:37.449" v="84" actId="700"/>
          <ac:spMkLst>
            <pc:docMk/>
            <pc:sldMk cId="3582573259" sldId="321"/>
            <ac:spMk id="2" creationId="{D6BDCF67-AD94-4324-A2BC-B24A46085F17}"/>
          </ac:spMkLst>
        </pc:spChg>
        <pc:spChg chg="mod ord">
          <ac:chgData name="Mike Bloys" userId="1248c4d8-7b2b-4b32-b8bd-163ae845f9bb" providerId="ADAL" clId="{7D083B23-7EED-48A7-9581-34D5D5B59377}" dt="2021-11-29T16:20:37.449" v="84" actId="700"/>
          <ac:spMkLst>
            <pc:docMk/>
            <pc:sldMk cId="3582573259" sldId="321"/>
            <ac:spMk id="5" creationId="{60B4D025-29E6-449D-9D37-3328382DB443}"/>
          </ac:spMkLst>
        </pc:spChg>
      </pc:sldChg>
      <pc:sldChg chg="modSp mod modClrScheme chgLayout">
        <pc:chgData name="Mike Bloys" userId="1248c4d8-7b2b-4b32-b8bd-163ae845f9bb" providerId="ADAL" clId="{7D083B23-7EED-48A7-9581-34D5D5B59377}" dt="2021-12-02T10:43:14.026" v="131" actId="700"/>
        <pc:sldMkLst>
          <pc:docMk/>
          <pc:sldMk cId="1260687655" sldId="322"/>
        </pc:sldMkLst>
        <pc:spChg chg="mod ord">
          <ac:chgData name="Mike Bloys" userId="1248c4d8-7b2b-4b32-b8bd-163ae845f9bb" providerId="ADAL" clId="{7D083B23-7EED-48A7-9581-34D5D5B59377}" dt="2021-12-02T10:43:14.026" v="131" actId="700"/>
          <ac:spMkLst>
            <pc:docMk/>
            <pc:sldMk cId="1260687655" sldId="322"/>
            <ac:spMk id="2" creationId="{582AC9EE-DF9E-4119-B121-DB8994224670}"/>
          </ac:spMkLst>
        </pc:spChg>
        <pc:spChg chg="mod ord">
          <ac:chgData name="Mike Bloys" userId="1248c4d8-7b2b-4b32-b8bd-163ae845f9bb" providerId="ADAL" clId="{7D083B23-7EED-48A7-9581-34D5D5B59377}" dt="2021-12-02T10:43:14.026" v="131" actId="700"/>
          <ac:spMkLst>
            <pc:docMk/>
            <pc:sldMk cId="1260687655" sldId="322"/>
            <ac:spMk id="3" creationId="{2A27B9A0-4B7A-479C-9150-95097F518E6C}"/>
          </ac:spMkLst>
        </pc:spChg>
      </pc:sldChg>
      <pc:sldChg chg="addSp delSp modSp mod chgLayout">
        <pc:chgData name="Mike Bloys" userId="1248c4d8-7b2b-4b32-b8bd-163ae845f9bb" providerId="ADAL" clId="{7D083B23-7EED-48A7-9581-34D5D5B59377}" dt="2021-12-02T10:42:33.722" v="124" actId="6264"/>
        <pc:sldMkLst>
          <pc:docMk/>
          <pc:sldMk cId="956930375" sldId="323"/>
        </pc:sldMkLst>
        <pc:spChg chg="add del mod">
          <ac:chgData name="Mike Bloys" userId="1248c4d8-7b2b-4b32-b8bd-163ae845f9bb" providerId="ADAL" clId="{7D083B23-7EED-48A7-9581-34D5D5B59377}" dt="2021-12-02T10:42:33.722" v="124" actId="6264"/>
          <ac:spMkLst>
            <pc:docMk/>
            <pc:sldMk cId="956930375" sldId="323"/>
            <ac:spMk id="2" creationId="{FB93AA55-7FFD-433C-8DA9-92ADB0AC26F7}"/>
          </ac:spMkLst>
        </pc:spChg>
        <pc:spChg chg="add del mod">
          <ac:chgData name="Mike Bloys" userId="1248c4d8-7b2b-4b32-b8bd-163ae845f9bb" providerId="ADAL" clId="{7D083B23-7EED-48A7-9581-34D5D5B59377}" dt="2021-12-02T10:42:33.722" v="124" actId="6264"/>
          <ac:spMkLst>
            <pc:docMk/>
            <pc:sldMk cId="956930375" sldId="323"/>
            <ac:spMk id="3" creationId="{106880F4-13A0-4597-B46B-DADD0EF1A9D7}"/>
          </ac:spMkLst>
        </pc:spChg>
        <pc:spChg chg="mod ord">
          <ac:chgData name="Mike Bloys" userId="1248c4d8-7b2b-4b32-b8bd-163ae845f9bb" providerId="ADAL" clId="{7D083B23-7EED-48A7-9581-34D5D5B59377}" dt="2021-12-02T10:42:33.722" v="124" actId="6264"/>
          <ac:spMkLst>
            <pc:docMk/>
            <pc:sldMk cId="956930375" sldId="323"/>
            <ac:spMk id="4" creationId="{F98C2D8D-A9B9-4CD7-8980-93876883AAA5}"/>
          </ac:spMkLst>
        </pc:spChg>
        <pc:spChg chg="mod ord">
          <ac:chgData name="Mike Bloys" userId="1248c4d8-7b2b-4b32-b8bd-163ae845f9bb" providerId="ADAL" clId="{7D083B23-7EED-48A7-9581-34D5D5B59377}" dt="2021-12-02T10:42:33.722" v="124" actId="6264"/>
          <ac:spMkLst>
            <pc:docMk/>
            <pc:sldMk cId="956930375" sldId="323"/>
            <ac:spMk id="5" creationId="{08DA54D6-1830-4F78-880F-A68ADDE94642}"/>
          </ac:spMkLst>
        </pc:spChg>
        <pc:spChg chg="mod">
          <ac:chgData name="Mike Bloys" userId="1248c4d8-7b2b-4b32-b8bd-163ae845f9bb" providerId="ADAL" clId="{7D083B23-7EED-48A7-9581-34D5D5B59377}" dt="2021-11-29T16:19:06.406" v="67" actId="14100"/>
          <ac:spMkLst>
            <pc:docMk/>
            <pc:sldMk cId="956930375" sldId="323"/>
            <ac:spMk id="8" creationId="{79428F26-BDA6-42FF-B17D-AB64AEE8936D}"/>
          </ac:spMkLst>
        </pc:spChg>
        <pc:cxnChg chg="mod">
          <ac:chgData name="Mike Bloys" userId="1248c4d8-7b2b-4b32-b8bd-163ae845f9bb" providerId="ADAL" clId="{7D083B23-7EED-48A7-9581-34D5D5B59377}" dt="2021-11-29T16:19:22.486" v="80" actId="1076"/>
          <ac:cxnSpMkLst>
            <pc:docMk/>
            <pc:sldMk cId="956930375" sldId="323"/>
            <ac:cxnSpMk id="10" creationId="{1F1F3B47-8937-46EB-A372-8FF08979957D}"/>
          </ac:cxnSpMkLst>
        </pc:cxnChg>
      </pc:sldChg>
      <pc:sldChg chg="addSp delSp modSp mod chgLayout">
        <pc:chgData name="Mike Bloys" userId="1248c4d8-7b2b-4b32-b8bd-163ae845f9bb" providerId="ADAL" clId="{7D083B23-7EED-48A7-9581-34D5D5B59377}" dt="2021-12-02T10:42:24.484" v="121" actId="6264"/>
        <pc:sldMkLst>
          <pc:docMk/>
          <pc:sldMk cId="3717217018" sldId="324"/>
        </pc:sldMkLst>
        <pc:spChg chg="mod ord">
          <ac:chgData name="Mike Bloys" userId="1248c4d8-7b2b-4b32-b8bd-163ae845f9bb" providerId="ADAL" clId="{7D083B23-7EED-48A7-9581-34D5D5B59377}" dt="2021-12-02T10:42:24.484" v="121" actId="6264"/>
          <ac:spMkLst>
            <pc:docMk/>
            <pc:sldMk cId="3717217018" sldId="324"/>
            <ac:spMk id="2" creationId="{77F7456C-6279-476F-85E1-426232A9AB53}"/>
          </ac:spMkLst>
        </pc:spChg>
        <pc:spChg chg="mod ord">
          <ac:chgData name="Mike Bloys" userId="1248c4d8-7b2b-4b32-b8bd-163ae845f9bb" providerId="ADAL" clId="{7D083B23-7EED-48A7-9581-34D5D5B59377}" dt="2021-12-02T10:42:24.484" v="121" actId="6264"/>
          <ac:spMkLst>
            <pc:docMk/>
            <pc:sldMk cId="3717217018" sldId="324"/>
            <ac:spMk id="3" creationId="{53040A37-5922-483D-A2D0-546051A99B82}"/>
          </ac:spMkLst>
        </pc:spChg>
        <pc:spChg chg="add del mod">
          <ac:chgData name="Mike Bloys" userId="1248c4d8-7b2b-4b32-b8bd-163ae845f9bb" providerId="ADAL" clId="{7D083B23-7EED-48A7-9581-34D5D5B59377}" dt="2021-12-02T10:42:24.484" v="121" actId="6264"/>
          <ac:spMkLst>
            <pc:docMk/>
            <pc:sldMk cId="3717217018" sldId="324"/>
            <ac:spMk id="4" creationId="{3961F8E8-FBBA-4E25-95D9-7A31DB371A6D}"/>
          </ac:spMkLst>
        </pc:spChg>
        <pc:spChg chg="add del mod">
          <ac:chgData name="Mike Bloys" userId="1248c4d8-7b2b-4b32-b8bd-163ae845f9bb" providerId="ADAL" clId="{7D083B23-7EED-48A7-9581-34D5D5B59377}" dt="2021-12-02T10:42:24.484" v="121" actId="6264"/>
          <ac:spMkLst>
            <pc:docMk/>
            <pc:sldMk cId="3717217018" sldId="324"/>
            <ac:spMk id="5" creationId="{639884F8-BE14-45C8-830E-BF3A6C496D63}"/>
          </ac:spMkLst>
        </pc:spChg>
      </pc:sldChg>
      <pc:sldChg chg="addSp delSp modSp mod delCm modCm chgLayout">
        <pc:chgData name="Mike Bloys" userId="1248c4d8-7b2b-4b32-b8bd-163ae845f9bb" providerId="ADAL" clId="{7D083B23-7EED-48A7-9581-34D5D5B59377}" dt="2021-12-02T10:42:57.019" v="128" actId="6264"/>
        <pc:sldMkLst>
          <pc:docMk/>
          <pc:sldMk cId="3280391704" sldId="325"/>
        </pc:sldMkLst>
        <pc:spChg chg="mod ord">
          <ac:chgData name="Mike Bloys" userId="1248c4d8-7b2b-4b32-b8bd-163ae845f9bb" providerId="ADAL" clId="{7D083B23-7EED-48A7-9581-34D5D5B59377}" dt="2021-12-02T10:42:57.019" v="128" actId="6264"/>
          <ac:spMkLst>
            <pc:docMk/>
            <pc:sldMk cId="3280391704" sldId="325"/>
            <ac:spMk id="2" creationId="{E2FB978D-299A-4FE4-8392-C7033C0E0921}"/>
          </ac:spMkLst>
        </pc:spChg>
        <pc:spChg chg="mod ord">
          <ac:chgData name="Mike Bloys" userId="1248c4d8-7b2b-4b32-b8bd-163ae845f9bb" providerId="ADAL" clId="{7D083B23-7EED-48A7-9581-34D5D5B59377}" dt="2021-12-02T10:42:57.019" v="128" actId="6264"/>
          <ac:spMkLst>
            <pc:docMk/>
            <pc:sldMk cId="3280391704" sldId="325"/>
            <ac:spMk id="3" creationId="{C347ABBA-4635-428C-9AB7-8FEA571F066D}"/>
          </ac:spMkLst>
        </pc:spChg>
        <pc:spChg chg="add del mod">
          <ac:chgData name="Mike Bloys" userId="1248c4d8-7b2b-4b32-b8bd-163ae845f9bb" providerId="ADAL" clId="{7D083B23-7EED-48A7-9581-34D5D5B59377}" dt="2021-12-02T10:42:57.019" v="128" actId="6264"/>
          <ac:spMkLst>
            <pc:docMk/>
            <pc:sldMk cId="3280391704" sldId="325"/>
            <ac:spMk id="4" creationId="{C2B63CCF-F1C1-4F48-AEB9-151FB88EE25B}"/>
          </ac:spMkLst>
        </pc:spChg>
        <pc:spChg chg="add del mod">
          <ac:chgData name="Mike Bloys" userId="1248c4d8-7b2b-4b32-b8bd-163ae845f9bb" providerId="ADAL" clId="{7D083B23-7EED-48A7-9581-34D5D5B59377}" dt="2021-12-02T10:42:57.019" v="128" actId="6264"/>
          <ac:spMkLst>
            <pc:docMk/>
            <pc:sldMk cId="3280391704" sldId="325"/>
            <ac:spMk id="6" creationId="{5748BFBA-80A6-40ED-98FF-4FDEA66BE039}"/>
          </ac:spMkLst>
        </pc:spChg>
        <pc:picChg chg="add mod ord">
          <ac:chgData name="Mike Bloys" userId="1248c4d8-7b2b-4b32-b8bd-163ae845f9bb" providerId="ADAL" clId="{7D083B23-7EED-48A7-9581-34D5D5B59377}" dt="2021-11-29T16:23:39.167" v="91" actId="167"/>
          <ac:picMkLst>
            <pc:docMk/>
            <pc:sldMk cId="3280391704" sldId="325"/>
            <ac:picMk id="5" creationId="{8B712878-3F80-4E1E-933F-652A0869B420}"/>
          </ac:picMkLst>
        </pc:picChg>
        <pc:picChg chg="del">
          <ac:chgData name="Mike Bloys" userId="1248c4d8-7b2b-4b32-b8bd-163ae845f9bb" providerId="ADAL" clId="{7D083B23-7EED-48A7-9581-34D5D5B59377}" dt="2021-11-29T16:23:47.054" v="92" actId="478"/>
          <ac:picMkLst>
            <pc:docMk/>
            <pc:sldMk cId="3280391704" sldId="325"/>
            <ac:picMk id="7" creationId="{089EC5FE-56F1-4AFE-A804-5149F865F339}"/>
          </ac:picMkLst>
        </pc:picChg>
      </pc:sldChg>
      <pc:sldChg chg="addSp delSp modSp mod delCm chgLayout">
        <pc:chgData name="Mike Bloys" userId="1248c4d8-7b2b-4b32-b8bd-163ae845f9bb" providerId="ADAL" clId="{7D083B23-7EED-48A7-9581-34D5D5B59377}" dt="2021-12-02T10:43:00.898" v="129" actId="6264"/>
        <pc:sldMkLst>
          <pc:docMk/>
          <pc:sldMk cId="2512145806" sldId="327"/>
        </pc:sldMkLst>
        <pc:spChg chg="add del mod">
          <ac:chgData name="Mike Bloys" userId="1248c4d8-7b2b-4b32-b8bd-163ae845f9bb" providerId="ADAL" clId="{7D083B23-7EED-48A7-9581-34D5D5B59377}" dt="2021-12-02T10:43:00.898" v="129" actId="6264"/>
          <ac:spMkLst>
            <pc:docMk/>
            <pc:sldMk cId="2512145806" sldId="327"/>
            <ac:spMk id="2" creationId="{BF28A3D0-00C8-4AB4-A7D0-4705D4D4A631}"/>
          </ac:spMkLst>
        </pc:spChg>
        <pc:spChg chg="mod ord">
          <ac:chgData name="Mike Bloys" userId="1248c4d8-7b2b-4b32-b8bd-163ae845f9bb" providerId="ADAL" clId="{7D083B23-7EED-48A7-9581-34D5D5B59377}" dt="2021-12-02T10:43:00.898" v="129" actId="6264"/>
          <ac:spMkLst>
            <pc:docMk/>
            <pc:sldMk cId="2512145806" sldId="327"/>
            <ac:spMk id="4" creationId="{47236E5C-95A3-42D2-9236-79322EDB40A0}"/>
          </ac:spMkLst>
        </pc:spChg>
        <pc:spChg chg="mod ord">
          <ac:chgData name="Mike Bloys" userId="1248c4d8-7b2b-4b32-b8bd-163ae845f9bb" providerId="ADAL" clId="{7D083B23-7EED-48A7-9581-34D5D5B59377}" dt="2021-12-02T10:43:00.898" v="129" actId="6264"/>
          <ac:spMkLst>
            <pc:docMk/>
            <pc:sldMk cId="2512145806" sldId="327"/>
            <ac:spMk id="5" creationId="{292ABBD2-B3FD-4FB9-9A20-B43AE691E624}"/>
          </ac:spMkLst>
        </pc:spChg>
        <pc:spChg chg="add del mod">
          <ac:chgData name="Mike Bloys" userId="1248c4d8-7b2b-4b32-b8bd-163ae845f9bb" providerId="ADAL" clId="{7D083B23-7EED-48A7-9581-34D5D5B59377}" dt="2021-12-02T10:43:00.898" v="129" actId="6264"/>
          <ac:spMkLst>
            <pc:docMk/>
            <pc:sldMk cId="2512145806" sldId="327"/>
            <ac:spMk id="6" creationId="{04FC19F6-B84A-484F-AC01-DB9B5B5B41F4}"/>
          </ac:spMkLst>
        </pc:spChg>
        <pc:spChg chg="del mod">
          <ac:chgData name="Mike Bloys" userId="1248c4d8-7b2b-4b32-b8bd-163ae845f9bb" providerId="ADAL" clId="{7D083B23-7EED-48A7-9581-34D5D5B59377}" dt="2021-11-29T16:29:30.479" v="99" actId="478"/>
          <ac:spMkLst>
            <pc:docMk/>
            <pc:sldMk cId="2512145806" sldId="327"/>
            <ac:spMk id="6" creationId="{32AD8E5E-427A-41DC-AB33-40B1ACA8B0CC}"/>
          </ac:spMkLst>
        </pc:spChg>
        <pc:spChg chg="del mod">
          <ac:chgData name="Mike Bloys" userId="1248c4d8-7b2b-4b32-b8bd-163ae845f9bb" providerId="ADAL" clId="{7D083B23-7EED-48A7-9581-34D5D5B59377}" dt="2021-11-29T16:29:30.479" v="99" actId="478"/>
          <ac:spMkLst>
            <pc:docMk/>
            <pc:sldMk cId="2512145806" sldId="327"/>
            <ac:spMk id="7" creationId="{4EAF361A-2B47-44A2-A896-B0B514499F37}"/>
          </ac:spMkLst>
        </pc:spChg>
        <pc:spChg chg="del mod">
          <ac:chgData name="Mike Bloys" userId="1248c4d8-7b2b-4b32-b8bd-163ae845f9bb" providerId="ADAL" clId="{7D083B23-7EED-48A7-9581-34D5D5B59377}" dt="2021-11-29T16:29:30.479" v="99" actId="478"/>
          <ac:spMkLst>
            <pc:docMk/>
            <pc:sldMk cId="2512145806" sldId="327"/>
            <ac:spMk id="8" creationId="{CB1D9026-A0CA-414B-A17F-75B1E88678E4}"/>
          </ac:spMkLst>
        </pc:spChg>
        <pc:spChg chg="del mod">
          <ac:chgData name="Mike Bloys" userId="1248c4d8-7b2b-4b32-b8bd-163ae845f9bb" providerId="ADAL" clId="{7D083B23-7EED-48A7-9581-34D5D5B59377}" dt="2021-11-29T16:29:30.479" v="99" actId="478"/>
          <ac:spMkLst>
            <pc:docMk/>
            <pc:sldMk cId="2512145806" sldId="327"/>
            <ac:spMk id="11" creationId="{C7346EDC-8006-4C47-9C46-33C863E209F9}"/>
          </ac:spMkLst>
        </pc:spChg>
        <pc:picChg chg="add mod">
          <ac:chgData name="Mike Bloys" userId="1248c4d8-7b2b-4b32-b8bd-163ae845f9bb" providerId="ADAL" clId="{7D083B23-7EED-48A7-9581-34D5D5B59377}" dt="2021-11-29T16:29:42.149" v="102" actId="1076"/>
          <ac:picMkLst>
            <pc:docMk/>
            <pc:sldMk cId="2512145806" sldId="327"/>
            <ac:picMk id="3" creationId="{5E791F1F-973F-412B-BDA7-B44EEBC10CAF}"/>
          </ac:picMkLst>
        </pc:picChg>
      </pc:sldChg>
      <pc:sldMasterChg chg="delSldLayout modSldLayout">
        <pc:chgData name="Mike Bloys" userId="1248c4d8-7b2b-4b32-b8bd-163ae845f9bb" providerId="ADAL" clId="{7D083B23-7EED-48A7-9581-34D5D5B59377}" dt="2021-12-02T10:41:53.970" v="117" actId="14100"/>
        <pc:sldMasterMkLst>
          <pc:docMk/>
          <pc:sldMasterMk cId="3316734550" sldId="2147483648"/>
        </pc:sldMasterMkLst>
        <pc:sldLayoutChg chg="modSp">
          <pc:chgData name="Mike Bloys" userId="1248c4d8-7b2b-4b32-b8bd-163ae845f9bb" providerId="ADAL" clId="{7D083B23-7EED-48A7-9581-34D5D5B59377}" dt="2021-11-29T16:05:56.501" v="0" actId="14826"/>
          <pc:sldLayoutMkLst>
            <pc:docMk/>
            <pc:sldMasterMk cId="3316734550" sldId="2147483648"/>
            <pc:sldLayoutMk cId="3886385901" sldId="2147483649"/>
          </pc:sldLayoutMkLst>
          <pc:picChg chg="mod">
            <ac:chgData name="Mike Bloys" userId="1248c4d8-7b2b-4b32-b8bd-163ae845f9bb" providerId="ADAL" clId="{7D083B23-7EED-48A7-9581-34D5D5B59377}" dt="2021-11-29T16:05:56.501" v="0" actId="14826"/>
            <ac:picMkLst>
              <pc:docMk/>
              <pc:sldMasterMk cId="3316734550" sldId="2147483648"/>
              <pc:sldLayoutMk cId="3886385901" sldId="2147483649"/>
              <ac:picMk id="3" creationId="{90D79972-1D78-4B93-86F2-49F1846CCBA9}"/>
            </ac:picMkLst>
          </pc:picChg>
        </pc:sldLayoutChg>
        <pc:sldLayoutChg chg="addSp delSp modSp mod">
          <pc:chgData name="Mike Bloys" userId="1248c4d8-7b2b-4b32-b8bd-163ae845f9bb" providerId="ADAL" clId="{7D083B23-7EED-48A7-9581-34D5D5B59377}" dt="2021-12-02T10:41:41.946" v="115" actId="14100"/>
          <pc:sldLayoutMkLst>
            <pc:docMk/>
            <pc:sldMasterMk cId="3316734550" sldId="2147483648"/>
            <pc:sldLayoutMk cId="2849720375" sldId="2147483652"/>
          </pc:sldLayoutMkLst>
          <pc:spChg chg="mod">
            <ac:chgData name="Mike Bloys" userId="1248c4d8-7b2b-4b32-b8bd-163ae845f9bb" providerId="ADAL" clId="{7D083B23-7EED-48A7-9581-34D5D5B59377}" dt="2021-12-02T10:41:41.946" v="115" actId="14100"/>
            <ac:spMkLst>
              <pc:docMk/>
              <pc:sldMasterMk cId="3316734550" sldId="2147483648"/>
              <pc:sldLayoutMk cId="2849720375" sldId="2147483652"/>
              <ac:spMk id="8" creationId="{00000000-0000-0000-0000-000000000000}"/>
            </ac:spMkLst>
          </pc:spChg>
          <pc:spChg chg="add mod">
            <ac:chgData name="Mike Bloys" userId="1248c4d8-7b2b-4b32-b8bd-163ae845f9bb" providerId="ADAL" clId="{7D083B23-7EED-48A7-9581-34D5D5B59377}" dt="2021-11-29T16:10:01.715" v="14"/>
            <ac:spMkLst>
              <pc:docMk/>
              <pc:sldMasterMk cId="3316734550" sldId="2147483648"/>
              <pc:sldLayoutMk cId="2849720375" sldId="2147483652"/>
              <ac:spMk id="11" creationId="{CC1D940C-1AB4-418A-B881-39C38A9DEF61}"/>
            </ac:spMkLst>
          </pc:spChg>
          <pc:spChg chg="del">
            <ac:chgData name="Mike Bloys" userId="1248c4d8-7b2b-4b32-b8bd-163ae845f9bb" providerId="ADAL" clId="{7D083B23-7EED-48A7-9581-34D5D5B59377}" dt="2021-11-29T16:10:01.105" v="13" actId="478"/>
            <ac:spMkLst>
              <pc:docMk/>
              <pc:sldMasterMk cId="3316734550" sldId="2147483648"/>
              <pc:sldLayoutMk cId="2849720375" sldId="2147483652"/>
              <ac:spMk id="13" creationId="{6FD27F5F-ACCE-A346-B4FD-EA8F166E262C}"/>
            </ac:spMkLst>
          </pc:spChg>
          <pc:picChg chg="del">
            <ac:chgData name="Mike Bloys" userId="1248c4d8-7b2b-4b32-b8bd-163ae845f9bb" providerId="ADAL" clId="{7D083B23-7EED-48A7-9581-34D5D5B59377}" dt="2021-11-29T16:10:01.105" v="13" actId="478"/>
            <ac:picMkLst>
              <pc:docMk/>
              <pc:sldMasterMk cId="3316734550" sldId="2147483648"/>
              <pc:sldLayoutMk cId="2849720375" sldId="2147483652"/>
              <ac:picMk id="9" creationId="{E9BF3163-B619-6A47-BDEB-186C220AEE89}"/>
            </ac:picMkLst>
          </pc:picChg>
          <pc:picChg chg="add mod">
            <ac:chgData name="Mike Bloys" userId="1248c4d8-7b2b-4b32-b8bd-163ae845f9bb" providerId="ADAL" clId="{7D083B23-7EED-48A7-9581-34D5D5B59377}" dt="2021-11-29T16:10:01.715" v="14"/>
            <ac:picMkLst>
              <pc:docMk/>
              <pc:sldMasterMk cId="3316734550" sldId="2147483648"/>
              <pc:sldLayoutMk cId="2849720375" sldId="2147483652"/>
              <ac:picMk id="10" creationId="{BDFE4830-E7A7-4165-A448-66C7680B0553}"/>
            </ac:picMkLst>
          </pc:picChg>
          <pc:picChg chg="mod">
            <ac:chgData name="Mike Bloys" userId="1248c4d8-7b2b-4b32-b8bd-163ae845f9bb" providerId="ADAL" clId="{7D083B23-7EED-48A7-9581-34D5D5B59377}" dt="2021-11-29T16:10:05.171" v="15" actId="207"/>
            <ac:picMkLst>
              <pc:docMk/>
              <pc:sldMasterMk cId="3316734550" sldId="2147483648"/>
              <pc:sldLayoutMk cId="2849720375" sldId="2147483652"/>
              <ac:picMk id="12" creationId="{BD5F0E63-5239-6047-97DA-E8C99BB50831}"/>
            </ac:picMkLst>
          </pc:picChg>
        </pc:sldLayoutChg>
        <pc:sldLayoutChg chg="addSp delSp modSp mod">
          <pc:chgData name="Mike Bloys" userId="1248c4d8-7b2b-4b32-b8bd-163ae845f9bb" providerId="ADAL" clId="{7D083B23-7EED-48A7-9581-34D5D5B59377}" dt="2021-12-02T10:41:36.068" v="114" actId="478"/>
          <pc:sldLayoutMkLst>
            <pc:docMk/>
            <pc:sldMasterMk cId="3316734550" sldId="2147483648"/>
            <pc:sldLayoutMk cId="4180777422" sldId="2147483653"/>
          </pc:sldLayoutMkLst>
          <pc:spChg chg="add mod">
            <ac:chgData name="Mike Bloys" userId="1248c4d8-7b2b-4b32-b8bd-163ae845f9bb" providerId="ADAL" clId="{7D083B23-7EED-48A7-9581-34D5D5B59377}" dt="2021-11-29T16:09:38.832" v="3"/>
            <ac:spMkLst>
              <pc:docMk/>
              <pc:sldMasterMk cId="3316734550" sldId="2147483648"/>
              <pc:sldLayoutMk cId="4180777422" sldId="2147483653"/>
              <ac:spMk id="8" creationId="{665412E9-F79A-4BC6-BE4B-709EB88BE730}"/>
            </ac:spMkLst>
          </pc:spChg>
          <pc:spChg chg="del">
            <ac:chgData name="Mike Bloys" userId="1248c4d8-7b2b-4b32-b8bd-163ae845f9bb" providerId="ADAL" clId="{7D083B23-7EED-48A7-9581-34D5D5B59377}" dt="2021-11-29T16:09:30.190" v="2" actId="478"/>
            <ac:spMkLst>
              <pc:docMk/>
              <pc:sldMasterMk cId="3316734550" sldId="2147483648"/>
              <pc:sldLayoutMk cId="4180777422" sldId="2147483653"/>
              <ac:spMk id="9" creationId="{80AF52B0-71FF-4CA8-B347-B2975381DBCD}"/>
            </ac:spMkLst>
          </pc:spChg>
          <pc:spChg chg="add mod">
            <ac:chgData name="Mike Bloys" userId="1248c4d8-7b2b-4b32-b8bd-163ae845f9bb" providerId="ADAL" clId="{7D083B23-7EED-48A7-9581-34D5D5B59377}" dt="2021-11-29T16:09:53.359" v="12" actId="20577"/>
            <ac:spMkLst>
              <pc:docMk/>
              <pc:sldMasterMk cId="3316734550" sldId="2147483648"/>
              <pc:sldLayoutMk cId="4180777422" sldId="2147483653"/>
              <ac:spMk id="12" creationId="{B3D63E19-F79E-4FD1-9DB6-D797C71D13C5}"/>
            </ac:spMkLst>
          </pc:spChg>
          <pc:spChg chg="del mod">
            <ac:chgData name="Mike Bloys" userId="1248c4d8-7b2b-4b32-b8bd-163ae845f9bb" providerId="ADAL" clId="{7D083B23-7EED-48A7-9581-34D5D5B59377}" dt="2021-12-02T10:41:36.068" v="114" actId="478"/>
            <ac:spMkLst>
              <pc:docMk/>
              <pc:sldMasterMk cId="3316734550" sldId="2147483648"/>
              <pc:sldLayoutMk cId="4180777422" sldId="2147483653"/>
              <ac:spMk id="27" creationId="{00000000-0000-0000-0000-000000000000}"/>
            </ac:spMkLst>
          </pc:spChg>
          <pc:picChg chg="del">
            <ac:chgData name="Mike Bloys" userId="1248c4d8-7b2b-4b32-b8bd-163ae845f9bb" providerId="ADAL" clId="{7D083B23-7EED-48A7-9581-34D5D5B59377}" dt="2021-11-29T16:09:30.190" v="2" actId="478"/>
            <ac:picMkLst>
              <pc:docMk/>
              <pc:sldMasterMk cId="3316734550" sldId="2147483648"/>
              <pc:sldLayoutMk cId="4180777422" sldId="2147483653"/>
              <ac:picMk id="7" creationId="{261806FA-7C3E-8543-AE82-B25DDA01F025}"/>
            </ac:picMkLst>
          </pc:picChg>
          <pc:picChg chg="mod">
            <ac:chgData name="Mike Bloys" userId="1248c4d8-7b2b-4b32-b8bd-163ae845f9bb" providerId="ADAL" clId="{7D083B23-7EED-48A7-9581-34D5D5B59377}" dt="2021-11-29T16:09:45.587" v="4" actId="207"/>
            <ac:picMkLst>
              <pc:docMk/>
              <pc:sldMasterMk cId="3316734550" sldId="2147483648"/>
              <pc:sldLayoutMk cId="4180777422" sldId="2147483653"/>
              <ac:picMk id="10" creationId="{2009F003-D16B-D842-A3AD-5C3DB0D54A5D}"/>
            </ac:picMkLst>
          </pc:picChg>
          <pc:picChg chg="add mod">
            <ac:chgData name="Mike Bloys" userId="1248c4d8-7b2b-4b32-b8bd-163ae845f9bb" providerId="ADAL" clId="{7D083B23-7EED-48A7-9581-34D5D5B59377}" dt="2021-11-29T16:09:38.832" v="3"/>
            <ac:picMkLst>
              <pc:docMk/>
              <pc:sldMasterMk cId="3316734550" sldId="2147483648"/>
              <pc:sldLayoutMk cId="4180777422" sldId="2147483653"/>
              <ac:picMk id="11" creationId="{A496A345-DE05-48E7-91FA-981A1F601A1F}"/>
            </ac:picMkLst>
          </pc:picChg>
        </pc:sldLayoutChg>
        <pc:sldLayoutChg chg="addSp delSp modSp mod">
          <pc:chgData name="Mike Bloys" userId="1248c4d8-7b2b-4b32-b8bd-163ae845f9bb" providerId="ADAL" clId="{7D083B23-7EED-48A7-9581-34D5D5B59377}" dt="2021-12-02T10:41:53.970" v="117" actId="14100"/>
          <pc:sldLayoutMkLst>
            <pc:docMk/>
            <pc:sldMasterMk cId="3316734550" sldId="2147483648"/>
            <pc:sldLayoutMk cId="3315833090" sldId="2147483656"/>
          </pc:sldLayoutMkLst>
          <pc:spChg chg="add mod">
            <ac:chgData name="Mike Bloys" userId="1248c4d8-7b2b-4b32-b8bd-163ae845f9bb" providerId="ADAL" clId="{7D083B23-7EED-48A7-9581-34D5D5B59377}" dt="2021-11-29T16:10:35.827" v="24"/>
            <ac:spMkLst>
              <pc:docMk/>
              <pc:sldMasterMk cId="3316734550" sldId="2147483648"/>
              <pc:sldLayoutMk cId="3315833090" sldId="2147483656"/>
              <ac:spMk id="8" creationId="{B9A3AB38-DA84-4C26-987D-2AF8B2FB77B9}"/>
            </ac:spMkLst>
          </pc:spChg>
          <pc:spChg chg="del">
            <ac:chgData name="Mike Bloys" userId="1248c4d8-7b2b-4b32-b8bd-163ae845f9bb" providerId="ADAL" clId="{7D083B23-7EED-48A7-9581-34D5D5B59377}" dt="2021-11-29T16:10:35.312" v="23" actId="478"/>
            <ac:spMkLst>
              <pc:docMk/>
              <pc:sldMasterMk cId="3316734550" sldId="2147483648"/>
              <pc:sldLayoutMk cId="3315833090" sldId="2147483656"/>
              <ac:spMk id="10" creationId="{D7C50F87-CCB0-9142-887C-887EA858C574}"/>
            </ac:spMkLst>
          </pc:spChg>
          <pc:spChg chg="mod">
            <ac:chgData name="Mike Bloys" userId="1248c4d8-7b2b-4b32-b8bd-163ae845f9bb" providerId="ADAL" clId="{7D083B23-7EED-48A7-9581-34D5D5B59377}" dt="2021-12-02T10:41:53.970" v="117" actId="14100"/>
            <ac:spMkLst>
              <pc:docMk/>
              <pc:sldMasterMk cId="3316734550" sldId="2147483648"/>
              <pc:sldLayoutMk cId="3315833090" sldId="2147483656"/>
              <ac:spMk id="25" creationId="{00000000-0000-0000-0000-000000000000}"/>
            </ac:spMkLst>
          </pc:spChg>
          <pc:picChg chg="del">
            <ac:chgData name="Mike Bloys" userId="1248c4d8-7b2b-4b32-b8bd-163ae845f9bb" providerId="ADAL" clId="{7D083B23-7EED-48A7-9581-34D5D5B59377}" dt="2021-11-29T16:10:35.312" v="23" actId="478"/>
            <ac:picMkLst>
              <pc:docMk/>
              <pc:sldMasterMk cId="3316734550" sldId="2147483648"/>
              <pc:sldLayoutMk cId="3315833090" sldId="2147483656"/>
              <ac:picMk id="6" creationId="{3E732CD1-CBF6-6049-8EEB-8C4CDE51B8E8}"/>
            </ac:picMkLst>
          </pc:picChg>
          <pc:picChg chg="add mod">
            <ac:chgData name="Mike Bloys" userId="1248c4d8-7b2b-4b32-b8bd-163ae845f9bb" providerId="ADAL" clId="{7D083B23-7EED-48A7-9581-34D5D5B59377}" dt="2021-11-29T16:10:35.827" v="24"/>
            <ac:picMkLst>
              <pc:docMk/>
              <pc:sldMasterMk cId="3316734550" sldId="2147483648"/>
              <pc:sldLayoutMk cId="3315833090" sldId="2147483656"/>
              <ac:picMk id="7" creationId="{5FE93897-B8EA-4EC1-A81E-5AA404F91827}"/>
            </ac:picMkLst>
          </pc:picChg>
        </pc:sldLayoutChg>
        <pc:sldLayoutChg chg="modSp mod">
          <pc:chgData name="Mike Bloys" userId="1248c4d8-7b2b-4b32-b8bd-163ae845f9bb" providerId="ADAL" clId="{7D083B23-7EED-48A7-9581-34D5D5B59377}" dt="2021-12-02T10:41:21.627" v="112" actId="14100"/>
          <pc:sldLayoutMkLst>
            <pc:docMk/>
            <pc:sldMasterMk cId="3316734550" sldId="2147483648"/>
            <pc:sldLayoutMk cId="393927180" sldId="2147483664"/>
          </pc:sldLayoutMkLst>
          <pc:spChg chg="mod">
            <ac:chgData name="Mike Bloys" userId="1248c4d8-7b2b-4b32-b8bd-163ae845f9bb" providerId="ADAL" clId="{7D083B23-7EED-48A7-9581-34D5D5B59377}" dt="2021-12-02T10:41:21.627" v="112" actId="14100"/>
            <ac:spMkLst>
              <pc:docMk/>
              <pc:sldMasterMk cId="3316734550" sldId="2147483648"/>
              <pc:sldLayoutMk cId="393927180" sldId="2147483664"/>
              <ac:spMk id="10" creationId="{00000000-0000-0000-0000-000000000000}"/>
            </ac:spMkLst>
          </pc:spChg>
        </pc:sldLayoutChg>
        <pc:sldLayoutChg chg="addSp delSp modSp mod">
          <pc:chgData name="Mike Bloys" userId="1248c4d8-7b2b-4b32-b8bd-163ae845f9bb" providerId="ADAL" clId="{7D083B23-7EED-48A7-9581-34D5D5B59377}" dt="2021-11-29T16:10:54.379" v="30" actId="207"/>
          <pc:sldLayoutMkLst>
            <pc:docMk/>
            <pc:sldMasterMk cId="3316734550" sldId="2147483648"/>
            <pc:sldLayoutMk cId="78951202" sldId="2147483665"/>
          </pc:sldLayoutMkLst>
          <pc:spChg chg="add mod">
            <ac:chgData name="Mike Bloys" userId="1248c4d8-7b2b-4b32-b8bd-163ae845f9bb" providerId="ADAL" clId="{7D083B23-7EED-48A7-9581-34D5D5B59377}" dt="2021-11-29T16:10:48.675" v="29"/>
            <ac:spMkLst>
              <pc:docMk/>
              <pc:sldMasterMk cId="3316734550" sldId="2147483648"/>
              <pc:sldLayoutMk cId="78951202" sldId="2147483665"/>
              <ac:spMk id="9" creationId="{8F12FB34-9966-4E6A-90B2-E450DBE93117}"/>
            </ac:spMkLst>
          </pc:spChg>
          <pc:spChg chg="del">
            <ac:chgData name="Mike Bloys" userId="1248c4d8-7b2b-4b32-b8bd-163ae845f9bb" providerId="ADAL" clId="{7D083B23-7EED-48A7-9581-34D5D5B59377}" dt="2021-11-29T16:10:48.287" v="28" actId="478"/>
            <ac:spMkLst>
              <pc:docMk/>
              <pc:sldMasterMk cId="3316734550" sldId="2147483648"/>
              <pc:sldLayoutMk cId="78951202" sldId="2147483665"/>
              <ac:spMk id="11" creationId="{52EACD26-0AE9-A141-9478-5719E13BE996}"/>
            </ac:spMkLst>
          </pc:spChg>
          <pc:picChg chg="add mod">
            <ac:chgData name="Mike Bloys" userId="1248c4d8-7b2b-4b32-b8bd-163ae845f9bb" providerId="ADAL" clId="{7D083B23-7EED-48A7-9581-34D5D5B59377}" dt="2021-11-29T16:10:48.675" v="29"/>
            <ac:picMkLst>
              <pc:docMk/>
              <pc:sldMasterMk cId="3316734550" sldId="2147483648"/>
              <pc:sldLayoutMk cId="78951202" sldId="2147483665"/>
              <ac:picMk id="6" creationId="{1CF6AFFD-0939-4C5E-9491-C0FBC38D58DE}"/>
            </ac:picMkLst>
          </pc:picChg>
          <pc:picChg chg="del">
            <ac:chgData name="Mike Bloys" userId="1248c4d8-7b2b-4b32-b8bd-163ae845f9bb" providerId="ADAL" clId="{7D083B23-7EED-48A7-9581-34D5D5B59377}" dt="2021-11-29T16:10:48.287" v="28" actId="478"/>
            <ac:picMkLst>
              <pc:docMk/>
              <pc:sldMasterMk cId="3316734550" sldId="2147483648"/>
              <pc:sldLayoutMk cId="78951202" sldId="2147483665"/>
              <ac:picMk id="7" creationId="{47145268-D342-934C-907C-54316D5AA81A}"/>
            </ac:picMkLst>
          </pc:picChg>
          <pc:picChg chg="mod">
            <ac:chgData name="Mike Bloys" userId="1248c4d8-7b2b-4b32-b8bd-163ae845f9bb" providerId="ADAL" clId="{7D083B23-7EED-48A7-9581-34D5D5B59377}" dt="2021-11-29T16:10:54.379" v="30" actId="207"/>
            <ac:picMkLst>
              <pc:docMk/>
              <pc:sldMasterMk cId="3316734550" sldId="2147483648"/>
              <pc:sldLayoutMk cId="78951202" sldId="2147483665"/>
              <ac:picMk id="10" creationId="{25159C0E-4C8B-794B-BE97-CB316716D170}"/>
            </ac:picMkLst>
          </pc:picChg>
        </pc:sldLayoutChg>
        <pc:sldLayoutChg chg="addSp delSp modSp mod">
          <pc:chgData name="Mike Bloys" userId="1248c4d8-7b2b-4b32-b8bd-163ae845f9bb" providerId="ADAL" clId="{7D083B23-7EED-48A7-9581-34D5D5B59377}" dt="2021-12-02T10:41:15.489" v="111" actId="14100"/>
          <pc:sldLayoutMkLst>
            <pc:docMk/>
            <pc:sldMasterMk cId="3316734550" sldId="2147483648"/>
            <pc:sldLayoutMk cId="1504358022" sldId="2147483666"/>
          </pc:sldLayoutMkLst>
          <pc:spChg chg="mod">
            <ac:chgData name="Mike Bloys" userId="1248c4d8-7b2b-4b32-b8bd-163ae845f9bb" providerId="ADAL" clId="{7D083B23-7EED-48A7-9581-34D5D5B59377}" dt="2021-12-02T10:41:15.489" v="111" actId="14100"/>
            <ac:spMkLst>
              <pc:docMk/>
              <pc:sldMasterMk cId="3316734550" sldId="2147483648"/>
              <pc:sldLayoutMk cId="1504358022" sldId="2147483666"/>
              <ac:spMk id="6" creationId="{1C74A5BF-9C05-F945-A711-13841CF3EDC7}"/>
            </ac:spMkLst>
          </pc:spChg>
          <pc:spChg chg="add del mod">
            <ac:chgData name="Mike Bloys" userId="1248c4d8-7b2b-4b32-b8bd-163ae845f9bb" providerId="ADAL" clId="{7D083B23-7EED-48A7-9581-34D5D5B59377}" dt="2021-11-29T16:13:09.519" v="36" actId="478"/>
            <ac:spMkLst>
              <pc:docMk/>
              <pc:sldMasterMk cId="3316734550" sldId="2147483648"/>
              <pc:sldLayoutMk cId="1504358022" sldId="2147483666"/>
              <ac:spMk id="7" creationId="{0233C5D3-10FC-46FD-9B0D-5952E61E5BB6}"/>
            </ac:spMkLst>
          </pc:spChg>
          <pc:cxnChg chg="mod">
            <ac:chgData name="Mike Bloys" userId="1248c4d8-7b2b-4b32-b8bd-163ae845f9bb" providerId="ADAL" clId="{7D083B23-7EED-48A7-9581-34D5D5B59377}" dt="2021-11-29T16:13:08.055" v="35" actId="14100"/>
            <ac:cxnSpMkLst>
              <pc:docMk/>
              <pc:sldMasterMk cId="3316734550" sldId="2147483648"/>
              <pc:sldLayoutMk cId="1504358022" sldId="2147483666"/>
              <ac:cxnSpMk id="8" creationId="{00000000-0000-0000-0000-000000000000}"/>
            </ac:cxnSpMkLst>
          </pc:cxnChg>
        </pc:sldLayoutChg>
        <pc:sldLayoutChg chg="addSp delSp modSp mod">
          <pc:chgData name="Mike Bloys" userId="1248c4d8-7b2b-4b32-b8bd-163ae845f9bb" providerId="ADAL" clId="{7D083B23-7EED-48A7-9581-34D5D5B59377}" dt="2021-12-02T10:41:49.290" v="116" actId="14100"/>
          <pc:sldLayoutMkLst>
            <pc:docMk/>
            <pc:sldMasterMk cId="3316734550" sldId="2147483648"/>
            <pc:sldLayoutMk cId="2777079279" sldId="2147483667"/>
          </pc:sldLayoutMkLst>
          <pc:spChg chg="mod">
            <ac:chgData name="Mike Bloys" userId="1248c4d8-7b2b-4b32-b8bd-163ae845f9bb" providerId="ADAL" clId="{7D083B23-7EED-48A7-9581-34D5D5B59377}" dt="2021-12-02T10:41:49.290" v="116" actId="14100"/>
            <ac:spMkLst>
              <pc:docMk/>
              <pc:sldMasterMk cId="3316734550" sldId="2147483648"/>
              <pc:sldLayoutMk cId="2777079279" sldId="2147483667"/>
              <ac:spMk id="8" creationId="{00000000-0000-0000-0000-000000000000}"/>
            </ac:spMkLst>
          </pc:spChg>
          <pc:spChg chg="add mod">
            <ac:chgData name="Mike Bloys" userId="1248c4d8-7b2b-4b32-b8bd-163ae845f9bb" providerId="ADAL" clId="{7D083B23-7EED-48A7-9581-34D5D5B59377}" dt="2021-11-29T16:10:18.408" v="19"/>
            <ac:spMkLst>
              <pc:docMk/>
              <pc:sldMasterMk cId="3316734550" sldId="2147483648"/>
              <pc:sldLayoutMk cId="2777079279" sldId="2147483667"/>
              <ac:spMk id="11" creationId="{C8F5FB90-0581-497B-8BD1-224FD7A75B78}"/>
            </ac:spMkLst>
          </pc:spChg>
          <pc:spChg chg="del">
            <ac:chgData name="Mike Bloys" userId="1248c4d8-7b2b-4b32-b8bd-163ae845f9bb" providerId="ADAL" clId="{7D083B23-7EED-48A7-9581-34D5D5B59377}" dt="2021-11-29T16:10:17.807" v="18" actId="478"/>
            <ac:spMkLst>
              <pc:docMk/>
              <pc:sldMasterMk cId="3316734550" sldId="2147483648"/>
              <pc:sldLayoutMk cId="2777079279" sldId="2147483667"/>
              <ac:spMk id="14" creationId="{652867DA-6DDC-0047-B05F-030D571EC948}"/>
            </ac:spMkLst>
          </pc:spChg>
          <pc:picChg chg="add mod">
            <ac:chgData name="Mike Bloys" userId="1248c4d8-7b2b-4b32-b8bd-163ae845f9bb" providerId="ADAL" clId="{7D083B23-7EED-48A7-9581-34D5D5B59377}" dt="2021-11-29T16:10:18.408" v="19"/>
            <ac:picMkLst>
              <pc:docMk/>
              <pc:sldMasterMk cId="3316734550" sldId="2147483648"/>
              <pc:sldLayoutMk cId="2777079279" sldId="2147483667"/>
              <ac:picMk id="10" creationId="{C4957AA4-A17D-436B-828B-B6A34476DB61}"/>
            </ac:picMkLst>
          </pc:picChg>
          <pc:picChg chg="del">
            <ac:chgData name="Mike Bloys" userId="1248c4d8-7b2b-4b32-b8bd-163ae845f9bb" providerId="ADAL" clId="{7D083B23-7EED-48A7-9581-34D5D5B59377}" dt="2021-11-29T16:10:17.807" v="18" actId="478"/>
            <ac:picMkLst>
              <pc:docMk/>
              <pc:sldMasterMk cId="3316734550" sldId="2147483648"/>
              <pc:sldLayoutMk cId="2777079279" sldId="2147483667"/>
              <ac:picMk id="12" creationId="{67C8D93C-5125-A442-A259-B9EB57261564}"/>
            </ac:picMkLst>
          </pc:picChg>
          <pc:picChg chg="mod">
            <ac:chgData name="Mike Bloys" userId="1248c4d8-7b2b-4b32-b8bd-163ae845f9bb" providerId="ADAL" clId="{7D083B23-7EED-48A7-9581-34D5D5B59377}" dt="2021-11-29T16:10:30.721" v="22" actId="207"/>
            <ac:picMkLst>
              <pc:docMk/>
              <pc:sldMasterMk cId="3316734550" sldId="2147483648"/>
              <pc:sldLayoutMk cId="2777079279" sldId="2147483667"/>
              <ac:picMk id="13" creationId="{B45DB6D8-0A2F-294A-B2B2-6A1C6A3059AA}"/>
            </ac:picMkLst>
          </pc:picChg>
        </pc:sldLayoutChg>
        <pc:sldLayoutChg chg="del">
          <pc:chgData name="Mike Bloys" userId="1248c4d8-7b2b-4b32-b8bd-163ae845f9bb" providerId="ADAL" clId="{7D083B23-7EED-48A7-9581-34D5D5B59377}" dt="2021-11-29T16:31:03.463" v="109" actId="2696"/>
          <pc:sldLayoutMkLst>
            <pc:docMk/>
            <pc:sldMasterMk cId="3316734550" sldId="2147483648"/>
            <pc:sldLayoutMk cId="712291298" sldId="2147483668"/>
          </pc:sldLayoutMkLst>
        </pc:sldLayoutChg>
      </pc:sldMasterChg>
    </pc:docChg>
  </pc:docChgLst>
  <pc:docChgLst>
    <pc:chgData name="Rob Heathcote" userId="62419938-1f1d-43ca-9327-cfd6c1894440" providerId="ADAL" clId="{7624F55A-EC4B-4536-BEBE-E5D3CD48B47C}"/>
    <pc:docChg chg="undo custSel modSld modMainMaster">
      <pc:chgData name="Rob Heathcote" userId="62419938-1f1d-43ca-9327-cfd6c1894440" providerId="ADAL" clId="{7624F55A-EC4B-4536-BEBE-E5D3CD48B47C}" dt="2020-03-10T08:28:22.568" v="239"/>
      <pc:docMkLst>
        <pc:docMk/>
      </pc:docMkLst>
      <pc:sldChg chg="delSp">
        <pc:chgData name="Rob Heathcote" userId="62419938-1f1d-43ca-9327-cfd6c1894440" providerId="ADAL" clId="{7624F55A-EC4B-4536-BEBE-E5D3CD48B47C}" dt="2020-03-10T08:05:58.142" v="39" actId="478"/>
        <pc:sldMkLst>
          <pc:docMk/>
          <pc:sldMk cId="3097358543" sldId="260"/>
        </pc:sldMkLst>
        <pc:spChg chg="del">
          <ac:chgData name="Rob Heathcote" userId="62419938-1f1d-43ca-9327-cfd6c1894440" providerId="ADAL" clId="{7624F55A-EC4B-4536-BEBE-E5D3CD48B47C}" dt="2020-03-10T08:05:58.142" v="39" actId="478"/>
          <ac:spMkLst>
            <pc:docMk/>
            <pc:sldMk cId="3097358543" sldId="260"/>
            <ac:spMk id="5" creationId="{00000000-0000-0000-0000-000000000000}"/>
          </ac:spMkLst>
        </pc:spChg>
        <pc:spChg chg="del">
          <ac:chgData name="Rob Heathcote" userId="62419938-1f1d-43ca-9327-cfd6c1894440" providerId="ADAL" clId="{7624F55A-EC4B-4536-BEBE-E5D3CD48B47C}" dt="2020-03-10T08:05:58.142" v="39" actId="478"/>
          <ac:spMkLst>
            <pc:docMk/>
            <pc:sldMk cId="3097358543" sldId="260"/>
            <ac:spMk id="6" creationId="{00000000-0000-0000-0000-000000000000}"/>
          </ac:spMkLst>
        </pc:spChg>
        <pc:spChg chg="del">
          <ac:chgData name="Rob Heathcote" userId="62419938-1f1d-43ca-9327-cfd6c1894440" providerId="ADAL" clId="{7624F55A-EC4B-4536-BEBE-E5D3CD48B47C}" dt="2020-03-10T08:05:58.142" v="39" actId="478"/>
          <ac:spMkLst>
            <pc:docMk/>
            <pc:sldMk cId="3097358543" sldId="260"/>
            <ac:spMk id="7" creationId="{00000000-0000-0000-0000-000000000000}"/>
          </ac:spMkLst>
        </pc:spChg>
        <pc:grpChg chg="del">
          <ac:chgData name="Rob Heathcote" userId="62419938-1f1d-43ca-9327-cfd6c1894440" providerId="ADAL" clId="{7624F55A-EC4B-4536-BEBE-E5D3CD48B47C}" dt="2020-03-10T08:05:58.142" v="39" actId="478"/>
          <ac:grpSpMkLst>
            <pc:docMk/>
            <pc:sldMk cId="3097358543" sldId="260"/>
            <ac:grpSpMk id="8" creationId="{00000000-0000-0000-0000-000000000000}"/>
          </ac:grpSpMkLst>
        </pc:grpChg>
      </pc:sldChg>
      <pc:sldChg chg="modSp">
        <pc:chgData name="Rob Heathcote" userId="62419938-1f1d-43ca-9327-cfd6c1894440" providerId="ADAL" clId="{7624F55A-EC4B-4536-BEBE-E5D3CD48B47C}" dt="2020-03-10T08:08:01.158" v="41" actId="208"/>
        <pc:sldMkLst>
          <pc:docMk/>
          <pc:sldMk cId="3236221385" sldId="263"/>
        </pc:sldMkLst>
        <pc:spChg chg="mod">
          <ac:chgData name="Rob Heathcote" userId="62419938-1f1d-43ca-9327-cfd6c1894440" providerId="ADAL" clId="{7624F55A-EC4B-4536-BEBE-E5D3CD48B47C}" dt="2020-03-10T08:08:01.158" v="41" actId="208"/>
          <ac:spMkLst>
            <pc:docMk/>
            <pc:sldMk cId="3236221385" sldId="263"/>
            <ac:spMk id="10" creationId="{00000000-0000-0000-0000-000000000000}"/>
          </ac:spMkLst>
        </pc:spChg>
        <pc:cxnChg chg="mod">
          <ac:chgData name="Rob Heathcote" userId="62419938-1f1d-43ca-9327-cfd6c1894440" providerId="ADAL" clId="{7624F55A-EC4B-4536-BEBE-E5D3CD48B47C}" dt="2020-03-10T08:08:01.158" v="41" actId="208"/>
          <ac:cxnSpMkLst>
            <pc:docMk/>
            <pc:sldMk cId="3236221385" sldId="263"/>
            <ac:cxnSpMk id="6" creationId="{00000000-0000-0000-0000-000000000000}"/>
          </ac:cxnSpMkLst>
        </pc:cxnChg>
        <pc:cxnChg chg="mod">
          <ac:chgData name="Rob Heathcote" userId="62419938-1f1d-43ca-9327-cfd6c1894440" providerId="ADAL" clId="{7624F55A-EC4B-4536-BEBE-E5D3CD48B47C}" dt="2020-03-10T08:08:01.158" v="41" actId="208"/>
          <ac:cxnSpMkLst>
            <pc:docMk/>
            <pc:sldMk cId="3236221385" sldId="263"/>
            <ac:cxnSpMk id="8" creationId="{00000000-0000-0000-0000-000000000000}"/>
          </ac:cxnSpMkLst>
        </pc:cxnChg>
        <pc:cxnChg chg="mod">
          <ac:chgData name="Rob Heathcote" userId="62419938-1f1d-43ca-9327-cfd6c1894440" providerId="ADAL" clId="{7624F55A-EC4B-4536-BEBE-E5D3CD48B47C}" dt="2020-03-10T08:08:01.158" v="41" actId="208"/>
          <ac:cxnSpMkLst>
            <pc:docMk/>
            <pc:sldMk cId="3236221385" sldId="263"/>
            <ac:cxnSpMk id="9" creationId="{00000000-0000-0000-0000-000000000000}"/>
          </ac:cxnSpMkLst>
        </pc:cxnChg>
        <pc:cxnChg chg="mod">
          <ac:chgData name="Rob Heathcote" userId="62419938-1f1d-43ca-9327-cfd6c1894440" providerId="ADAL" clId="{7624F55A-EC4B-4536-BEBE-E5D3CD48B47C}" dt="2020-03-10T08:08:01.158" v="41" actId="208"/>
          <ac:cxnSpMkLst>
            <pc:docMk/>
            <pc:sldMk cId="3236221385" sldId="263"/>
            <ac:cxnSpMk id="11" creationId="{00000000-0000-0000-0000-000000000000}"/>
          </ac:cxnSpMkLst>
        </pc:cxnChg>
        <pc:cxnChg chg="mod">
          <ac:chgData name="Rob Heathcote" userId="62419938-1f1d-43ca-9327-cfd6c1894440" providerId="ADAL" clId="{7624F55A-EC4B-4536-BEBE-E5D3CD48B47C}" dt="2020-03-10T08:08:01.158" v="41" actId="208"/>
          <ac:cxnSpMkLst>
            <pc:docMk/>
            <pc:sldMk cId="3236221385" sldId="263"/>
            <ac:cxnSpMk id="12" creationId="{00000000-0000-0000-0000-000000000000}"/>
          </ac:cxnSpMkLst>
        </pc:cxnChg>
        <pc:cxnChg chg="mod">
          <ac:chgData name="Rob Heathcote" userId="62419938-1f1d-43ca-9327-cfd6c1894440" providerId="ADAL" clId="{7624F55A-EC4B-4536-BEBE-E5D3CD48B47C}" dt="2020-03-10T08:08:01.158" v="41" actId="208"/>
          <ac:cxnSpMkLst>
            <pc:docMk/>
            <pc:sldMk cId="3236221385" sldId="263"/>
            <ac:cxnSpMk id="13" creationId="{00000000-0000-0000-0000-000000000000}"/>
          </ac:cxnSpMkLst>
        </pc:cxnChg>
        <pc:cxnChg chg="mod">
          <ac:chgData name="Rob Heathcote" userId="62419938-1f1d-43ca-9327-cfd6c1894440" providerId="ADAL" clId="{7624F55A-EC4B-4536-BEBE-E5D3CD48B47C}" dt="2020-03-10T08:08:01.158" v="41" actId="208"/>
          <ac:cxnSpMkLst>
            <pc:docMk/>
            <pc:sldMk cId="3236221385" sldId="263"/>
            <ac:cxnSpMk id="14" creationId="{00000000-0000-0000-0000-000000000000}"/>
          </ac:cxnSpMkLst>
        </pc:cxnChg>
        <pc:cxnChg chg="mod">
          <ac:chgData name="Rob Heathcote" userId="62419938-1f1d-43ca-9327-cfd6c1894440" providerId="ADAL" clId="{7624F55A-EC4B-4536-BEBE-E5D3CD48B47C}" dt="2020-03-10T08:08:01.158" v="41" actId="208"/>
          <ac:cxnSpMkLst>
            <pc:docMk/>
            <pc:sldMk cId="3236221385" sldId="263"/>
            <ac:cxnSpMk id="15" creationId="{00000000-0000-0000-0000-000000000000}"/>
          </ac:cxnSpMkLst>
        </pc:cxnChg>
        <pc:cxnChg chg="mod">
          <ac:chgData name="Rob Heathcote" userId="62419938-1f1d-43ca-9327-cfd6c1894440" providerId="ADAL" clId="{7624F55A-EC4B-4536-BEBE-E5D3CD48B47C}" dt="2020-03-10T08:08:01.158" v="41" actId="208"/>
          <ac:cxnSpMkLst>
            <pc:docMk/>
            <pc:sldMk cId="3236221385" sldId="263"/>
            <ac:cxnSpMk id="16" creationId="{00000000-0000-0000-0000-000000000000}"/>
          </ac:cxnSpMkLst>
        </pc:cxnChg>
        <pc:cxnChg chg="mod">
          <ac:chgData name="Rob Heathcote" userId="62419938-1f1d-43ca-9327-cfd6c1894440" providerId="ADAL" clId="{7624F55A-EC4B-4536-BEBE-E5D3CD48B47C}" dt="2020-03-10T08:08:01.158" v="41" actId="208"/>
          <ac:cxnSpMkLst>
            <pc:docMk/>
            <pc:sldMk cId="3236221385" sldId="263"/>
            <ac:cxnSpMk id="17" creationId="{00000000-0000-0000-0000-000000000000}"/>
          </ac:cxnSpMkLst>
        </pc:cxnChg>
        <pc:cxnChg chg="mod">
          <ac:chgData name="Rob Heathcote" userId="62419938-1f1d-43ca-9327-cfd6c1894440" providerId="ADAL" clId="{7624F55A-EC4B-4536-BEBE-E5D3CD48B47C}" dt="2020-03-10T08:08:01.158" v="41" actId="208"/>
          <ac:cxnSpMkLst>
            <pc:docMk/>
            <pc:sldMk cId="3236221385" sldId="263"/>
            <ac:cxnSpMk id="18" creationId="{00000000-0000-0000-0000-000000000000}"/>
          </ac:cxnSpMkLst>
        </pc:cxnChg>
        <pc:cxnChg chg="mod">
          <ac:chgData name="Rob Heathcote" userId="62419938-1f1d-43ca-9327-cfd6c1894440" providerId="ADAL" clId="{7624F55A-EC4B-4536-BEBE-E5D3CD48B47C}" dt="2020-03-10T08:08:01.158" v="41" actId="208"/>
          <ac:cxnSpMkLst>
            <pc:docMk/>
            <pc:sldMk cId="3236221385" sldId="263"/>
            <ac:cxnSpMk id="19" creationId="{00000000-0000-0000-0000-000000000000}"/>
          </ac:cxnSpMkLst>
        </pc:cxnChg>
      </pc:sldChg>
      <pc:sldChg chg="addSp delSp modSp delCm">
        <pc:chgData name="Rob Heathcote" userId="62419938-1f1d-43ca-9327-cfd6c1894440" providerId="ADAL" clId="{7624F55A-EC4B-4536-BEBE-E5D3CD48B47C}" dt="2020-03-10T08:10:40.248" v="60" actId="1592"/>
        <pc:sldMkLst>
          <pc:docMk/>
          <pc:sldMk cId="2021957821" sldId="264"/>
        </pc:sldMkLst>
        <pc:spChg chg="mod">
          <ac:chgData name="Rob Heathcote" userId="62419938-1f1d-43ca-9327-cfd6c1894440" providerId="ADAL" clId="{7624F55A-EC4B-4536-BEBE-E5D3CD48B47C}" dt="2020-03-10T08:10:29.087" v="58" actId="1076"/>
          <ac:spMkLst>
            <pc:docMk/>
            <pc:sldMk cId="2021957821" sldId="264"/>
            <ac:spMk id="4" creationId="{00000000-0000-0000-0000-000000000000}"/>
          </ac:spMkLst>
        </pc:spChg>
        <pc:spChg chg="mod">
          <ac:chgData name="Rob Heathcote" userId="62419938-1f1d-43ca-9327-cfd6c1894440" providerId="ADAL" clId="{7624F55A-EC4B-4536-BEBE-E5D3CD48B47C}" dt="2020-03-10T08:10:14.982" v="55" actId="207"/>
          <ac:spMkLst>
            <pc:docMk/>
            <pc:sldMk cId="2021957821" sldId="264"/>
            <ac:spMk id="47" creationId="{A8634D05-FD09-46B3-9AC5-D0330AAF648E}"/>
          </ac:spMkLst>
        </pc:spChg>
        <pc:spChg chg="mod">
          <ac:chgData name="Rob Heathcote" userId="62419938-1f1d-43ca-9327-cfd6c1894440" providerId="ADAL" clId="{7624F55A-EC4B-4536-BEBE-E5D3CD48B47C}" dt="2020-03-10T08:10:03.718" v="52" actId="207"/>
          <ac:spMkLst>
            <pc:docMk/>
            <pc:sldMk cId="2021957821" sldId="264"/>
            <ac:spMk id="50" creationId="{8A7279AD-2A93-4EA2-80EB-51D86696EB2D}"/>
          </ac:spMkLst>
        </pc:spChg>
        <pc:spChg chg="mod">
          <ac:chgData name="Rob Heathcote" userId="62419938-1f1d-43ca-9327-cfd6c1894440" providerId="ADAL" clId="{7624F55A-EC4B-4536-BEBE-E5D3CD48B47C}" dt="2020-03-10T08:10:03.718" v="52" actId="207"/>
          <ac:spMkLst>
            <pc:docMk/>
            <pc:sldMk cId="2021957821" sldId="264"/>
            <ac:spMk id="1027" creationId="{A1641A8A-CAA7-4343-A275-453D110D9ECE}"/>
          </ac:spMkLst>
        </pc:spChg>
        <pc:picChg chg="add mod">
          <ac:chgData name="Rob Heathcote" userId="62419938-1f1d-43ca-9327-cfd6c1894440" providerId="ADAL" clId="{7624F55A-EC4B-4536-BEBE-E5D3CD48B47C}" dt="2020-03-10T08:09:47.077" v="47" actId="1076"/>
          <ac:picMkLst>
            <pc:docMk/>
            <pc:sldMk cId="2021957821" sldId="264"/>
            <ac:picMk id="17" creationId="{6749EC53-1E43-4D9B-9E0B-5F52AA11A175}"/>
          </ac:picMkLst>
        </pc:picChg>
        <pc:picChg chg="add mod">
          <ac:chgData name="Rob Heathcote" userId="62419938-1f1d-43ca-9327-cfd6c1894440" providerId="ADAL" clId="{7624F55A-EC4B-4536-BEBE-E5D3CD48B47C}" dt="2020-03-10T08:09:55.445" v="49" actId="1076"/>
          <ac:picMkLst>
            <pc:docMk/>
            <pc:sldMk cId="2021957821" sldId="264"/>
            <ac:picMk id="21" creationId="{5C8F3981-8483-4BBE-B1A1-F23FE8726DF8}"/>
          </ac:picMkLst>
        </pc:picChg>
        <pc:picChg chg="del">
          <ac:chgData name="Rob Heathcote" userId="62419938-1f1d-43ca-9327-cfd6c1894440" providerId="ADAL" clId="{7624F55A-EC4B-4536-BEBE-E5D3CD48B47C}" dt="2020-03-10T08:09:48.663" v="48" actId="478"/>
          <ac:picMkLst>
            <pc:docMk/>
            <pc:sldMk cId="2021957821" sldId="264"/>
            <ac:picMk id="1028" creationId="{6C0E5905-8B87-46D0-AB8C-F626E7300489}"/>
          </ac:picMkLst>
        </pc:picChg>
        <pc:picChg chg="del">
          <ac:chgData name="Rob Heathcote" userId="62419938-1f1d-43ca-9327-cfd6c1894440" providerId="ADAL" clId="{7624F55A-EC4B-4536-BEBE-E5D3CD48B47C}" dt="2020-03-10T08:09:40.903" v="46" actId="478"/>
          <ac:picMkLst>
            <pc:docMk/>
            <pc:sldMk cId="2021957821" sldId="264"/>
            <ac:picMk id="1030" creationId="{B62EBDBD-5A58-4FAD-94FE-F3F391E50085}"/>
          </ac:picMkLst>
        </pc:picChg>
        <pc:cxnChg chg="mod">
          <ac:chgData name="Rob Heathcote" userId="62419938-1f1d-43ca-9327-cfd6c1894440" providerId="ADAL" clId="{7624F55A-EC4B-4536-BEBE-E5D3CD48B47C}" dt="2020-03-10T08:10:34.894" v="59" actId="14100"/>
          <ac:cxnSpMkLst>
            <pc:docMk/>
            <pc:sldMk cId="2021957821" sldId="264"/>
            <ac:cxnSpMk id="18" creationId="{54188E5A-6F06-47D9-A7D3-E5F19DE50EB4}"/>
          </ac:cxnSpMkLst>
        </pc:cxnChg>
        <pc:cxnChg chg="mod">
          <ac:chgData name="Rob Heathcote" userId="62419938-1f1d-43ca-9327-cfd6c1894440" providerId="ADAL" clId="{7624F55A-EC4B-4536-BEBE-E5D3CD48B47C}" dt="2020-03-10T08:10:23.301" v="56" actId="14100"/>
          <ac:cxnSpMkLst>
            <pc:docMk/>
            <pc:sldMk cId="2021957821" sldId="264"/>
            <ac:cxnSpMk id="20" creationId="{37AC2E31-2ACA-4D38-B7E6-0CE216256B80}"/>
          </ac:cxnSpMkLst>
        </pc:cxnChg>
      </pc:sldChg>
      <pc:sldChg chg="addSp delSp modSp">
        <pc:chgData name="Rob Heathcote" userId="62419938-1f1d-43ca-9327-cfd6c1894440" providerId="ADAL" clId="{7624F55A-EC4B-4536-BEBE-E5D3CD48B47C}" dt="2020-03-10T08:12:25.265" v="75"/>
        <pc:sldMkLst>
          <pc:docMk/>
          <pc:sldMk cId="758369962" sldId="270"/>
        </pc:sldMkLst>
        <pc:picChg chg="add mod ord modCrop">
          <ac:chgData name="Rob Heathcote" userId="62419938-1f1d-43ca-9327-cfd6c1894440" providerId="ADAL" clId="{7624F55A-EC4B-4536-BEBE-E5D3CD48B47C}" dt="2020-03-10T08:12:03.092" v="73" actId="171"/>
          <ac:picMkLst>
            <pc:docMk/>
            <pc:sldMk cId="758369962" sldId="270"/>
            <ac:picMk id="5" creationId="{EBB2ACD6-663B-41D7-AD94-C211D0E3F467}"/>
          </ac:picMkLst>
        </pc:picChg>
        <pc:picChg chg="add">
          <ac:chgData name="Rob Heathcote" userId="62419938-1f1d-43ca-9327-cfd6c1894440" providerId="ADAL" clId="{7624F55A-EC4B-4536-BEBE-E5D3CD48B47C}" dt="2020-03-10T08:12:25.265" v="75"/>
          <ac:picMkLst>
            <pc:docMk/>
            <pc:sldMk cId="758369962" sldId="270"/>
            <ac:picMk id="7" creationId="{E9850D4D-AEE5-4081-A8C0-04746577F334}"/>
          </ac:picMkLst>
        </pc:picChg>
        <pc:picChg chg="del">
          <ac:chgData name="Rob Heathcote" userId="62419938-1f1d-43ca-9327-cfd6c1894440" providerId="ADAL" clId="{7624F55A-EC4B-4536-BEBE-E5D3CD48B47C}" dt="2020-03-10T08:11:49.462" v="63" actId="478"/>
          <ac:picMkLst>
            <pc:docMk/>
            <pc:sldMk cId="758369962" sldId="270"/>
            <ac:picMk id="3074" creationId="{7CF14A16-CF03-45EC-ADF6-31912B5CE691}"/>
          </ac:picMkLst>
        </pc:picChg>
      </pc:sldChg>
      <pc:sldChg chg="addSp delSp modSp setBg delCm">
        <pc:chgData name="Rob Heathcote" userId="62419938-1f1d-43ca-9327-cfd6c1894440" providerId="ADAL" clId="{7624F55A-EC4B-4536-BEBE-E5D3CD48B47C}" dt="2020-03-10T08:23:49.388" v="143"/>
        <pc:sldMkLst>
          <pc:docMk/>
          <pc:sldMk cId="2203308184" sldId="271"/>
        </pc:sldMkLst>
        <pc:spChg chg="mod">
          <ac:chgData name="Rob Heathcote" userId="62419938-1f1d-43ca-9327-cfd6c1894440" providerId="ADAL" clId="{7624F55A-EC4B-4536-BEBE-E5D3CD48B47C}" dt="2020-03-10T08:23:17.734" v="127" actId="20577"/>
          <ac:spMkLst>
            <pc:docMk/>
            <pc:sldMk cId="2203308184" sldId="271"/>
            <ac:spMk id="5" creationId="{00000000-0000-0000-0000-000000000000}"/>
          </ac:spMkLst>
        </pc:spChg>
        <pc:picChg chg="add mod ord modCrop">
          <ac:chgData name="Rob Heathcote" userId="62419938-1f1d-43ca-9327-cfd6c1894440" providerId="ADAL" clId="{7624F55A-EC4B-4536-BEBE-E5D3CD48B47C}" dt="2020-03-10T08:23:33.565" v="141" actId="732"/>
          <ac:picMkLst>
            <pc:docMk/>
            <pc:sldMk cId="2203308184" sldId="271"/>
            <ac:picMk id="3" creationId="{AE9796D1-6D9A-4152-A2D6-CE34051179D6}"/>
          </ac:picMkLst>
        </pc:picChg>
        <pc:picChg chg="add">
          <ac:chgData name="Rob Heathcote" userId="62419938-1f1d-43ca-9327-cfd6c1894440" providerId="ADAL" clId="{7624F55A-EC4B-4536-BEBE-E5D3CD48B47C}" dt="2020-03-10T08:23:49.388" v="143"/>
          <ac:picMkLst>
            <pc:docMk/>
            <pc:sldMk cId="2203308184" sldId="271"/>
            <ac:picMk id="7" creationId="{AF23BB6B-7B9B-4A7F-A097-FA52B47E7C2A}"/>
          </ac:picMkLst>
        </pc:picChg>
        <pc:picChg chg="del">
          <ac:chgData name="Rob Heathcote" userId="62419938-1f1d-43ca-9327-cfd6c1894440" providerId="ADAL" clId="{7624F55A-EC4B-4536-BEBE-E5D3CD48B47C}" dt="2020-03-10T08:20:10.661" v="78" actId="478"/>
          <ac:picMkLst>
            <pc:docMk/>
            <pc:sldMk cId="2203308184" sldId="271"/>
            <ac:picMk id="4098" creationId="{223F55F3-4E8A-4F4E-9951-0BB511D095A8}"/>
          </ac:picMkLst>
        </pc:picChg>
      </pc:sldChg>
      <pc:sldChg chg="addSp delSp modSp">
        <pc:chgData name="Rob Heathcote" userId="62419938-1f1d-43ca-9327-cfd6c1894440" providerId="ADAL" clId="{7624F55A-EC4B-4536-BEBE-E5D3CD48B47C}" dt="2020-03-10T08:24:50.194" v="157"/>
        <pc:sldMkLst>
          <pc:docMk/>
          <pc:sldMk cId="1101683052" sldId="273"/>
        </pc:sldMkLst>
        <pc:picChg chg="add mod ord modCrop">
          <ac:chgData name="Rob Heathcote" userId="62419938-1f1d-43ca-9327-cfd6c1894440" providerId="ADAL" clId="{7624F55A-EC4B-4536-BEBE-E5D3CD48B47C}" dt="2020-03-10T08:24:43.701" v="156" actId="732"/>
          <ac:picMkLst>
            <pc:docMk/>
            <pc:sldMk cId="1101683052" sldId="273"/>
            <ac:picMk id="5" creationId="{D2E9450C-4CAF-46ED-8737-E7025C531AA4}"/>
          </ac:picMkLst>
        </pc:picChg>
        <pc:picChg chg="add">
          <ac:chgData name="Rob Heathcote" userId="62419938-1f1d-43ca-9327-cfd6c1894440" providerId="ADAL" clId="{7624F55A-EC4B-4536-BEBE-E5D3CD48B47C}" dt="2020-03-10T08:24:50.194" v="157"/>
          <ac:picMkLst>
            <pc:docMk/>
            <pc:sldMk cId="1101683052" sldId="273"/>
            <ac:picMk id="7" creationId="{8B1EB998-DDB2-459F-AF28-5095E832AEC2}"/>
          </ac:picMkLst>
        </pc:picChg>
        <pc:picChg chg="del">
          <ac:chgData name="Rob Heathcote" userId="62419938-1f1d-43ca-9327-cfd6c1894440" providerId="ADAL" clId="{7624F55A-EC4B-4536-BEBE-E5D3CD48B47C}" dt="2020-03-10T08:24:25.365" v="144" actId="478"/>
          <ac:picMkLst>
            <pc:docMk/>
            <pc:sldMk cId="1101683052" sldId="273"/>
            <ac:picMk id="5122" creationId="{2FE44A19-8C86-4B72-950D-843F381DE68D}"/>
          </ac:picMkLst>
        </pc:picChg>
      </pc:sldChg>
      <pc:sldChg chg="modSp">
        <pc:chgData name="Rob Heathcote" userId="62419938-1f1d-43ca-9327-cfd6c1894440" providerId="ADAL" clId="{7624F55A-EC4B-4536-BEBE-E5D3CD48B47C}" dt="2020-03-10T08:10:57.800" v="61" actId="207"/>
        <pc:sldMkLst>
          <pc:docMk/>
          <pc:sldMk cId="3540909896" sldId="274"/>
        </pc:sldMkLst>
        <pc:spChg chg="mod">
          <ac:chgData name="Rob Heathcote" userId="62419938-1f1d-43ca-9327-cfd6c1894440" providerId="ADAL" clId="{7624F55A-EC4B-4536-BEBE-E5D3CD48B47C}" dt="2020-03-10T08:10:57.800" v="61" actId="207"/>
          <ac:spMkLst>
            <pc:docMk/>
            <pc:sldMk cId="3540909896" sldId="274"/>
            <ac:spMk id="6" creationId="{00000000-0000-0000-0000-000000000000}"/>
          </ac:spMkLst>
        </pc:spChg>
        <pc:spChg chg="mod">
          <ac:chgData name="Rob Heathcote" userId="62419938-1f1d-43ca-9327-cfd6c1894440" providerId="ADAL" clId="{7624F55A-EC4B-4536-BEBE-E5D3CD48B47C}" dt="2020-03-10T08:10:57.800" v="61" actId="207"/>
          <ac:spMkLst>
            <pc:docMk/>
            <pc:sldMk cId="3540909896" sldId="274"/>
            <ac:spMk id="7" creationId="{00000000-0000-0000-0000-000000000000}"/>
          </ac:spMkLst>
        </pc:spChg>
      </pc:sldChg>
      <pc:sldChg chg="modSp">
        <pc:chgData name="Rob Heathcote" userId="62419938-1f1d-43ca-9327-cfd6c1894440" providerId="ADAL" clId="{7624F55A-EC4B-4536-BEBE-E5D3CD48B47C}" dt="2020-03-10T08:11:02.679" v="62" actId="207"/>
        <pc:sldMkLst>
          <pc:docMk/>
          <pc:sldMk cId="2986224209" sldId="275"/>
        </pc:sldMkLst>
        <pc:spChg chg="mod">
          <ac:chgData name="Rob Heathcote" userId="62419938-1f1d-43ca-9327-cfd6c1894440" providerId="ADAL" clId="{7624F55A-EC4B-4536-BEBE-E5D3CD48B47C}" dt="2020-03-10T08:11:02.679" v="62" actId="207"/>
          <ac:spMkLst>
            <pc:docMk/>
            <pc:sldMk cId="2986224209" sldId="275"/>
            <ac:spMk id="5" creationId="{00000000-0000-0000-0000-000000000000}"/>
          </ac:spMkLst>
        </pc:spChg>
        <pc:spChg chg="mod">
          <ac:chgData name="Rob Heathcote" userId="62419938-1f1d-43ca-9327-cfd6c1894440" providerId="ADAL" clId="{7624F55A-EC4B-4536-BEBE-E5D3CD48B47C}" dt="2020-03-10T08:11:02.679" v="62" actId="207"/>
          <ac:spMkLst>
            <pc:docMk/>
            <pc:sldMk cId="2986224209" sldId="275"/>
            <ac:spMk id="7" creationId="{00000000-0000-0000-0000-000000000000}"/>
          </ac:spMkLst>
        </pc:spChg>
      </pc:sldChg>
      <pc:sldChg chg="addSp delSp modSp">
        <pc:chgData name="Rob Heathcote" userId="62419938-1f1d-43ca-9327-cfd6c1894440" providerId="ADAL" clId="{7624F55A-EC4B-4536-BEBE-E5D3CD48B47C}" dt="2020-03-10T08:26:26.437" v="221" actId="1036"/>
        <pc:sldMkLst>
          <pc:docMk/>
          <pc:sldMk cId="4080298053" sldId="279"/>
        </pc:sldMkLst>
        <pc:picChg chg="del">
          <ac:chgData name="Rob Heathcote" userId="62419938-1f1d-43ca-9327-cfd6c1894440" providerId="ADAL" clId="{7624F55A-EC4B-4536-BEBE-E5D3CD48B47C}" dt="2020-03-10T08:25:58.205" v="164" actId="478"/>
          <ac:picMkLst>
            <pc:docMk/>
            <pc:sldMk cId="4080298053" sldId="279"/>
            <ac:picMk id="5" creationId="{219E2BE0-918B-459A-8B72-2D6BC297ECFA}"/>
          </ac:picMkLst>
        </pc:picChg>
        <pc:picChg chg="add mod ord modCrop">
          <ac:chgData name="Rob Heathcote" userId="62419938-1f1d-43ca-9327-cfd6c1894440" providerId="ADAL" clId="{7624F55A-EC4B-4536-BEBE-E5D3CD48B47C}" dt="2020-03-10T08:26:26.437" v="221" actId="1036"/>
          <ac:picMkLst>
            <pc:docMk/>
            <pc:sldMk cId="4080298053" sldId="279"/>
            <ac:picMk id="6" creationId="{471C59CA-D96A-4709-93E7-9B0A5923A1F3}"/>
          </ac:picMkLst>
        </pc:picChg>
        <pc:picChg chg="del">
          <ac:chgData name="Rob Heathcote" userId="62419938-1f1d-43ca-9327-cfd6c1894440" providerId="ADAL" clId="{7624F55A-EC4B-4536-BEBE-E5D3CD48B47C}" dt="2020-03-10T08:25:58.205" v="164" actId="478"/>
          <ac:picMkLst>
            <pc:docMk/>
            <pc:sldMk cId="4080298053" sldId="279"/>
            <ac:picMk id="2050" creationId="{15EFB971-E860-4A5F-86E0-76C59302EBFB}"/>
          </ac:picMkLst>
        </pc:picChg>
      </pc:sldChg>
      <pc:sldChg chg="addSp delSp modSp">
        <pc:chgData name="Rob Heathcote" userId="62419938-1f1d-43ca-9327-cfd6c1894440" providerId="ADAL" clId="{7624F55A-EC4B-4536-BEBE-E5D3CD48B47C}" dt="2020-03-10T08:28:22.568" v="239"/>
        <pc:sldMkLst>
          <pc:docMk/>
          <pc:sldMk cId="2848832626" sldId="280"/>
        </pc:sldMkLst>
        <pc:picChg chg="add mod ord modCrop">
          <ac:chgData name="Rob Heathcote" userId="62419938-1f1d-43ca-9327-cfd6c1894440" providerId="ADAL" clId="{7624F55A-EC4B-4536-BEBE-E5D3CD48B47C}" dt="2020-03-10T08:28:15.484" v="238" actId="171"/>
          <ac:picMkLst>
            <pc:docMk/>
            <pc:sldMk cId="2848832626" sldId="280"/>
            <ac:picMk id="5" creationId="{F21990F2-E1BA-49B7-AE7F-D57C779CFEB6}"/>
          </ac:picMkLst>
        </pc:picChg>
        <pc:picChg chg="del">
          <ac:chgData name="Rob Heathcote" userId="62419938-1f1d-43ca-9327-cfd6c1894440" providerId="ADAL" clId="{7624F55A-EC4B-4536-BEBE-E5D3CD48B47C}" dt="2020-03-10T08:24:58.949" v="158" actId="478"/>
          <ac:picMkLst>
            <pc:docMk/>
            <pc:sldMk cId="2848832626" sldId="280"/>
            <ac:picMk id="7" creationId="{75B25169-BCD2-455F-B4DC-0B48C660725F}"/>
          </ac:picMkLst>
        </pc:picChg>
        <pc:picChg chg="add">
          <ac:chgData name="Rob Heathcote" userId="62419938-1f1d-43ca-9327-cfd6c1894440" providerId="ADAL" clId="{7624F55A-EC4B-4536-BEBE-E5D3CD48B47C}" dt="2020-03-10T08:28:22.568" v="239"/>
          <ac:picMkLst>
            <pc:docMk/>
            <pc:sldMk cId="2848832626" sldId="280"/>
            <ac:picMk id="8" creationId="{58086AEA-053E-4004-AA7C-F566B71F6403}"/>
          </ac:picMkLst>
        </pc:picChg>
        <pc:picChg chg="del">
          <ac:chgData name="Rob Heathcote" userId="62419938-1f1d-43ca-9327-cfd6c1894440" providerId="ADAL" clId="{7624F55A-EC4B-4536-BEBE-E5D3CD48B47C}" dt="2020-03-10T08:13:12.573" v="77" actId="478"/>
          <ac:picMkLst>
            <pc:docMk/>
            <pc:sldMk cId="2848832626" sldId="280"/>
            <ac:picMk id="6150" creationId="{88B4761F-328B-4DEB-9A47-8E9D010D31CA}"/>
          </ac:picMkLst>
        </pc:picChg>
      </pc:sldChg>
      <pc:sldChg chg="delSp">
        <pc:chgData name="Rob Heathcote" userId="62419938-1f1d-43ca-9327-cfd6c1894440" providerId="ADAL" clId="{7624F55A-EC4B-4536-BEBE-E5D3CD48B47C}" dt="2020-03-10T08:12:32.182" v="76" actId="478"/>
        <pc:sldMkLst>
          <pc:docMk/>
          <pc:sldMk cId="104800640" sldId="281"/>
        </pc:sldMkLst>
        <pc:spChg chg="del">
          <ac:chgData name="Rob Heathcote" userId="62419938-1f1d-43ca-9327-cfd6c1894440" providerId="ADAL" clId="{7624F55A-EC4B-4536-BEBE-E5D3CD48B47C}" dt="2020-03-10T08:12:32.182" v="76" actId="478"/>
          <ac:spMkLst>
            <pc:docMk/>
            <pc:sldMk cId="104800640" sldId="281"/>
            <ac:spMk id="4" creationId="{2C54ED87-6B73-44E8-9CBA-DD77D4FC1E7C}"/>
          </ac:spMkLst>
        </pc:spChg>
      </pc:sldChg>
      <pc:sldMasterChg chg="modSldLayout">
        <pc:chgData name="Rob Heathcote" userId="62419938-1f1d-43ca-9327-cfd6c1894440" providerId="ADAL" clId="{7624F55A-EC4B-4536-BEBE-E5D3CD48B47C}" dt="2020-03-10T08:12:18.558" v="74" actId="478"/>
        <pc:sldMasterMkLst>
          <pc:docMk/>
          <pc:sldMasterMk cId="3316734550" sldId="2147483648"/>
        </pc:sldMasterMkLst>
        <pc:sldLayoutChg chg="addSp delSp modSp">
          <pc:chgData name="Rob Heathcote" userId="62419938-1f1d-43ca-9327-cfd6c1894440" providerId="ADAL" clId="{7624F55A-EC4B-4536-BEBE-E5D3CD48B47C}" dt="2020-03-10T08:03:31.452" v="4" actId="962"/>
          <pc:sldLayoutMkLst>
            <pc:docMk/>
            <pc:sldMasterMk cId="3316734550" sldId="2147483648"/>
            <pc:sldLayoutMk cId="3886385901" sldId="2147483649"/>
          </pc:sldLayoutMkLst>
          <pc:spChg chg="del">
            <ac:chgData name="Rob Heathcote" userId="62419938-1f1d-43ca-9327-cfd6c1894440" providerId="ADAL" clId="{7624F55A-EC4B-4536-BEBE-E5D3CD48B47C}" dt="2020-03-10T08:03:22.889" v="0" actId="478"/>
            <ac:spMkLst>
              <pc:docMk/>
              <pc:sldMasterMk cId="3316734550" sldId="2147483648"/>
              <pc:sldLayoutMk cId="3886385901" sldId="2147483649"/>
              <ac:spMk id="10" creationId="{00000000-0000-0000-0000-000000000000}"/>
            </ac:spMkLst>
          </pc:spChg>
          <pc:spChg chg="del">
            <ac:chgData name="Rob Heathcote" userId="62419938-1f1d-43ca-9327-cfd6c1894440" providerId="ADAL" clId="{7624F55A-EC4B-4536-BEBE-E5D3CD48B47C}" dt="2020-03-10T08:03:22.889" v="0" actId="478"/>
            <ac:spMkLst>
              <pc:docMk/>
              <pc:sldMasterMk cId="3316734550" sldId="2147483648"/>
              <pc:sldLayoutMk cId="3886385901" sldId="2147483649"/>
              <ac:spMk id="20" creationId="{00000000-0000-0000-0000-000000000000}"/>
            </ac:spMkLst>
          </pc:spChg>
          <pc:spChg chg="del">
            <ac:chgData name="Rob Heathcote" userId="62419938-1f1d-43ca-9327-cfd6c1894440" providerId="ADAL" clId="{7624F55A-EC4B-4536-BEBE-E5D3CD48B47C}" dt="2020-03-10T08:03:22.889" v="0" actId="478"/>
            <ac:spMkLst>
              <pc:docMk/>
              <pc:sldMasterMk cId="3316734550" sldId="2147483648"/>
              <pc:sldLayoutMk cId="3886385901" sldId="2147483649"/>
              <ac:spMk id="21" creationId="{00000000-0000-0000-0000-000000000000}"/>
            </ac:spMkLst>
          </pc:spChg>
          <pc:spChg chg="del">
            <ac:chgData name="Rob Heathcote" userId="62419938-1f1d-43ca-9327-cfd6c1894440" providerId="ADAL" clId="{7624F55A-EC4B-4536-BEBE-E5D3CD48B47C}" dt="2020-03-10T08:03:22.889" v="0" actId="478"/>
            <ac:spMkLst>
              <pc:docMk/>
              <pc:sldMasterMk cId="3316734550" sldId="2147483648"/>
              <pc:sldLayoutMk cId="3886385901" sldId="2147483649"/>
              <ac:spMk id="24" creationId="{00000000-0000-0000-0000-000000000000}"/>
            </ac:spMkLst>
          </pc:spChg>
          <pc:picChg chg="add mod">
            <ac:chgData name="Rob Heathcote" userId="62419938-1f1d-43ca-9327-cfd6c1894440" providerId="ADAL" clId="{7624F55A-EC4B-4536-BEBE-E5D3CD48B47C}" dt="2020-03-10T08:03:31.452" v="4" actId="962"/>
            <ac:picMkLst>
              <pc:docMk/>
              <pc:sldMasterMk cId="3316734550" sldId="2147483648"/>
              <pc:sldLayoutMk cId="3886385901" sldId="2147483649"/>
              <ac:picMk id="3" creationId="{90D79972-1D78-4B93-86F2-49F1846CCBA9}"/>
            </ac:picMkLst>
          </pc:picChg>
          <pc:picChg chg="del">
            <ac:chgData name="Rob Heathcote" userId="62419938-1f1d-43ca-9327-cfd6c1894440" providerId="ADAL" clId="{7624F55A-EC4B-4536-BEBE-E5D3CD48B47C}" dt="2020-03-10T08:03:22.889" v="0" actId="478"/>
            <ac:picMkLst>
              <pc:docMk/>
              <pc:sldMasterMk cId="3316734550" sldId="2147483648"/>
              <pc:sldLayoutMk cId="3886385901" sldId="2147483649"/>
              <ac:picMk id="8" creationId="{00000000-0000-0000-0000-000000000000}"/>
            </ac:picMkLst>
          </pc:picChg>
          <pc:picChg chg="del">
            <ac:chgData name="Rob Heathcote" userId="62419938-1f1d-43ca-9327-cfd6c1894440" providerId="ADAL" clId="{7624F55A-EC4B-4536-BEBE-E5D3CD48B47C}" dt="2020-03-10T08:03:24.023" v="1" actId="478"/>
            <ac:picMkLst>
              <pc:docMk/>
              <pc:sldMasterMk cId="3316734550" sldId="2147483648"/>
              <pc:sldLayoutMk cId="3886385901" sldId="2147483649"/>
              <ac:picMk id="9" creationId="{00000000-0000-0000-0000-000000000000}"/>
            </ac:picMkLst>
          </pc:picChg>
          <pc:cxnChg chg="del">
            <ac:chgData name="Rob Heathcote" userId="62419938-1f1d-43ca-9327-cfd6c1894440" providerId="ADAL" clId="{7624F55A-EC4B-4536-BEBE-E5D3CD48B47C}" dt="2020-03-10T08:03:22.889" v="0" actId="478"/>
            <ac:cxnSpMkLst>
              <pc:docMk/>
              <pc:sldMasterMk cId="3316734550" sldId="2147483648"/>
              <pc:sldLayoutMk cId="3886385901" sldId="2147483649"/>
              <ac:cxnSpMk id="14" creationId="{00000000-0000-0000-0000-000000000000}"/>
            </ac:cxnSpMkLst>
          </pc:cxnChg>
        </pc:sldLayoutChg>
        <pc:sldLayoutChg chg="addSp delSp modSp">
          <pc:chgData name="Rob Heathcote" userId="62419938-1f1d-43ca-9327-cfd6c1894440" providerId="ADAL" clId="{7624F55A-EC4B-4536-BEBE-E5D3CD48B47C}" dt="2020-03-10T08:05:05.478" v="29" actId="20577"/>
          <pc:sldLayoutMkLst>
            <pc:docMk/>
            <pc:sldMasterMk cId="3316734550" sldId="2147483648"/>
            <pc:sldLayoutMk cId="2849720375" sldId="2147483652"/>
          </pc:sldLayoutMkLst>
          <pc:spChg chg="del">
            <ac:chgData name="Rob Heathcote" userId="62419938-1f1d-43ca-9327-cfd6c1894440" providerId="ADAL" clId="{7624F55A-EC4B-4536-BEBE-E5D3CD48B47C}" dt="2020-03-10T08:05:02.686" v="23" actId="478"/>
            <ac:spMkLst>
              <pc:docMk/>
              <pc:sldMasterMk cId="3316734550" sldId="2147483648"/>
              <pc:sldLayoutMk cId="2849720375" sldId="2147483652"/>
              <ac:spMk id="3" creationId="{00000000-0000-0000-0000-000000000000}"/>
            </ac:spMkLst>
          </pc:spChg>
          <pc:spChg chg="mod">
            <ac:chgData name="Rob Heathcote" userId="62419938-1f1d-43ca-9327-cfd6c1894440" providerId="ADAL" clId="{7624F55A-EC4B-4536-BEBE-E5D3CD48B47C}" dt="2020-03-10T08:04:31.651" v="19"/>
            <ac:spMkLst>
              <pc:docMk/>
              <pc:sldMasterMk cId="3316734550" sldId="2147483648"/>
              <pc:sldLayoutMk cId="2849720375" sldId="2147483652"/>
              <ac:spMk id="8" creationId="{00000000-0000-0000-0000-000000000000}"/>
            </ac:spMkLst>
          </pc:spChg>
          <pc:spChg chg="add mod">
            <ac:chgData name="Rob Heathcote" userId="62419938-1f1d-43ca-9327-cfd6c1894440" providerId="ADAL" clId="{7624F55A-EC4B-4536-BEBE-E5D3CD48B47C}" dt="2020-03-10T08:05:05.478" v="29" actId="20577"/>
            <ac:spMkLst>
              <pc:docMk/>
              <pc:sldMasterMk cId="3316734550" sldId="2147483648"/>
              <pc:sldLayoutMk cId="2849720375" sldId="2147483652"/>
              <ac:spMk id="11" creationId="{DE792332-0D8B-4D0F-BACD-CEA10A552FED}"/>
            </ac:spMkLst>
          </pc:spChg>
          <pc:picChg chg="del">
            <ac:chgData name="Rob Heathcote" userId="62419938-1f1d-43ca-9327-cfd6c1894440" providerId="ADAL" clId="{7624F55A-EC4B-4536-BEBE-E5D3CD48B47C}" dt="2020-03-10T08:05:02.686" v="23" actId="478"/>
            <ac:picMkLst>
              <pc:docMk/>
              <pc:sldMasterMk cId="3316734550" sldId="2147483648"/>
              <pc:sldLayoutMk cId="2849720375" sldId="2147483652"/>
              <ac:picMk id="9" creationId="{00000000-0000-0000-0000-000000000000}"/>
            </ac:picMkLst>
          </pc:picChg>
          <pc:picChg chg="add">
            <ac:chgData name="Rob Heathcote" userId="62419938-1f1d-43ca-9327-cfd6c1894440" providerId="ADAL" clId="{7624F55A-EC4B-4536-BEBE-E5D3CD48B47C}" dt="2020-03-10T08:05:02.951" v="24"/>
            <ac:picMkLst>
              <pc:docMk/>
              <pc:sldMasterMk cId="3316734550" sldId="2147483648"/>
              <pc:sldLayoutMk cId="2849720375" sldId="2147483652"/>
              <ac:picMk id="10" creationId="{2FBC2F8D-3F89-4D26-8C4E-31AC687CB25D}"/>
            </ac:picMkLst>
          </pc:picChg>
        </pc:sldLayoutChg>
        <pc:sldLayoutChg chg="addSp delSp modSp">
          <pc:chgData name="Rob Heathcote" userId="62419938-1f1d-43ca-9327-cfd6c1894440" providerId="ADAL" clId="{7624F55A-EC4B-4536-BEBE-E5D3CD48B47C}" dt="2020-03-10T08:05:12.418" v="31"/>
          <pc:sldLayoutMkLst>
            <pc:docMk/>
            <pc:sldMasterMk cId="3316734550" sldId="2147483648"/>
            <pc:sldLayoutMk cId="4180777422" sldId="2147483653"/>
          </pc:sldLayoutMkLst>
          <pc:spChg chg="add">
            <ac:chgData name="Rob Heathcote" userId="62419938-1f1d-43ca-9327-cfd6c1894440" providerId="ADAL" clId="{7624F55A-EC4B-4536-BEBE-E5D3CD48B47C}" dt="2020-03-10T08:05:12.418" v="31"/>
            <ac:spMkLst>
              <pc:docMk/>
              <pc:sldMasterMk cId="3316734550" sldId="2147483648"/>
              <pc:sldLayoutMk cId="4180777422" sldId="2147483653"/>
              <ac:spMk id="9" creationId="{80AF52B0-71FF-4CA8-B347-B2975381DBCD}"/>
            </ac:spMkLst>
          </pc:spChg>
          <pc:spChg chg="mod">
            <ac:chgData name="Rob Heathcote" userId="62419938-1f1d-43ca-9327-cfd6c1894440" providerId="ADAL" clId="{7624F55A-EC4B-4536-BEBE-E5D3CD48B47C}" dt="2020-03-10T08:04:30.252" v="18"/>
            <ac:spMkLst>
              <pc:docMk/>
              <pc:sldMasterMk cId="3316734550" sldId="2147483648"/>
              <pc:sldLayoutMk cId="4180777422" sldId="2147483653"/>
              <ac:spMk id="27" creationId="{00000000-0000-0000-0000-000000000000}"/>
            </ac:spMkLst>
          </pc:spChg>
          <pc:spChg chg="del">
            <ac:chgData name="Rob Heathcote" userId="62419938-1f1d-43ca-9327-cfd6c1894440" providerId="ADAL" clId="{7624F55A-EC4B-4536-BEBE-E5D3CD48B47C}" dt="2020-03-10T08:05:12.191" v="30" actId="478"/>
            <ac:spMkLst>
              <pc:docMk/>
              <pc:sldMasterMk cId="3316734550" sldId="2147483648"/>
              <pc:sldLayoutMk cId="4180777422" sldId="2147483653"/>
              <ac:spMk id="28" creationId="{00000000-0000-0000-0000-000000000000}"/>
            </ac:spMkLst>
          </pc:spChg>
          <pc:picChg chg="del">
            <ac:chgData name="Rob Heathcote" userId="62419938-1f1d-43ca-9327-cfd6c1894440" providerId="ADAL" clId="{7624F55A-EC4B-4536-BEBE-E5D3CD48B47C}" dt="2020-03-10T08:05:12.191" v="30" actId="478"/>
            <ac:picMkLst>
              <pc:docMk/>
              <pc:sldMasterMk cId="3316734550" sldId="2147483648"/>
              <pc:sldLayoutMk cId="4180777422" sldId="2147483653"/>
              <ac:picMk id="7" creationId="{00000000-0000-0000-0000-000000000000}"/>
            </ac:picMkLst>
          </pc:picChg>
          <pc:picChg chg="add">
            <ac:chgData name="Rob Heathcote" userId="62419938-1f1d-43ca-9327-cfd6c1894440" providerId="ADAL" clId="{7624F55A-EC4B-4536-BEBE-E5D3CD48B47C}" dt="2020-03-10T08:05:12.418" v="31"/>
            <ac:picMkLst>
              <pc:docMk/>
              <pc:sldMasterMk cId="3316734550" sldId="2147483648"/>
              <pc:sldLayoutMk cId="4180777422" sldId="2147483653"/>
              <ac:picMk id="8" creationId="{2CDD1C7C-4D26-4764-BA4A-DFC95FD25F15}"/>
            </ac:picMkLst>
          </pc:picChg>
        </pc:sldLayoutChg>
        <pc:sldLayoutChg chg="addSp delSp modSp">
          <pc:chgData name="Rob Heathcote" userId="62419938-1f1d-43ca-9327-cfd6c1894440" providerId="ADAL" clId="{7624F55A-EC4B-4536-BEBE-E5D3CD48B47C}" dt="2020-03-10T08:05:15.053" v="33"/>
          <pc:sldLayoutMkLst>
            <pc:docMk/>
            <pc:sldMasterMk cId="3316734550" sldId="2147483648"/>
            <pc:sldLayoutMk cId="2400860605" sldId="2147483655"/>
          </pc:sldLayoutMkLst>
          <pc:spChg chg="add">
            <ac:chgData name="Rob Heathcote" userId="62419938-1f1d-43ca-9327-cfd6c1894440" providerId="ADAL" clId="{7624F55A-EC4B-4536-BEBE-E5D3CD48B47C}" dt="2020-03-10T08:05:15.053" v="33"/>
            <ac:spMkLst>
              <pc:docMk/>
              <pc:sldMasterMk cId="3316734550" sldId="2147483648"/>
              <pc:sldLayoutMk cId="2400860605" sldId="2147483655"/>
              <ac:spMk id="9" creationId="{471B1337-B0FE-4764-8A67-6F29368C29FF}"/>
            </ac:spMkLst>
          </pc:spChg>
          <pc:spChg chg="mod">
            <ac:chgData name="Rob Heathcote" userId="62419938-1f1d-43ca-9327-cfd6c1894440" providerId="ADAL" clId="{7624F55A-EC4B-4536-BEBE-E5D3CD48B47C}" dt="2020-03-10T08:04:28.909" v="17"/>
            <ac:spMkLst>
              <pc:docMk/>
              <pc:sldMasterMk cId="3316734550" sldId="2147483648"/>
              <pc:sldLayoutMk cId="2400860605" sldId="2147483655"/>
              <ac:spMk id="26" creationId="{00000000-0000-0000-0000-000000000000}"/>
            </ac:spMkLst>
          </pc:spChg>
          <pc:spChg chg="del">
            <ac:chgData name="Rob Heathcote" userId="62419938-1f1d-43ca-9327-cfd6c1894440" providerId="ADAL" clId="{7624F55A-EC4B-4536-BEBE-E5D3CD48B47C}" dt="2020-03-10T08:05:14.822" v="32" actId="478"/>
            <ac:spMkLst>
              <pc:docMk/>
              <pc:sldMasterMk cId="3316734550" sldId="2147483648"/>
              <pc:sldLayoutMk cId="2400860605" sldId="2147483655"/>
              <ac:spMk id="27" creationId="{00000000-0000-0000-0000-000000000000}"/>
            </ac:spMkLst>
          </pc:spChg>
          <pc:picChg chg="del">
            <ac:chgData name="Rob Heathcote" userId="62419938-1f1d-43ca-9327-cfd6c1894440" providerId="ADAL" clId="{7624F55A-EC4B-4536-BEBE-E5D3CD48B47C}" dt="2020-03-10T08:05:14.822" v="32" actId="478"/>
            <ac:picMkLst>
              <pc:docMk/>
              <pc:sldMasterMk cId="3316734550" sldId="2147483648"/>
              <pc:sldLayoutMk cId="2400860605" sldId="2147483655"/>
              <ac:picMk id="7" creationId="{00000000-0000-0000-0000-000000000000}"/>
            </ac:picMkLst>
          </pc:picChg>
          <pc:picChg chg="add">
            <ac:chgData name="Rob Heathcote" userId="62419938-1f1d-43ca-9327-cfd6c1894440" providerId="ADAL" clId="{7624F55A-EC4B-4536-BEBE-E5D3CD48B47C}" dt="2020-03-10T08:05:15.053" v="33"/>
            <ac:picMkLst>
              <pc:docMk/>
              <pc:sldMasterMk cId="3316734550" sldId="2147483648"/>
              <pc:sldLayoutMk cId="2400860605" sldId="2147483655"/>
              <ac:picMk id="8" creationId="{F49E5A5D-596B-4413-BCAA-7E13D4C769AF}"/>
            </ac:picMkLst>
          </pc:picChg>
        </pc:sldLayoutChg>
        <pc:sldLayoutChg chg="addSp delSp modSp">
          <pc:chgData name="Rob Heathcote" userId="62419938-1f1d-43ca-9327-cfd6c1894440" providerId="ADAL" clId="{7624F55A-EC4B-4536-BEBE-E5D3CD48B47C}" dt="2020-03-10T08:05:17.522" v="35"/>
          <pc:sldLayoutMkLst>
            <pc:docMk/>
            <pc:sldMasterMk cId="3316734550" sldId="2147483648"/>
            <pc:sldLayoutMk cId="3315833090" sldId="2147483656"/>
          </pc:sldLayoutMkLst>
          <pc:spChg chg="add">
            <ac:chgData name="Rob Heathcote" userId="62419938-1f1d-43ca-9327-cfd6c1894440" providerId="ADAL" clId="{7624F55A-EC4B-4536-BEBE-E5D3CD48B47C}" dt="2020-03-10T08:05:17.522" v="35"/>
            <ac:spMkLst>
              <pc:docMk/>
              <pc:sldMasterMk cId="3316734550" sldId="2147483648"/>
              <pc:sldLayoutMk cId="3315833090" sldId="2147483656"/>
              <ac:spMk id="8" creationId="{8F2116D1-E549-48F3-ACCB-3279561FA168}"/>
            </ac:spMkLst>
          </pc:spChg>
          <pc:spChg chg="mod">
            <ac:chgData name="Rob Heathcote" userId="62419938-1f1d-43ca-9327-cfd6c1894440" providerId="ADAL" clId="{7624F55A-EC4B-4536-BEBE-E5D3CD48B47C}" dt="2020-03-10T08:04:27.488" v="16"/>
            <ac:spMkLst>
              <pc:docMk/>
              <pc:sldMasterMk cId="3316734550" sldId="2147483648"/>
              <pc:sldLayoutMk cId="3315833090" sldId="2147483656"/>
              <ac:spMk id="25" creationId="{00000000-0000-0000-0000-000000000000}"/>
            </ac:spMkLst>
          </pc:spChg>
          <pc:spChg chg="del">
            <ac:chgData name="Rob Heathcote" userId="62419938-1f1d-43ca-9327-cfd6c1894440" providerId="ADAL" clId="{7624F55A-EC4B-4536-BEBE-E5D3CD48B47C}" dt="2020-03-10T08:05:17.254" v="34" actId="478"/>
            <ac:spMkLst>
              <pc:docMk/>
              <pc:sldMasterMk cId="3316734550" sldId="2147483648"/>
              <pc:sldLayoutMk cId="3315833090" sldId="2147483656"/>
              <ac:spMk id="26" creationId="{00000000-0000-0000-0000-000000000000}"/>
            </ac:spMkLst>
          </pc:spChg>
          <pc:picChg chg="del">
            <ac:chgData name="Rob Heathcote" userId="62419938-1f1d-43ca-9327-cfd6c1894440" providerId="ADAL" clId="{7624F55A-EC4B-4536-BEBE-E5D3CD48B47C}" dt="2020-03-10T08:05:17.254" v="34" actId="478"/>
            <ac:picMkLst>
              <pc:docMk/>
              <pc:sldMasterMk cId="3316734550" sldId="2147483648"/>
              <pc:sldLayoutMk cId="3315833090" sldId="2147483656"/>
              <ac:picMk id="6" creationId="{00000000-0000-0000-0000-000000000000}"/>
            </ac:picMkLst>
          </pc:picChg>
          <pc:picChg chg="add">
            <ac:chgData name="Rob Heathcote" userId="62419938-1f1d-43ca-9327-cfd6c1894440" providerId="ADAL" clId="{7624F55A-EC4B-4536-BEBE-E5D3CD48B47C}" dt="2020-03-10T08:05:17.522" v="35"/>
            <ac:picMkLst>
              <pc:docMk/>
              <pc:sldMasterMk cId="3316734550" sldId="2147483648"/>
              <pc:sldLayoutMk cId="3315833090" sldId="2147483656"/>
              <ac:picMk id="7" creationId="{FC7DA4C8-9C3D-4123-AEFC-9CE207D135A5}"/>
            </ac:picMkLst>
          </pc:picChg>
        </pc:sldLayoutChg>
        <pc:sldLayoutChg chg="addSp delSp modSp setBg">
          <pc:chgData name="Rob Heathcote" userId="62419938-1f1d-43ca-9327-cfd6c1894440" providerId="ADAL" clId="{7624F55A-EC4B-4536-BEBE-E5D3CD48B47C}" dt="2020-03-10T08:06:08.485" v="40" actId="14100"/>
          <pc:sldLayoutMkLst>
            <pc:docMk/>
            <pc:sldMasterMk cId="3316734550" sldId="2147483648"/>
            <pc:sldLayoutMk cId="393927180" sldId="2147483664"/>
          </pc:sldLayoutMkLst>
          <pc:spChg chg="mod">
            <ac:chgData name="Rob Heathcote" userId="62419938-1f1d-43ca-9327-cfd6c1894440" providerId="ADAL" clId="{7624F55A-EC4B-4536-BEBE-E5D3CD48B47C}" dt="2020-03-10T08:04:40.974" v="20" actId="207"/>
            <ac:spMkLst>
              <pc:docMk/>
              <pc:sldMasterMk cId="3316734550" sldId="2147483648"/>
              <pc:sldLayoutMk cId="393927180" sldId="2147483664"/>
              <ac:spMk id="10" creationId="{00000000-0000-0000-0000-000000000000}"/>
            </ac:spMkLst>
          </pc:spChg>
          <pc:picChg chg="add del">
            <ac:chgData name="Rob Heathcote" userId="62419938-1f1d-43ca-9327-cfd6c1894440" providerId="ADAL" clId="{7624F55A-EC4B-4536-BEBE-E5D3CD48B47C}" dt="2020-03-10T08:04:04.806" v="9" actId="478"/>
            <ac:picMkLst>
              <pc:docMk/>
              <pc:sldMasterMk cId="3316734550" sldId="2147483648"/>
              <pc:sldLayoutMk cId="393927180" sldId="2147483664"/>
              <ac:picMk id="5" creationId="{4A8C92EF-DFDD-4C0F-A96A-E4C714EDFB63}"/>
            </ac:picMkLst>
          </pc:picChg>
          <pc:cxnChg chg="mod">
            <ac:chgData name="Rob Heathcote" userId="62419938-1f1d-43ca-9327-cfd6c1894440" providerId="ADAL" clId="{7624F55A-EC4B-4536-BEBE-E5D3CD48B47C}" dt="2020-03-10T08:06:08.485" v="40" actId="14100"/>
            <ac:cxnSpMkLst>
              <pc:docMk/>
              <pc:sldMasterMk cId="3316734550" sldId="2147483648"/>
              <pc:sldLayoutMk cId="393927180" sldId="2147483664"/>
              <ac:cxnSpMk id="9" creationId="{00000000-0000-0000-0000-000000000000}"/>
            </ac:cxnSpMkLst>
          </pc:cxnChg>
        </pc:sldLayoutChg>
        <pc:sldLayoutChg chg="addSp delSp modSp">
          <pc:chgData name="Rob Heathcote" userId="62419938-1f1d-43ca-9327-cfd6c1894440" providerId="ADAL" clId="{7624F55A-EC4B-4536-BEBE-E5D3CD48B47C}" dt="2020-03-10T08:05:20.381" v="37"/>
          <pc:sldLayoutMkLst>
            <pc:docMk/>
            <pc:sldMasterMk cId="3316734550" sldId="2147483648"/>
            <pc:sldLayoutMk cId="78951202" sldId="2147483665"/>
          </pc:sldLayoutMkLst>
          <pc:spChg chg="mod">
            <ac:chgData name="Rob Heathcote" userId="62419938-1f1d-43ca-9327-cfd6c1894440" providerId="ADAL" clId="{7624F55A-EC4B-4536-BEBE-E5D3CD48B47C}" dt="2020-03-10T08:04:22.777" v="15" actId="20577"/>
            <ac:spMkLst>
              <pc:docMk/>
              <pc:sldMasterMk cId="3316734550" sldId="2147483648"/>
              <pc:sldLayoutMk cId="78951202" sldId="2147483665"/>
              <ac:spMk id="8" creationId="{00000000-0000-0000-0000-000000000000}"/>
            </ac:spMkLst>
          </pc:spChg>
          <pc:spChg chg="add">
            <ac:chgData name="Rob Heathcote" userId="62419938-1f1d-43ca-9327-cfd6c1894440" providerId="ADAL" clId="{7624F55A-EC4B-4536-BEBE-E5D3CD48B47C}" dt="2020-03-10T08:05:20.381" v="37"/>
            <ac:spMkLst>
              <pc:docMk/>
              <pc:sldMasterMk cId="3316734550" sldId="2147483648"/>
              <pc:sldLayoutMk cId="78951202" sldId="2147483665"/>
              <ac:spMk id="9" creationId="{40C0086F-3412-4B9E-93F6-E64240E79B2B}"/>
            </ac:spMkLst>
          </pc:spChg>
          <pc:spChg chg="del">
            <ac:chgData name="Rob Heathcote" userId="62419938-1f1d-43ca-9327-cfd6c1894440" providerId="ADAL" clId="{7624F55A-EC4B-4536-BEBE-E5D3CD48B47C}" dt="2020-03-10T08:05:20.150" v="36" actId="478"/>
            <ac:spMkLst>
              <pc:docMk/>
              <pc:sldMasterMk cId="3316734550" sldId="2147483648"/>
              <pc:sldLayoutMk cId="78951202" sldId="2147483665"/>
              <ac:spMk id="28" creationId="{00000000-0000-0000-0000-000000000000}"/>
            </ac:spMkLst>
          </pc:spChg>
          <pc:picChg chg="add">
            <ac:chgData name="Rob Heathcote" userId="62419938-1f1d-43ca-9327-cfd6c1894440" providerId="ADAL" clId="{7624F55A-EC4B-4536-BEBE-E5D3CD48B47C}" dt="2020-03-10T08:05:20.381" v="37"/>
            <ac:picMkLst>
              <pc:docMk/>
              <pc:sldMasterMk cId="3316734550" sldId="2147483648"/>
              <pc:sldLayoutMk cId="78951202" sldId="2147483665"/>
              <ac:picMk id="6" creationId="{5EE2D977-6F16-4376-BD59-07DBBB7F4A8F}"/>
            </ac:picMkLst>
          </pc:picChg>
          <pc:picChg chg="del">
            <ac:chgData name="Rob Heathcote" userId="62419938-1f1d-43ca-9327-cfd6c1894440" providerId="ADAL" clId="{7624F55A-EC4B-4536-BEBE-E5D3CD48B47C}" dt="2020-03-10T08:05:20.150" v="36" actId="478"/>
            <ac:picMkLst>
              <pc:docMk/>
              <pc:sldMasterMk cId="3316734550" sldId="2147483648"/>
              <pc:sldLayoutMk cId="78951202" sldId="2147483665"/>
              <ac:picMk id="7" creationId="{00000000-0000-0000-0000-000000000000}"/>
            </ac:picMkLst>
          </pc:picChg>
        </pc:sldLayoutChg>
        <pc:sldLayoutChg chg="addSp delSp modSp setBg">
          <pc:chgData name="Rob Heathcote" userId="62419938-1f1d-43ca-9327-cfd6c1894440" providerId="ADAL" clId="{7624F55A-EC4B-4536-BEBE-E5D3CD48B47C}" dt="2020-03-10T08:04:46.744" v="22" actId="478"/>
          <pc:sldLayoutMkLst>
            <pc:docMk/>
            <pc:sldMasterMk cId="3316734550" sldId="2147483648"/>
            <pc:sldLayoutMk cId="1504358022" sldId="2147483666"/>
          </pc:sldLayoutMkLst>
          <pc:spChg chg="mod">
            <ac:chgData name="Rob Heathcote" userId="62419938-1f1d-43ca-9327-cfd6c1894440" providerId="ADAL" clId="{7624F55A-EC4B-4536-BEBE-E5D3CD48B47C}" dt="2020-03-10T08:04:44.728" v="21" actId="207"/>
            <ac:spMkLst>
              <pc:docMk/>
              <pc:sldMasterMk cId="3316734550" sldId="2147483648"/>
              <pc:sldLayoutMk cId="1504358022" sldId="2147483666"/>
              <ac:spMk id="10" creationId="{00000000-0000-0000-0000-000000000000}"/>
            </ac:spMkLst>
          </pc:spChg>
          <pc:picChg chg="add del">
            <ac:chgData name="Rob Heathcote" userId="62419938-1f1d-43ca-9327-cfd6c1894440" providerId="ADAL" clId="{7624F55A-EC4B-4536-BEBE-E5D3CD48B47C}" dt="2020-03-10T08:04:46.744" v="22" actId="478"/>
            <ac:picMkLst>
              <pc:docMk/>
              <pc:sldMasterMk cId="3316734550" sldId="2147483648"/>
              <pc:sldLayoutMk cId="1504358022" sldId="2147483666"/>
              <ac:picMk id="1026" creationId="{819DDE15-C85E-47CA-8B06-18EA10518D28}"/>
            </ac:picMkLst>
          </pc:picChg>
        </pc:sldLayoutChg>
        <pc:sldLayoutChg chg="addSp delSp">
          <pc:chgData name="Rob Heathcote" userId="62419938-1f1d-43ca-9327-cfd6c1894440" providerId="ADAL" clId="{7624F55A-EC4B-4536-BEBE-E5D3CD48B47C}" dt="2020-03-10T08:12:18.558" v="74" actId="478"/>
          <pc:sldLayoutMkLst>
            <pc:docMk/>
            <pc:sldMasterMk cId="3316734550" sldId="2147483648"/>
            <pc:sldLayoutMk cId="2777079279" sldId="2147483667"/>
          </pc:sldLayoutMkLst>
          <pc:picChg chg="del">
            <ac:chgData name="Rob Heathcote" userId="62419938-1f1d-43ca-9327-cfd6c1894440" providerId="ADAL" clId="{7624F55A-EC4B-4536-BEBE-E5D3CD48B47C}" dt="2020-03-10T08:12:18.558" v="74" actId="478"/>
            <ac:picMkLst>
              <pc:docMk/>
              <pc:sldMasterMk cId="3316734550" sldId="2147483648"/>
              <pc:sldLayoutMk cId="2777079279" sldId="2147483667"/>
              <ac:picMk id="6" creationId="{00000000-0000-0000-0000-000000000000}"/>
            </ac:picMkLst>
          </pc:picChg>
          <pc:picChg chg="add">
            <ac:chgData name="Rob Heathcote" userId="62419938-1f1d-43ca-9327-cfd6c1894440" providerId="ADAL" clId="{7624F55A-EC4B-4536-BEBE-E5D3CD48B47C}" dt="2020-03-10T08:05:34.832" v="38"/>
            <ac:picMkLst>
              <pc:docMk/>
              <pc:sldMasterMk cId="3316734550" sldId="2147483648"/>
              <pc:sldLayoutMk cId="2777079279" sldId="2147483667"/>
              <ac:picMk id="9" creationId="{2A9D23ED-1231-40B3-AFDB-76E9B7AC9572}"/>
            </ac:picMkLst>
          </pc:picChg>
        </pc:sldLayoutChg>
      </pc:sldMasterChg>
    </pc:docChg>
  </pc:docChgLst>
  <pc:docChgLst>
    <pc:chgData name="Leonora Sheppard" userId="3688f6d8-1f97-408e-a4fe-cc859c551ddb" providerId="ADAL" clId="{EC2C6EE5-045C-4C8C-B1CE-489206297EC0}"/>
    <pc:docChg chg="modSld">
      <pc:chgData name="Leonora Sheppard" userId="3688f6d8-1f97-408e-a4fe-cc859c551ddb" providerId="ADAL" clId="{EC2C6EE5-045C-4C8C-B1CE-489206297EC0}" dt="2021-07-21T15:29:51.714" v="2" actId="20577"/>
      <pc:docMkLst>
        <pc:docMk/>
      </pc:docMkLst>
      <pc:sldChg chg="modSp mod">
        <pc:chgData name="Leonora Sheppard" userId="3688f6d8-1f97-408e-a4fe-cc859c551ddb" providerId="ADAL" clId="{EC2C6EE5-045C-4C8C-B1CE-489206297EC0}" dt="2021-07-21T15:23:53.241" v="0" actId="14100"/>
        <pc:sldMkLst>
          <pc:docMk/>
          <pc:sldMk cId="3236221385" sldId="263"/>
        </pc:sldMkLst>
        <pc:spChg chg="mod">
          <ac:chgData name="Leonora Sheppard" userId="3688f6d8-1f97-408e-a4fe-cc859c551ddb" providerId="ADAL" clId="{EC2C6EE5-045C-4C8C-B1CE-489206297EC0}" dt="2021-07-21T15:23:53.241" v="0" actId="14100"/>
          <ac:spMkLst>
            <pc:docMk/>
            <pc:sldMk cId="3236221385" sldId="263"/>
            <ac:spMk id="4" creationId="{00000000-0000-0000-0000-000000000000}"/>
          </ac:spMkLst>
        </pc:spChg>
      </pc:sldChg>
      <pc:sldChg chg="modSp mod">
        <pc:chgData name="Leonora Sheppard" userId="3688f6d8-1f97-408e-a4fe-cc859c551ddb" providerId="ADAL" clId="{EC2C6EE5-045C-4C8C-B1CE-489206297EC0}" dt="2021-07-21T15:24:48.005" v="1" actId="20577"/>
        <pc:sldMkLst>
          <pc:docMk/>
          <pc:sldMk cId="3323362349" sldId="277"/>
        </pc:sldMkLst>
        <pc:spChg chg="mod">
          <ac:chgData name="Leonora Sheppard" userId="3688f6d8-1f97-408e-a4fe-cc859c551ddb" providerId="ADAL" clId="{EC2C6EE5-045C-4C8C-B1CE-489206297EC0}" dt="2021-07-21T15:24:48.005" v="1" actId="20577"/>
          <ac:spMkLst>
            <pc:docMk/>
            <pc:sldMk cId="3323362349" sldId="277"/>
            <ac:spMk id="3" creationId="{00000000-0000-0000-0000-000000000000}"/>
          </ac:spMkLst>
        </pc:spChg>
      </pc:sldChg>
      <pc:sldChg chg="modSp mod">
        <pc:chgData name="Leonora Sheppard" userId="3688f6d8-1f97-408e-a4fe-cc859c551ddb" providerId="ADAL" clId="{EC2C6EE5-045C-4C8C-B1CE-489206297EC0}" dt="2021-07-21T15:29:51.714" v="2" actId="20577"/>
        <pc:sldMkLst>
          <pc:docMk/>
          <pc:sldMk cId="2848832626" sldId="280"/>
        </pc:sldMkLst>
        <pc:spChg chg="mod">
          <ac:chgData name="Leonora Sheppard" userId="3688f6d8-1f97-408e-a4fe-cc859c551ddb" providerId="ADAL" clId="{EC2C6EE5-045C-4C8C-B1CE-489206297EC0}" dt="2021-07-21T15:29:51.714" v="2" actId="20577"/>
          <ac:spMkLst>
            <pc:docMk/>
            <pc:sldMk cId="2848832626" sldId="280"/>
            <ac:spMk id="3" creationId="{2A83CD5B-1742-4446-8CAB-7E186658E757}"/>
          </ac:spMkLst>
        </pc:spChg>
      </pc:sldChg>
    </pc:docChg>
  </pc:docChgLst>
  <pc:docChgLst>
    <pc:chgData name="James Franklin" userId="cf915d05-507f-491f-b4a6-b2aa085ee4b1" providerId="ADAL" clId="{BFBABF31-9B50-4A3E-9B84-0AFEAA56F458}"/>
    <pc:docChg chg="undo custSel addSld delSld modSld">
      <pc:chgData name="James Franklin" userId="cf915d05-507f-491f-b4a6-b2aa085ee4b1" providerId="ADAL" clId="{BFBABF31-9B50-4A3E-9B84-0AFEAA56F458}" dt="2021-12-01T14:38:32.004" v="3725" actId="20577"/>
      <pc:docMkLst>
        <pc:docMk/>
      </pc:docMkLst>
      <pc:sldChg chg="modSp mod">
        <pc:chgData name="James Franklin" userId="cf915d05-507f-491f-b4a6-b2aa085ee4b1" providerId="ADAL" clId="{BFBABF31-9B50-4A3E-9B84-0AFEAA56F458}" dt="2021-11-26T16:03:28.997" v="213" actId="20577"/>
        <pc:sldMkLst>
          <pc:docMk/>
          <pc:sldMk cId="4090538755" sldId="262"/>
        </pc:sldMkLst>
        <pc:spChg chg="mod">
          <ac:chgData name="James Franklin" userId="cf915d05-507f-491f-b4a6-b2aa085ee4b1" providerId="ADAL" clId="{BFBABF31-9B50-4A3E-9B84-0AFEAA56F458}" dt="2021-11-26T16:03:28.997" v="213" actId="20577"/>
          <ac:spMkLst>
            <pc:docMk/>
            <pc:sldMk cId="4090538755" sldId="262"/>
            <ac:spMk id="4" creationId="{00000000-0000-0000-0000-000000000000}"/>
          </ac:spMkLst>
        </pc:spChg>
      </pc:sldChg>
      <pc:sldChg chg="del">
        <pc:chgData name="James Franklin" userId="cf915d05-507f-491f-b4a6-b2aa085ee4b1" providerId="ADAL" clId="{BFBABF31-9B50-4A3E-9B84-0AFEAA56F458}" dt="2021-11-26T16:03:44.242" v="214" actId="47"/>
        <pc:sldMkLst>
          <pc:docMk/>
          <pc:sldMk cId="3236221385" sldId="263"/>
        </pc:sldMkLst>
      </pc:sldChg>
      <pc:sldChg chg="del">
        <pc:chgData name="James Franklin" userId="cf915d05-507f-491f-b4a6-b2aa085ee4b1" providerId="ADAL" clId="{BFBABF31-9B50-4A3E-9B84-0AFEAA56F458}" dt="2021-11-26T16:03:44.242" v="214" actId="47"/>
        <pc:sldMkLst>
          <pc:docMk/>
          <pc:sldMk cId="3225159349" sldId="265"/>
        </pc:sldMkLst>
      </pc:sldChg>
      <pc:sldChg chg="del">
        <pc:chgData name="James Franklin" userId="cf915d05-507f-491f-b4a6-b2aa085ee4b1" providerId="ADAL" clId="{BFBABF31-9B50-4A3E-9B84-0AFEAA56F458}" dt="2021-11-26T16:03:44.242" v="214" actId="47"/>
        <pc:sldMkLst>
          <pc:docMk/>
          <pc:sldMk cId="2512289805" sldId="266"/>
        </pc:sldMkLst>
      </pc:sldChg>
      <pc:sldChg chg="del">
        <pc:chgData name="James Franklin" userId="cf915d05-507f-491f-b4a6-b2aa085ee4b1" providerId="ADAL" clId="{BFBABF31-9B50-4A3E-9B84-0AFEAA56F458}" dt="2021-11-26T16:03:44.242" v="214" actId="47"/>
        <pc:sldMkLst>
          <pc:docMk/>
          <pc:sldMk cId="2429656194" sldId="267"/>
        </pc:sldMkLst>
      </pc:sldChg>
      <pc:sldChg chg="del">
        <pc:chgData name="James Franklin" userId="cf915d05-507f-491f-b4a6-b2aa085ee4b1" providerId="ADAL" clId="{BFBABF31-9B50-4A3E-9B84-0AFEAA56F458}" dt="2021-11-26T16:03:44.242" v="214" actId="47"/>
        <pc:sldMkLst>
          <pc:docMk/>
          <pc:sldMk cId="2635350195" sldId="268"/>
        </pc:sldMkLst>
      </pc:sldChg>
      <pc:sldChg chg="del">
        <pc:chgData name="James Franklin" userId="cf915d05-507f-491f-b4a6-b2aa085ee4b1" providerId="ADAL" clId="{BFBABF31-9B50-4A3E-9B84-0AFEAA56F458}" dt="2021-11-26T16:03:44.242" v="214" actId="47"/>
        <pc:sldMkLst>
          <pc:docMk/>
          <pc:sldMk cId="2924861978" sldId="269"/>
        </pc:sldMkLst>
      </pc:sldChg>
      <pc:sldChg chg="del">
        <pc:chgData name="James Franklin" userId="cf915d05-507f-491f-b4a6-b2aa085ee4b1" providerId="ADAL" clId="{BFBABF31-9B50-4A3E-9B84-0AFEAA56F458}" dt="2021-11-26T16:03:44.242" v="214" actId="47"/>
        <pc:sldMkLst>
          <pc:docMk/>
          <pc:sldMk cId="758369962" sldId="270"/>
        </pc:sldMkLst>
      </pc:sldChg>
      <pc:sldChg chg="del">
        <pc:chgData name="James Franklin" userId="cf915d05-507f-491f-b4a6-b2aa085ee4b1" providerId="ADAL" clId="{BFBABF31-9B50-4A3E-9B84-0AFEAA56F458}" dt="2021-11-26T16:03:44.242" v="214" actId="47"/>
        <pc:sldMkLst>
          <pc:docMk/>
          <pc:sldMk cId="2203308184" sldId="271"/>
        </pc:sldMkLst>
      </pc:sldChg>
      <pc:sldChg chg="del">
        <pc:chgData name="James Franklin" userId="cf915d05-507f-491f-b4a6-b2aa085ee4b1" providerId="ADAL" clId="{BFBABF31-9B50-4A3E-9B84-0AFEAA56F458}" dt="2021-11-26T16:03:44.242" v="214" actId="47"/>
        <pc:sldMkLst>
          <pc:docMk/>
          <pc:sldMk cId="1294072521" sldId="272"/>
        </pc:sldMkLst>
      </pc:sldChg>
      <pc:sldChg chg="del">
        <pc:chgData name="James Franklin" userId="cf915d05-507f-491f-b4a6-b2aa085ee4b1" providerId="ADAL" clId="{BFBABF31-9B50-4A3E-9B84-0AFEAA56F458}" dt="2021-11-26T16:03:44.242" v="214" actId="47"/>
        <pc:sldMkLst>
          <pc:docMk/>
          <pc:sldMk cId="1101683052" sldId="273"/>
        </pc:sldMkLst>
      </pc:sldChg>
      <pc:sldChg chg="modSp add mod">
        <pc:chgData name="James Franklin" userId="cf915d05-507f-491f-b4a6-b2aa085ee4b1" providerId="ADAL" clId="{BFBABF31-9B50-4A3E-9B84-0AFEAA56F458}" dt="2021-11-29T11:29:42.673" v="3696" actId="113"/>
        <pc:sldMkLst>
          <pc:docMk/>
          <pc:sldMk cId="1605577091" sldId="274"/>
        </pc:sldMkLst>
        <pc:spChg chg="mod">
          <ac:chgData name="James Franklin" userId="cf915d05-507f-491f-b4a6-b2aa085ee4b1" providerId="ADAL" clId="{BFBABF31-9B50-4A3E-9B84-0AFEAA56F458}" dt="2021-11-29T11:29:42.673" v="3696" actId="113"/>
          <ac:spMkLst>
            <pc:docMk/>
            <pc:sldMk cId="1605577091" sldId="274"/>
            <ac:spMk id="3" creationId="{00000000-0000-0000-0000-000000000000}"/>
          </ac:spMkLst>
        </pc:spChg>
      </pc:sldChg>
      <pc:sldChg chg="del">
        <pc:chgData name="James Franklin" userId="cf915d05-507f-491f-b4a6-b2aa085ee4b1" providerId="ADAL" clId="{BFBABF31-9B50-4A3E-9B84-0AFEAA56F458}" dt="2021-11-26T16:03:44.242" v="214" actId="47"/>
        <pc:sldMkLst>
          <pc:docMk/>
          <pc:sldMk cId="3540909896" sldId="274"/>
        </pc:sldMkLst>
      </pc:sldChg>
      <pc:sldChg chg="del">
        <pc:chgData name="James Franklin" userId="cf915d05-507f-491f-b4a6-b2aa085ee4b1" providerId="ADAL" clId="{BFBABF31-9B50-4A3E-9B84-0AFEAA56F458}" dt="2021-11-26T16:03:44.242" v="214" actId="47"/>
        <pc:sldMkLst>
          <pc:docMk/>
          <pc:sldMk cId="2986224209" sldId="275"/>
        </pc:sldMkLst>
      </pc:sldChg>
      <pc:sldChg chg="del">
        <pc:chgData name="James Franklin" userId="cf915d05-507f-491f-b4a6-b2aa085ee4b1" providerId="ADAL" clId="{BFBABF31-9B50-4A3E-9B84-0AFEAA56F458}" dt="2021-11-26T16:03:44.242" v="214" actId="47"/>
        <pc:sldMkLst>
          <pc:docMk/>
          <pc:sldMk cId="3323362349" sldId="277"/>
        </pc:sldMkLst>
      </pc:sldChg>
      <pc:sldChg chg="del">
        <pc:chgData name="James Franklin" userId="cf915d05-507f-491f-b4a6-b2aa085ee4b1" providerId="ADAL" clId="{BFBABF31-9B50-4A3E-9B84-0AFEAA56F458}" dt="2021-11-26T16:03:44.242" v="214" actId="47"/>
        <pc:sldMkLst>
          <pc:docMk/>
          <pc:sldMk cId="1742271136" sldId="278"/>
        </pc:sldMkLst>
      </pc:sldChg>
      <pc:sldChg chg="del">
        <pc:chgData name="James Franklin" userId="cf915d05-507f-491f-b4a6-b2aa085ee4b1" providerId="ADAL" clId="{BFBABF31-9B50-4A3E-9B84-0AFEAA56F458}" dt="2021-11-26T16:03:44.242" v="214" actId="47"/>
        <pc:sldMkLst>
          <pc:docMk/>
          <pc:sldMk cId="4080298053" sldId="279"/>
        </pc:sldMkLst>
      </pc:sldChg>
      <pc:sldChg chg="del">
        <pc:chgData name="James Franklin" userId="cf915d05-507f-491f-b4a6-b2aa085ee4b1" providerId="ADAL" clId="{BFBABF31-9B50-4A3E-9B84-0AFEAA56F458}" dt="2021-11-26T16:03:44.242" v="214" actId="47"/>
        <pc:sldMkLst>
          <pc:docMk/>
          <pc:sldMk cId="2848832626" sldId="280"/>
        </pc:sldMkLst>
      </pc:sldChg>
      <pc:sldChg chg="del">
        <pc:chgData name="James Franklin" userId="cf915d05-507f-491f-b4a6-b2aa085ee4b1" providerId="ADAL" clId="{BFBABF31-9B50-4A3E-9B84-0AFEAA56F458}" dt="2021-11-26T16:03:44.242" v="214" actId="47"/>
        <pc:sldMkLst>
          <pc:docMk/>
          <pc:sldMk cId="104800640" sldId="281"/>
        </pc:sldMkLst>
      </pc:sldChg>
      <pc:sldChg chg="modSp add mod">
        <pc:chgData name="James Franklin" userId="cf915d05-507f-491f-b4a6-b2aa085ee4b1" providerId="ADAL" clId="{BFBABF31-9B50-4A3E-9B84-0AFEAA56F458}" dt="2021-11-29T11:48:48.062" v="3714" actId="113"/>
        <pc:sldMkLst>
          <pc:docMk/>
          <pc:sldMk cId="2899897946" sldId="282"/>
        </pc:sldMkLst>
        <pc:spChg chg="mod">
          <ac:chgData name="James Franklin" userId="cf915d05-507f-491f-b4a6-b2aa085ee4b1" providerId="ADAL" clId="{BFBABF31-9B50-4A3E-9B84-0AFEAA56F458}" dt="2021-11-29T11:48:48.062" v="3714" actId="113"/>
          <ac:spMkLst>
            <pc:docMk/>
            <pc:sldMk cId="2899897946" sldId="282"/>
            <ac:spMk id="5" creationId="{00000000-0000-0000-0000-000000000000}"/>
          </ac:spMkLst>
        </pc:spChg>
      </pc:sldChg>
      <pc:sldChg chg="del">
        <pc:chgData name="James Franklin" userId="cf915d05-507f-491f-b4a6-b2aa085ee4b1" providerId="ADAL" clId="{BFBABF31-9B50-4A3E-9B84-0AFEAA56F458}" dt="2021-11-26T16:03:44.242" v="214" actId="47"/>
        <pc:sldMkLst>
          <pc:docMk/>
          <pc:sldMk cId="3752922158" sldId="282"/>
        </pc:sldMkLst>
      </pc:sldChg>
      <pc:sldChg chg="add">
        <pc:chgData name="James Franklin" userId="cf915d05-507f-491f-b4a6-b2aa085ee4b1" providerId="ADAL" clId="{BFBABF31-9B50-4A3E-9B84-0AFEAA56F458}" dt="2021-11-26T16:03:51.006" v="215"/>
        <pc:sldMkLst>
          <pc:docMk/>
          <pc:sldMk cId="1671352380" sldId="305"/>
        </pc:sldMkLst>
      </pc:sldChg>
      <pc:sldChg chg="add">
        <pc:chgData name="James Franklin" userId="cf915d05-507f-491f-b4a6-b2aa085ee4b1" providerId="ADAL" clId="{BFBABF31-9B50-4A3E-9B84-0AFEAA56F458}" dt="2021-11-26T16:03:51.006" v="215"/>
        <pc:sldMkLst>
          <pc:docMk/>
          <pc:sldMk cId="74388883" sldId="306"/>
        </pc:sldMkLst>
      </pc:sldChg>
      <pc:sldChg chg="modSp add mod">
        <pc:chgData name="James Franklin" userId="cf915d05-507f-491f-b4a6-b2aa085ee4b1" providerId="ADAL" clId="{BFBABF31-9B50-4A3E-9B84-0AFEAA56F458}" dt="2021-11-29T08:51:02.297" v="1545" actId="20577"/>
        <pc:sldMkLst>
          <pc:docMk/>
          <pc:sldMk cId="908183675" sldId="307"/>
        </pc:sldMkLst>
        <pc:spChg chg="mod">
          <ac:chgData name="James Franklin" userId="cf915d05-507f-491f-b4a6-b2aa085ee4b1" providerId="ADAL" clId="{BFBABF31-9B50-4A3E-9B84-0AFEAA56F458}" dt="2021-11-29T08:51:02.297" v="1545" actId="20577"/>
          <ac:spMkLst>
            <pc:docMk/>
            <pc:sldMk cId="908183675" sldId="307"/>
            <ac:spMk id="3" creationId="{2A27B9A0-4B7A-479C-9150-95097F518E6C}"/>
          </ac:spMkLst>
        </pc:spChg>
      </pc:sldChg>
      <pc:sldChg chg="add">
        <pc:chgData name="James Franklin" userId="cf915d05-507f-491f-b4a6-b2aa085ee4b1" providerId="ADAL" clId="{BFBABF31-9B50-4A3E-9B84-0AFEAA56F458}" dt="2021-11-26T16:03:51.006" v="215"/>
        <pc:sldMkLst>
          <pc:docMk/>
          <pc:sldMk cId="4020068056" sldId="308"/>
        </pc:sldMkLst>
      </pc:sldChg>
      <pc:sldChg chg="add">
        <pc:chgData name="James Franklin" userId="cf915d05-507f-491f-b4a6-b2aa085ee4b1" providerId="ADAL" clId="{BFBABF31-9B50-4A3E-9B84-0AFEAA56F458}" dt="2021-11-26T16:03:51.006" v="215"/>
        <pc:sldMkLst>
          <pc:docMk/>
          <pc:sldMk cId="1928493154" sldId="309"/>
        </pc:sldMkLst>
      </pc:sldChg>
      <pc:sldChg chg="addSp delSp modSp add mod">
        <pc:chgData name="James Franklin" userId="cf915d05-507f-491f-b4a6-b2aa085ee4b1" providerId="ADAL" clId="{BFBABF31-9B50-4A3E-9B84-0AFEAA56F458}" dt="2021-12-01T14:36:53.107" v="3721" actId="478"/>
        <pc:sldMkLst>
          <pc:docMk/>
          <pc:sldMk cId="3954845117" sldId="310"/>
        </pc:sldMkLst>
        <pc:spChg chg="add del mod">
          <ac:chgData name="James Franklin" userId="cf915d05-507f-491f-b4a6-b2aa085ee4b1" providerId="ADAL" clId="{BFBABF31-9B50-4A3E-9B84-0AFEAA56F458}" dt="2021-12-01T14:36:53.107" v="3721" actId="478"/>
          <ac:spMkLst>
            <pc:docMk/>
            <pc:sldMk cId="3954845117" sldId="310"/>
            <ac:spMk id="5" creationId="{B3B80AC8-B7DC-4BEF-B5A5-438D25C55854}"/>
          </ac:spMkLst>
        </pc:spChg>
      </pc:sldChg>
      <pc:sldChg chg="modSp add mod">
        <pc:chgData name="James Franklin" userId="cf915d05-507f-491f-b4a6-b2aa085ee4b1" providerId="ADAL" clId="{BFBABF31-9B50-4A3E-9B84-0AFEAA56F458}" dt="2021-12-01T14:38:32.004" v="3725" actId="20577"/>
        <pc:sldMkLst>
          <pc:docMk/>
          <pc:sldMk cId="3056857531" sldId="311"/>
        </pc:sldMkLst>
        <pc:spChg chg="mod">
          <ac:chgData name="James Franklin" userId="cf915d05-507f-491f-b4a6-b2aa085ee4b1" providerId="ADAL" clId="{BFBABF31-9B50-4A3E-9B84-0AFEAA56F458}" dt="2021-12-01T14:38:32.004" v="3725" actId="20577"/>
          <ac:spMkLst>
            <pc:docMk/>
            <pc:sldMk cId="3056857531" sldId="311"/>
            <ac:spMk id="3" creationId="{2A27B9A0-4B7A-479C-9150-95097F518E6C}"/>
          </ac:spMkLst>
        </pc:spChg>
      </pc:sldChg>
      <pc:sldChg chg="add">
        <pc:chgData name="James Franklin" userId="cf915d05-507f-491f-b4a6-b2aa085ee4b1" providerId="ADAL" clId="{BFBABF31-9B50-4A3E-9B84-0AFEAA56F458}" dt="2021-11-26T16:03:51.006" v="215"/>
        <pc:sldMkLst>
          <pc:docMk/>
          <pc:sldMk cId="3215548876" sldId="315"/>
        </pc:sldMkLst>
      </pc:sldChg>
      <pc:sldChg chg="addSp delSp modSp add mod modCm">
        <pc:chgData name="James Franklin" userId="cf915d05-507f-491f-b4a6-b2aa085ee4b1" providerId="ADAL" clId="{BFBABF31-9B50-4A3E-9B84-0AFEAA56F458}" dt="2021-12-01T14:21:04.220" v="3716" actId="478"/>
        <pc:sldMkLst>
          <pc:docMk/>
          <pc:sldMk cId="531511581" sldId="317"/>
        </pc:sldMkLst>
        <pc:spChg chg="add del mod">
          <ac:chgData name="James Franklin" userId="cf915d05-507f-491f-b4a6-b2aa085ee4b1" providerId="ADAL" clId="{BFBABF31-9B50-4A3E-9B84-0AFEAA56F458}" dt="2021-12-01T14:21:04.220" v="3716" actId="478"/>
          <ac:spMkLst>
            <pc:docMk/>
            <pc:sldMk cId="531511581" sldId="317"/>
            <ac:spMk id="4" creationId="{7D476C86-3B4F-46FD-BBB1-D729F7423CEF}"/>
          </ac:spMkLst>
        </pc:spChg>
      </pc:sldChg>
      <pc:sldChg chg="add">
        <pc:chgData name="James Franklin" userId="cf915d05-507f-491f-b4a6-b2aa085ee4b1" providerId="ADAL" clId="{BFBABF31-9B50-4A3E-9B84-0AFEAA56F458}" dt="2021-11-26T16:03:51.006" v="215"/>
        <pc:sldMkLst>
          <pc:docMk/>
          <pc:sldMk cId="1949022014" sldId="318"/>
        </pc:sldMkLst>
      </pc:sldChg>
      <pc:sldChg chg="addSp delSp modSp add mod">
        <pc:chgData name="James Franklin" userId="cf915d05-507f-491f-b4a6-b2aa085ee4b1" providerId="ADAL" clId="{BFBABF31-9B50-4A3E-9B84-0AFEAA56F458}" dt="2021-12-01T14:27:00.396" v="3718" actId="478"/>
        <pc:sldMkLst>
          <pc:docMk/>
          <pc:sldMk cId="2539349276" sldId="319"/>
        </pc:sldMkLst>
        <pc:spChg chg="add del mod">
          <ac:chgData name="James Franklin" userId="cf915d05-507f-491f-b4a6-b2aa085ee4b1" providerId="ADAL" clId="{BFBABF31-9B50-4A3E-9B84-0AFEAA56F458}" dt="2021-12-01T14:27:00.396" v="3718" actId="478"/>
          <ac:spMkLst>
            <pc:docMk/>
            <pc:sldMk cId="2539349276" sldId="319"/>
            <ac:spMk id="5" creationId="{F901F80F-DE1A-492D-A660-120190920BCB}"/>
          </ac:spMkLst>
        </pc:spChg>
      </pc:sldChg>
      <pc:sldChg chg="add">
        <pc:chgData name="James Franklin" userId="cf915d05-507f-491f-b4a6-b2aa085ee4b1" providerId="ADAL" clId="{BFBABF31-9B50-4A3E-9B84-0AFEAA56F458}" dt="2021-11-26T16:03:51.006" v="215"/>
        <pc:sldMkLst>
          <pc:docMk/>
          <pc:sldMk cId="2418187841" sldId="320"/>
        </pc:sldMkLst>
      </pc:sldChg>
      <pc:sldChg chg="add">
        <pc:chgData name="James Franklin" userId="cf915d05-507f-491f-b4a6-b2aa085ee4b1" providerId="ADAL" clId="{BFBABF31-9B50-4A3E-9B84-0AFEAA56F458}" dt="2021-11-26T16:03:51.006" v="215"/>
        <pc:sldMkLst>
          <pc:docMk/>
          <pc:sldMk cId="3582573259" sldId="321"/>
        </pc:sldMkLst>
      </pc:sldChg>
      <pc:sldChg chg="addSp delSp modSp add mod">
        <pc:chgData name="James Franklin" userId="cf915d05-507f-491f-b4a6-b2aa085ee4b1" providerId="ADAL" clId="{BFBABF31-9B50-4A3E-9B84-0AFEAA56F458}" dt="2021-11-29T10:11:54.802" v="3684" actId="20577"/>
        <pc:sldMkLst>
          <pc:docMk/>
          <pc:sldMk cId="1260687655" sldId="322"/>
        </pc:sldMkLst>
        <pc:spChg chg="mod">
          <ac:chgData name="James Franklin" userId="cf915d05-507f-491f-b4a6-b2aa085ee4b1" providerId="ADAL" clId="{BFBABF31-9B50-4A3E-9B84-0AFEAA56F458}" dt="2021-11-29T10:11:54.802" v="3684" actId="20577"/>
          <ac:spMkLst>
            <pc:docMk/>
            <pc:sldMk cId="1260687655" sldId="322"/>
            <ac:spMk id="3" creationId="{2A27B9A0-4B7A-479C-9150-95097F518E6C}"/>
          </ac:spMkLst>
        </pc:spChg>
        <pc:spChg chg="add del mod">
          <ac:chgData name="James Franklin" userId="cf915d05-507f-491f-b4a6-b2aa085ee4b1" providerId="ADAL" clId="{BFBABF31-9B50-4A3E-9B84-0AFEAA56F458}" dt="2021-11-29T09:55:23.251" v="3065" actId="478"/>
          <ac:spMkLst>
            <pc:docMk/>
            <pc:sldMk cId="1260687655" sldId="322"/>
            <ac:spMk id="4" creationId="{536A189A-71DE-4F12-9C8A-6BC43EF09DC0}"/>
          </ac:spMkLst>
        </pc:spChg>
      </pc:sldChg>
      <pc:sldChg chg="addSp delSp modSp new mod modClrScheme chgLayout">
        <pc:chgData name="James Franklin" userId="cf915d05-507f-491f-b4a6-b2aa085ee4b1" providerId="ADAL" clId="{BFBABF31-9B50-4A3E-9B84-0AFEAA56F458}" dt="2021-12-01T14:28:12.206" v="3719" actId="478"/>
        <pc:sldMkLst>
          <pc:docMk/>
          <pc:sldMk cId="956930375" sldId="323"/>
        </pc:sldMkLst>
        <pc:spChg chg="del mod ord">
          <ac:chgData name="James Franklin" userId="cf915d05-507f-491f-b4a6-b2aa085ee4b1" providerId="ADAL" clId="{BFBABF31-9B50-4A3E-9B84-0AFEAA56F458}" dt="2021-11-26T16:12:28.113" v="217" actId="700"/>
          <ac:spMkLst>
            <pc:docMk/>
            <pc:sldMk cId="956930375" sldId="323"/>
            <ac:spMk id="2" creationId="{59E575A6-C402-4710-8CA4-229AD07C7B6E}"/>
          </ac:spMkLst>
        </pc:spChg>
        <pc:spChg chg="del mod ord">
          <ac:chgData name="James Franklin" userId="cf915d05-507f-491f-b4a6-b2aa085ee4b1" providerId="ADAL" clId="{BFBABF31-9B50-4A3E-9B84-0AFEAA56F458}" dt="2021-11-26T16:12:28.113" v="217" actId="700"/>
          <ac:spMkLst>
            <pc:docMk/>
            <pc:sldMk cId="956930375" sldId="323"/>
            <ac:spMk id="3" creationId="{C24E6F4C-3C8B-43F7-A28E-55D7B79E4E34}"/>
          </ac:spMkLst>
        </pc:spChg>
        <pc:spChg chg="add mod ord">
          <ac:chgData name="James Franklin" userId="cf915d05-507f-491f-b4a6-b2aa085ee4b1" providerId="ADAL" clId="{BFBABF31-9B50-4A3E-9B84-0AFEAA56F458}" dt="2021-11-26T16:12:33.708" v="228" actId="20577"/>
          <ac:spMkLst>
            <pc:docMk/>
            <pc:sldMk cId="956930375" sldId="323"/>
            <ac:spMk id="4" creationId="{F98C2D8D-A9B9-4CD7-8980-93876883AAA5}"/>
          </ac:spMkLst>
        </pc:spChg>
        <pc:spChg chg="add mod ord">
          <ac:chgData name="James Franklin" userId="cf915d05-507f-491f-b4a6-b2aa085ee4b1" providerId="ADAL" clId="{BFBABF31-9B50-4A3E-9B84-0AFEAA56F458}" dt="2021-11-29T09:50:06.281" v="2973" actId="20577"/>
          <ac:spMkLst>
            <pc:docMk/>
            <pc:sldMk cId="956930375" sldId="323"/>
            <ac:spMk id="5" creationId="{08DA54D6-1830-4F78-880F-A68ADDE94642}"/>
          </ac:spMkLst>
        </pc:spChg>
        <pc:spChg chg="add mod">
          <ac:chgData name="James Franklin" userId="cf915d05-507f-491f-b4a6-b2aa085ee4b1" providerId="ADAL" clId="{BFBABF31-9B50-4A3E-9B84-0AFEAA56F458}" dt="2021-11-29T09:38:28.817" v="2764" actId="1076"/>
          <ac:spMkLst>
            <pc:docMk/>
            <pc:sldMk cId="956930375" sldId="323"/>
            <ac:spMk id="6" creationId="{EC0DD197-E0ED-4FB0-B3D6-FBC3FD39BB38}"/>
          </ac:spMkLst>
        </pc:spChg>
        <pc:spChg chg="add mod">
          <ac:chgData name="James Franklin" userId="cf915d05-507f-491f-b4a6-b2aa085ee4b1" providerId="ADAL" clId="{BFBABF31-9B50-4A3E-9B84-0AFEAA56F458}" dt="2021-11-29T09:38:28.817" v="2764" actId="1076"/>
          <ac:spMkLst>
            <pc:docMk/>
            <pc:sldMk cId="956930375" sldId="323"/>
            <ac:spMk id="7" creationId="{C7D06FD9-BA8A-404E-8F36-973862169AAA}"/>
          </ac:spMkLst>
        </pc:spChg>
        <pc:spChg chg="add mod">
          <ac:chgData name="James Franklin" userId="cf915d05-507f-491f-b4a6-b2aa085ee4b1" providerId="ADAL" clId="{BFBABF31-9B50-4A3E-9B84-0AFEAA56F458}" dt="2021-11-29T09:38:28.817" v="2764" actId="1076"/>
          <ac:spMkLst>
            <pc:docMk/>
            <pc:sldMk cId="956930375" sldId="323"/>
            <ac:spMk id="8" creationId="{79428F26-BDA6-42FF-B17D-AB64AEE8936D}"/>
          </ac:spMkLst>
        </pc:spChg>
        <pc:spChg chg="add mod">
          <ac:chgData name="James Franklin" userId="cf915d05-507f-491f-b4a6-b2aa085ee4b1" providerId="ADAL" clId="{BFBABF31-9B50-4A3E-9B84-0AFEAA56F458}" dt="2021-11-29T09:50:21.649" v="2974" actId="1076"/>
          <ac:spMkLst>
            <pc:docMk/>
            <pc:sldMk cId="956930375" sldId="323"/>
            <ac:spMk id="11" creationId="{A8A731C6-7FEC-42C4-8B5D-FDAA1B446ECD}"/>
          </ac:spMkLst>
        </pc:spChg>
        <pc:spChg chg="add mod">
          <ac:chgData name="James Franklin" userId="cf915d05-507f-491f-b4a6-b2aa085ee4b1" providerId="ADAL" clId="{BFBABF31-9B50-4A3E-9B84-0AFEAA56F458}" dt="2021-11-29T09:50:21.649" v="2974" actId="1076"/>
          <ac:spMkLst>
            <pc:docMk/>
            <pc:sldMk cId="956930375" sldId="323"/>
            <ac:spMk id="12" creationId="{CE8E104C-BD06-4237-904A-DB7559AFB2DF}"/>
          </ac:spMkLst>
        </pc:spChg>
        <pc:spChg chg="add del mod">
          <ac:chgData name="James Franklin" userId="cf915d05-507f-491f-b4a6-b2aa085ee4b1" providerId="ADAL" clId="{BFBABF31-9B50-4A3E-9B84-0AFEAA56F458}" dt="2021-12-01T14:28:12.206" v="3719" actId="478"/>
          <ac:spMkLst>
            <pc:docMk/>
            <pc:sldMk cId="956930375" sldId="323"/>
            <ac:spMk id="13" creationId="{32359BDA-61AD-44B6-87E0-B99473955945}"/>
          </ac:spMkLst>
        </pc:spChg>
        <pc:cxnChg chg="add mod">
          <ac:chgData name="James Franklin" userId="cf915d05-507f-491f-b4a6-b2aa085ee4b1" providerId="ADAL" clId="{BFBABF31-9B50-4A3E-9B84-0AFEAA56F458}" dt="2021-11-29T09:38:28.817" v="2764" actId="1076"/>
          <ac:cxnSpMkLst>
            <pc:docMk/>
            <pc:sldMk cId="956930375" sldId="323"/>
            <ac:cxnSpMk id="10" creationId="{1F1F3B47-8937-46EB-A372-8FF08979957D}"/>
          </ac:cxnSpMkLst>
        </pc:cxnChg>
      </pc:sldChg>
      <pc:sldChg chg="modSp new mod">
        <pc:chgData name="James Franklin" userId="cf915d05-507f-491f-b4a6-b2aa085ee4b1" providerId="ADAL" clId="{BFBABF31-9B50-4A3E-9B84-0AFEAA56F458}" dt="2021-11-29T08:40:13.697" v="508" actId="20577"/>
        <pc:sldMkLst>
          <pc:docMk/>
          <pc:sldMk cId="3717217018" sldId="324"/>
        </pc:sldMkLst>
        <pc:spChg chg="mod">
          <ac:chgData name="James Franklin" userId="cf915d05-507f-491f-b4a6-b2aa085ee4b1" providerId="ADAL" clId="{BFBABF31-9B50-4A3E-9B84-0AFEAA56F458}" dt="2021-11-29T08:38:48.703" v="289" actId="20577"/>
          <ac:spMkLst>
            <pc:docMk/>
            <pc:sldMk cId="3717217018" sldId="324"/>
            <ac:spMk id="2" creationId="{77F7456C-6279-476F-85E1-426232A9AB53}"/>
          </ac:spMkLst>
        </pc:spChg>
        <pc:spChg chg="mod">
          <ac:chgData name="James Franklin" userId="cf915d05-507f-491f-b4a6-b2aa085ee4b1" providerId="ADAL" clId="{BFBABF31-9B50-4A3E-9B84-0AFEAA56F458}" dt="2021-11-29T08:40:13.697" v="508" actId="20577"/>
          <ac:spMkLst>
            <pc:docMk/>
            <pc:sldMk cId="3717217018" sldId="324"/>
            <ac:spMk id="3" creationId="{53040A37-5922-483D-A2D0-546051A99B82}"/>
          </ac:spMkLst>
        </pc:spChg>
      </pc:sldChg>
      <pc:sldChg chg="addSp delSp modSp new mod addCm">
        <pc:chgData name="James Franklin" userId="cf915d05-507f-491f-b4a6-b2aa085ee4b1" providerId="ADAL" clId="{BFBABF31-9B50-4A3E-9B84-0AFEAA56F458}" dt="2021-11-29T08:59:28.345" v="1567"/>
        <pc:sldMkLst>
          <pc:docMk/>
          <pc:sldMk cId="3280391704" sldId="325"/>
        </pc:sldMkLst>
        <pc:spChg chg="mod">
          <ac:chgData name="James Franklin" userId="cf915d05-507f-491f-b4a6-b2aa085ee4b1" providerId="ADAL" clId="{BFBABF31-9B50-4A3E-9B84-0AFEAA56F458}" dt="2021-11-29T08:42:22.760" v="815" actId="20577"/>
          <ac:spMkLst>
            <pc:docMk/>
            <pc:sldMk cId="3280391704" sldId="325"/>
            <ac:spMk id="2" creationId="{E2FB978D-299A-4FE4-8392-C7033C0E0921}"/>
          </ac:spMkLst>
        </pc:spChg>
        <pc:spChg chg="mod">
          <ac:chgData name="James Franklin" userId="cf915d05-507f-491f-b4a6-b2aa085ee4b1" providerId="ADAL" clId="{BFBABF31-9B50-4A3E-9B84-0AFEAA56F458}" dt="2021-11-29T08:49:50.321" v="1391" actId="20577"/>
          <ac:spMkLst>
            <pc:docMk/>
            <pc:sldMk cId="3280391704" sldId="325"/>
            <ac:spMk id="3" creationId="{C347ABBA-4635-428C-9AB7-8FEA571F066D}"/>
          </ac:spMkLst>
        </pc:spChg>
        <pc:picChg chg="add del mod">
          <ac:chgData name="James Franklin" userId="cf915d05-507f-491f-b4a6-b2aa085ee4b1" providerId="ADAL" clId="{BFBABF31-9B50-4A3E-9B84-0AFEAA56F458}" dt="2021-11-29T08:58:35.632" v="1561" actId="478"/>
          <ac:picMkLst>
            <pc:docMk/>
            <pc:sldMk cId="3280391704" sldId="325"/>
            <ac:picMk id="5" creationId="{ED74138D-0CC3-4C41-BB73-D8112C5AFE7D}"/>
          </ac:picMkLst>
        </pc:picChg>
        <pc:picChg chg="add mod">
          <ac:chgData name="James Franklin" userId="cf915d05-507f-491f-b4a6-b2aa085ee4b1" providerId="ADAL" clId="{BFBABF31-9B50-4A3E-9B84-0AFEAA56F458}" dt="2021-11-29T08:59:15.233" v="1566"/>
          <ac:picMkLst>
            <pc:docMk/>
            <pc:sldMk cId="3280391704" sldId="325"/>
            <ac:picMk id="7" creationId="{089EC5FE-56F1-4AFE-A804-5149F865F339}"/>
          </ac:picMkLst>
        </pc:picChg>
        <pc:picChg chg="add del mod">
          <ac:chgData name="James Franklin" userId="cf915d05-507f-491f-b4a6-b2aa085ee4b1" providerId="ADAL" clId="{BFBABF31-9B50-4A3E-9B84-0AFEAA56F458}" dt="2021-11-29T08:58:33.864" v="1560" actId="478"/>
          <ac:picMkLst>
            <pc:docMk/>
            <pc:sldMk cId="3280391704" sldId="325"/>
            <ac:picMk id="1026" creationId="{B0F9737A-F39F-4A1C-B5CA-9EA2B43B7EE8}"/>
          </ac:picMkLst>
        </pc:picChg>
      </pc:sldChg>
      <pc:sldChg chg="modSp new mod modClrScheme chgLayout">
        <pc:chgData name="James Franklin" userId="cf915d05-507f-491f-b4a6-b2aa085ee4b1" providerId="ADAL" clId="{BFBABF31-9B50-4A3E-9B84-0AFEAA56F458}" dt="2021-11-29T08:45:38.226" v="1376" actId="700"/>
        <pc:sldMkLst>
          <pc:docMk/>
          <pc:sldMk cId="3703865938" sldId="326"/>
        </pc:sldMkLst>
        <pc:spChg chg="mod ord">
          <ac:chgData name="James Franklin" userId="cf915d05-507f-491f-b4a6-b2aa085ee4b1" providerId="ADAL" clId="{BFBABF31-9B50-4A3E-9B84-0AFEAA56F458}" dt="2021-11-29T08:45:38.226" v="1376" actId="700"/>
          <ac:spMkLst>
            <pc:docMk/>
            <pc:sldMk cId="3703865938" sldId="326"/>
            <ac:spMk id="2" creationId="{742790BE-63B8-4EF8-859B-2983F98970B5}"/>
          </ac:spMkLst>
        </pc:spChg>
        <pc:spChg chg="mod ord">
          <ac:chgData name="James Franklin" userId="cf915d05-507f-491f-b4a6-b2aa085ee4b1" providerId="ADAL" clId="{BFBABF31-9B50-4A3E-9B84-0AFEAA56F458}" dt="2021-11-29T08:45:38.226" v="1376" actId="700"/>
          <ac:spMkLst>
            <pc:docMk/>
            <pc:sldMk cId="3703865938" sldId="326"/>
            <ac:spMk id="3" creationId="{479A6028-7DE9-489E-8AAA-C2FC62AA1D65}"/>
          </ac:spMkLst>
        </pc:spChg>
      </pc:sldChg>
      <pc:sldChg chg="addSp delSp modSp new mod modClrScheme addCm chgLayout">
        <pc:chgData name="James Franklin" userId="cf915d05-507f-491f-b4a6-b2aa085ee4b1" providerId="ADAL" clId="{BFBABF31-9B50-4A3E-9B84-0AFEAA56F458}" dt="2021-11-29T09:13:27.449" v="2352"/>
        <pc:sldMkLst>
          <pc:docMk/>
          <pc:sldMk cId="2512145806" sldId="327"/>
        </pc:sldMkLst>
        <pc:spChg chg="del mod ord">
          <ac:chgData name="James Franklin" userId="cf915d05-507f-491f-b4a6-b2aa085ee4b1" providerId="ADAL" clId="{BFBABF31-9B50-4A3E-9B84-0AFEAA56F458}" dt="2021-11-29T08:59:55.086" v="1569" actId="700"/>
          <ac:spMkLst>
            <pc:docMk/>
            <pc:sldMk cId="2512145806" sldId="327"/>
            <ac:spMk id="2" creationId="{B9613AF6-378E-4437-8490-730E61421E6D}"/>
          </ac:spMkLst>
        </pc:spChg>
        <pc:spChg chg="del mod ord">
          <ac:chgData name="James Franklin" userId="cf915d05-507f-491f-b4a6-b2aa085ee4b1" providerId="ADAL" clId="{BFBABF31-9B50-4A3E-9B84-0AFEAA56F458}" dt="2021-11-29T08:59:55.086" v="1569" actId="700"/>
          <ac:spMkLst>
            <pc:docMk/>
            <pc:sldMk cId="2512145806" sldId="327"/>
            <ac:spMk id="3" creationId="{BA766048-4BA4-4746-8916-AFE114B11095}"/>
          </ac:spMkLst>
        </pc:spChg>
        <pc:spChg chg="add mod ord">
          <ac:chgData name="James Franklin" userId="cf915d05-507f-491f-b4a6-b2aa085ee4b1" providerId="ADAL" clId="{BFBABF31-9B50-4A3E-9B84-0AFEAA56F458}" dt="2021-11-29T09:00:06.048" v="1599" actId="20577"/>
          <ac:spMkLst>
            <pc:docMk/>
            <pc:sldMk cId="2512145806" sldId="327"/>
            <ac:spMk id="4" creationId="{47236E5C-95A3-42D2-9236-79322EDB40A0}"/>
          </ac:spMkLst>
        </pc:spChg>
        <pc:spChg chg="add mod ord">
          <ac:chgData name="James Franklin" userId="cf915d05-507f-491f-b4a6-b2aa085ee4b1" providerId="ADAL" clId="{BFBABF31-9B50-4A3E-9B84-0AFEAA56F458}" dt="2021-11-29T09:12:19.169" v="2351" actId="20577"/>
          <ac:spMkLst>
            <pc:docMk/>
            <pc:sldMk cId="2512145806" sldId="327"/>
            <ac:spMk id="5" creationId="{292ABBD2-B3FD-4FB9-9A20-B43AE691E624}"/>
          </ac:spMkLst>
        </pc:spChg>
        <pc:spChg chg="add mod">
          <ac:chgData name="James Franklin" userId="cf915d05-507f-491f-b4a6-b2aa085ee4b1" providerId="ADAL" clId="{BFBABF31-9B50-4A3E-9B84-0AFEAA56F458}" dt="2021-11-29T09:09:07.080" v="2326" actId="14100"/>
          <ac:spMkLst>
            <pc:docMk/>
            <pc:sldMk cId="2512145806" sldId="327"/>
            <ac:spMk id="6" creationId="{32AD8E5E-427A-41DC-AB33-40B1ACA8B0CC}"/>
          </ac:spMkLst>
        </pc:spChg>
        <pc:spChg chg="add mod ord">
          <ac:chgData name="James Franklin" userId="cf915d05-507f-491f-b4a6-b2aa085ee4b1" providerId="ADAL" clId="{BFBABF31-9B50-4A3E-9B84-0AFEAA56F458}" dt="2021-11-29T09:11:38.889" v="2343" actId="167"/>
          <ac:spMkLst>
            <pc:docMk/>
            <pc:sldMk cId="2512145806" sldId="327"/>
            <ac:spMk id="7" creationId="{4EAF361A-2B47-44A2-A896-B0B514499F37}"/>
          </ac:spMkLst>
        </pc:spChg>
        <pc:spChg chg="add mod ord">
          <ac:chgData name="James Franklin" userId="cf915d05-507f-491f-b4a6-b2aa085ee4b1" providerId="ADAL" clId="{BFBABF31-9B50-4A3E-9B84-0AFEAA56F458}" dt="2021-11-29T09:11:50.656" v="2345" actId="167"/>
          <ac:spMkLst>
            <pc:docMk/>
            <pc:sldMk cId="2512145806" sldId="327"/>
            <ac:spMk id="8" creationId="{CB1D9026-A0CA-414B-A17F-75B1E88678E4}"/>
          </ac:spMkLst>
        </pc:spChg>
        <pc:spChg chg="add mod">
          <ac:chgData name="James Franklin" userId="cf915d05-507f-491f-b4a6-b2aa085ee4b1" providerId="ADAL" clId="{BFBABF31-9B50-4A3E-9B84-0AFEAA56F458}" dt="2021-11-29T09:10:44.343" v="2333"/>
          <ac:spMkLst>
            <pc:docMk/>
            <pc:sldMk cId="2512145806" sldId="327"/>
            <ac:spMk id="9" creationId="{35A0CD3A-F7ED-4EBE-A094-61FB22809976}"/>
          </ac:spMkLst>
        </pc:spChg>
        <pc:spChg chg="add mod">
          <ac:chgData name="James Franklin" userId="cf915d05-507f-491f-b4a6-b2aa085ee4b1" providerId="ADAL" clId="{BFBABF31-9B50-4A3E-9B84-0AFEAA56F458}" dt="2021-11-29T09:10:44.343" v="2333"/>
          <ac:spMkLst>
            <pc:docMk/>
            <pc:sldMk cId="2512145806" sldId="327"/>
            <ac:spMk id="10" creationId="{0E735F71-FA34-4DAC-9F9C-D442E0A4B6B6}"/>
          </ac:spMkLst>
        </pc:spChg>
        <pc:spChg chg="add mod ord">
          <ac:chgData name="James Franklin" userId="cf915d05-507f-491f-b4a6-b2aa085ee4b1" providerId="ADAL" clId="{BFBABF31-9B50-4A3E-9B84-0AFEAA56F458}" dt="2021-11-29T09:11:50.656" v="2345" actId="167"/>
          <ac:spMkLst>
            <pc:docMk/>
            <pc:sldMk cId="2512145806" sldId="327"/>
            <ac:spMk id="11" creationId="{C7346EDC-8006-4C47-9C46-33C863E209F9}"/>
          </ac:spMkLst>
        </pc:spChg>
      </pc:sldChg>
    </pc:docChg>
  </pc:docChgLst>
  <pc:docChgLst>
    <pc:chgData name="James Franklin" userId="cf915d05-507f-491f-b4a6-b2aa085ee4b1" providerId="ADAL" clId="{D3FF8336-ED79-4E1F-B337-139C90FD7A67}"/>
    <pc:docChg chg="modSld">
      <pc:chgData name="James Franklin" userId="cf915d05-507f-491f-b4a6-b2aa085ee4b1" providerId="ADAL" clId="{D3FF8336-ED79-4E1F-B337-139C90FD7A67}" dt="2020-05-28T09:29:28.532" v="89" actId="14100"/>
      <pc:docMkLst>
        <pc:docMk/>
      </pc:docMkLst>
      <pc:sldChg chg="modSp mod">
        <pc:chgData name="James Franklin" userId="cf915d05-507f-491f-b4a6-b2aa085ee4b1" providerId="ADAL" clId="{D3FF8336-ED79-4E1F-B337-139C90FD7A67}" dt="2020-05-28T09:29:28.532" v="89" actId="14100"/>
        <pc:sldMkLst>
          <pc:docMk/>
          <pc:sldMk cId="3225159349" sldId="265"/>
        </pc:sldMkLst>
        <pc:spChg chg="mod">
          <ac:chgData name="James Franklin" userId="cf915d05-507f-491f-b4a6-b2aa085ee4b1" providerId="ADAL" clId="{D3FF8336-ED79-4E1F-B337-139C90FD7A67}" dt="2020-05-28T09:29:16.413" v="87" actId="20577"/>
          <ac:spMkLst>
            <pc:docMk/>
            <pc:sldMk cId="3225159349" sldId="265"/>
            <ac:spMk id="3" creationId="{8527BA25-C1DE-4A24-BEED-4025C2351C03}"/>
          </ac:spMkLst>
        </pc:spChg>
        <pc:picChg chg="mod">
          <ac:chgData name="James Franklin" userId="cf915d05-507f-491f-b4a6-b2aa085ee4b1" providerId="ADAL" clId="{D3FF8336-ED79-4E1F-B337-139C90FD7A67}" dt="2020-05-28T09:29:28.532" v="89" actId="14100"/>
          <ac:picMkLst>
            <pc:docMk/>
            <pc:sldMk cId="3225159349" sldId="265"/>
            <ac:picMk id="5" creationId="{00000000-0000-0000-0000-000000000000}"/>
          </ac:picMkLst>
        </pc:picChg>
      </pc:sldChg>
    </pc:docChg>
  </pc:docChgLst>
  <pc:docChgLst>
    <pc:chgData name="James Franklin" userId="cf915d05-507f-491f-b4a6-b2aa085ee4b1" providerId="ADAL" clId="{6204B8D9-CEE5-4923-8D26-107DB8F9D45C}"/>
    <pc:docChg chg="undo custSel addSld delSld modSld sldOrd">
      <pc:chgData name="James Franklin" userId="cf915d05-507f-491f-b4a6-b2aa085ee4b1" providerId="ADAL" clId="{6204B8D9-CEE5-4923-8D26-107DB8F9D45C}" dt="2020-03-09T19:44:27.426" v="3123" actId="20577"/>
      <pc:docMkLst>
        <pc:docMk/>
      </pc:docMkLst>
      <pc:sldChg chg="modSp">
        <pc:chgData name="James Franklin" userId="cf915d05-507f-491f-b4a6-b2aa085ee4b1" providerId="ADAL" clId="{6204B8D9-CEE5-4923-8D26-107DB8F9D45C}" dt="2020-03-06T09:09:35.213" v="47" actId="6549"/>
        <pc:sldMkLst>
          <pc:docMk/>
          <pc:sldMk cId="4090538755" sldId="262"/>
        </pc:sldMkLst>
        <pc:spChg chg="mod">
          <ac:chgData name="James Franklin" userId="cf915d05-507f-491f-b4a6-b2aa085ee4b1" providerId="ADAL" clId="{6204B8D9-CEE5-4923-8D26-107DB8F9D45C}" dt="2020-03-06T09:09:35.213" v="47" actId="6549"/>
          <ac:spMkLst>
            <pc:docMk/>
            <pc:sldMk cId="4090538755" sldId="262"/>
            <ac:spMk id="4" creationId="{00000000-0000-0000-0000-000000000000}"/>
          </ac:spMkLst>
        </pc:spChg>
      </pc:sldChg>
      <pc:sldChg chg="addSp delSp modSp addCm modCm">
        <pc:chgData name="James Franklin" userId="cf915d05-507f-491f-b4a6-b2aa085ee4b1" providerId="ADAL" clId="{6204B8D9-CEE5-4923-8D26-107DB8F9D45C}" dt="2020-03-06T14:35:31.231" v="3111" actId="478"/>
        <pc:sldMkLst>
          <pc:docMk/>
          <pc:sldMk cId="2021957821" sldId="264"/>
        </pc:sldMkLst>
        <pc:spChg chg="mod">
          <ac:chgData name="James Franklin" userId="cf915d05-507f-491f-b4a6-b2aa085ee4b1" providerId="ADAL" clId="{6204B8D9-CEE5-4923-8D26-107DB8F9D45C}" dt="2020-03-06T09:38:58.711" v="593" actId="20577"/>
          <ac:spMkLst>
            <pc:docMk/>
            <pc:sldMk cId="2021957821" sldId="264"/>
            <ac:spMk id="4" creationId="{00000000-0000-0000-0000-000000000000}"/>
          </ac:spMkLst>
        </pc:spChg>
        <pc:spChg chg="del">
          <ac:chgData name="James Franklin" userId="cf915d05-507f-491f-b4a6-b2aa085ee4b1" providerId="ADAL" clId="{6204B8D9-CEE5-4923-8D26-107DB8F9D45C}" dt="2020-03-06T09:28:21.377" v="199" actId="478"/>
          <ac:spMkLst>
            <pc:docMk/>
            <pc:sldMk cId="2021957821" sldId="264"/>
            <ac:spMk id="5" creationId="{00000000-0000-0000-0000-000000000000}"/>
          </ac:spMkLst>
        </pc:spChg>
        <pc:spChg chg="del">
          <ac:chgData name="James Franklin" userId="cf915d05-507f-491f-b4a6-b2aa085ee4b1" providerId="ADAL" clId="{6204B8D9-CEE5-4923-8D26-107DB8F9D45C}" dt="2020-03-06T09:28:21.377" v="199" actId="478"/>
          <ac:spMkLst>
            <pc:docMk/>
            <pc:sldMk cId="2021957821" sldId="264"/>
            <ac:spMk id="8" creationId="{00000000-0000-0000-0000-000000000000}"/>
          </ac:spMkLst>
        </pc:spChg>
        <pc:spChg chg="add del mod">
          <ac:chgData name="James Franklin" userId="cf915d05-507f-491f-b4a6-b2aa085ee4b1" providerId="ADAL" clId="{6204B8D9-CEE5-4923-8D26-107DB8F9D45C}" dt="2020-03-06T09:26:18.608" v="144" actId="478"/>
          <ac:spMkLst>
            <pc:docMk/>
            <pc:sldMk cId="2021957821" sldId="264"/>
            <ac:spMk id="38" creationId="{83F364EF-23E2-4912-8ED9-6B07C3404BE6}"/>
          </ac:spMkLst>
        </pc:spChg>
        <pc:spChg chg="add mod">
          <ac:chgData name="James Franklin" userId="cf915d05-507f-491f-b4a6-b2aa085ee4b1" providerId="ADAL" clId="{6204B8D9-CEE5-4923-8D26-107DB8F9D45C}" dt="2020-03-06T09:36:57.300" v="519" actId="167"/>
          <ac:spMkLst>
            <pc:docMk/>
            <pc:sldMk cId="2021957821" sldId="264"/>
            <ac:spMk id="47" creationId="{A8634D05-FD09-46B3-9AC5-D0330AAF648E}"/>
          </ac:spMkLst>
        </pc:spChg>
        <pc:spChg chg="add del mod">
          <ac:chgData name="James Franklin" userId="cf915d05-507f-491f-b4a6-b2aa085ee4b1" providerId="ADAL" clId="{6204B8D9-CEE5-4923-8D26-107DB8F9D45C}" dt="2020-03-06T09:26:31.339" v="150" actId="478"/>
          <ac:spMkLst>
            <pc:docMk/>
            <pc:sldMk cId="2021957821" sldId="264"/>
            <ac:spMk id="48" creationId="{EA7CB717-BBEF-44AF-8750-04DCBB88FB2D}"/>
          </ac:spMkLst>
        </pc:spChg>
        <pc:spChg chg="add mod">
          <ac:chgData name="James Franklin" userId="cf915d05-507f-491f-b4a6-b2aa085ee4b1" providerId="ADAL" clId="{6204B8D9-CEE5-4923-8D26-107DB8F9D45C}" dt="2020-03-06T09:39:10.479" v="599" actId="20577"/>
          <ac:spMkLst>
            <pc:docMk/>
            <pc:sldMk cId="2021957821" sldId="264"/>
            <ac:spMk id="50" creationId="{8A7279AD-2A93-4EA2-80EB-51D86696EB2D}"/>
          </ac:spMkLst>
        </pc:spChg>
        <pc:spChg chg="add mod">
          <ac:chgData name="James Franklin" userId="cf915d05-507f-491f-b4a6-b2aa085ee4b1" providerId="ADAL" clId="{6204B8D9-CEE5-4923-8D26-107DB8F9D45C}" dt="2020-03-06T09:36:57.300" v="519" actId="167"/>
          <ac:spMkLst>
            <pc:docMk/>
            <pc:sldMk cId="2021957821" sldId="264"/>
            <ac:spMk id="52" creationId="{FBFD64DB-C2AE-4C6D-B141-7CF9436D5438}"/>
          </ac:spMkLst>
        </pc:spChg>
        <pc:spChg chg="add mod">
          <ac:chgData name="James Franklin" userId="cf915d05-507f-491f-b4a6-b2aa085ee4b1" providerId="ADAL" clId="{6204B8D9-CEE5-4923-8D26-107DB8F9D45C}" dt="2020-03-06T09:36:57.300" v="519" actId="167"/>
          <ac:spMkLst>
            <pc:docMk/>
            <pc:sldMk cId="2021957821" sldId="264"/>
            <ac:spMk id="1027" creationId="{A1641A8A-CAA7-4343-A275-453D110D9ECE}"/>
          </ac:spMkLst>
        </pc:spChg>
        <pc:spChg chg="add mod">
          <ac:chgData name="James Franklin" userId="cf915d05-507f-491f-b4a6-b2aa085ee4b1" providerId="ADAL" clId="{6204B8D9-CEE5-4923-8D26-107DB8F9D45C}" dt="2020-03-06T09:36:57.300" v="519" actId="167"/>
          <ac:spMkLst>
            <pc:docMk/>
            <pc:sldMk cId="2021957821" sldId="264"/>
            <ac:spMk id="1038" creationId="{6E877207-83A4-4296-B0F3-CE1B6AC95F27}"/>
          </ac:spMkLst>
        </pc:spChg>
        <pc:grpChg chg="del mod">
          <ac:chgData name="James Franklin" userId="cf915d05-507f-491f-b4a6-b2aa085ee4b1" providerId="ADAL" clId="{6204B8D9-CEE5-4923-8D26-107DB8F9D45C}" dt="2020-03-06T14:35:31.231" v="3111" actId="478"/>
          <ac:grpSpMkLst>
            <pc:docMk/>
            <pc:sldMk cId="2021957821" sldId="264"/>
            <ac:grpSpMk id="9" creationId="{00000000-0000-0000-0000-000000000000}"/>
          </ac:grpSpMkLst>
        </pc:grpChg>
        <pc:picChg chg="add del mod">
          <ac:chgData name="James Franklin" userId="cf915d05-507f-491f-b4a6-b2aa085ee4b1" providerId="ADAL" clId="{6204B8D9-CEE5-4923-8D26-107DB8F9D45C}" dt="2020-03-06T09:14:27.940" v="57" actId="478"/>
          <ac:picMkLst>
            <pc:docMk/>
            <pc:sldMk cId="2021957821" sldId="264"/>
            <ac:picMk id="1026" creationId="{0703351F-950A-4D88-AEB9-C38EB0859C8A}"/>
          </ac:picMkLst>
        </pc:picChg>
        <pc:picChg chg="add mod">
          <ac:chgData name="James Franklin" userId="cf915d05-507f-491f-b4a6-b2aa085ee4b1" providerId="ADAL" clId="{6204B8D9-CEE5-4923-8D26-107DB8F9D45C}" dt="2020-03-06T09:36:57.300" v="519" actId="167"/>
          <ac:picMkLst>
            <pc:docMk/>
            <pc:sldMk cId="2021957821" sldId="264"/>
            <ac:picMk id="1028" creationId="{6C0E5905-8B87-46D0-AB8C-F626E7300489}"/>
          </ac:picMkLst>
        </pc:picChg>
        <pc:picChg chg="add mod">
          <ac:chgData name="James Franklin" userId="cf915d05-507f-491f-b4a6-b2aa085ee4b1" providerId="ADAL" clId="{6204B8D9-CEE5-4923-8D26-107DB8F9D45C}" dt="2020-03-06T09:36:57.300" v="519" actId="167"/>
          <ac:picMkLst>
            <pc:docMk/>
            <pc:sldMk cId="2021957821" sldId="264"/>
            <ac:picMk id="1030" creationId="{B62EBDBD-5A58-4FAD-94FE-F3F391E50085}"/>
          </ac:picMkLst>
        </pc:picChg>
        <pc:picChg chg="add del">
          <ac:chgData name="James Franklin" userId="cf915d05-507f-491f-b4a6-b2aa085ee4b1" providerId="ADAL" clId="{6204B8D9-CEE5-4923-8D26-107DB8F9D45C}" dt="2020-03-06T09:26:33.770" v="152" actId="478"/>
          <ac:picMkLst>
            <pc:docMk/>
            <pc:sldMk cId="2021957821" sldId="264"/>
            <ac:picMk id="1037" creationId="{5757E01D-605B-4F3B-8126-3862D54958E5}"/>
          </ac:picMkLst>
        </pc:picChg>
        <pc:picChg chg="add del mod">
          <ac:chgData name="James Franklin" userId="cf915d05-507f-491f-b4a6-b2aa085ee4b1" providerId="ADAL" clId="{6204B8D9-CEE5-4923-8D26-107DB8F9D45C}" dt="2020-03-06T09:28:50.946" v="204" actId="21"/>
          <ac:picMkLst>
            <pc:docMk/>
            <pc:sldMk cId="2021957821" sldId="264"/>
            <ac:picMk id="1039" creationId="{A23D9215-1492-4C19-B238-5173186A2757}"/>
          </ac:picMkLst>
        </pc:picChg>
        <pc:inkChg chg="add mod">
          <ac:chgData name="James Franklin" userId="cf915d05-507f-491f-b4a6-b2aa085ee4b1" providerId="ADAL" clId="{6204B8D9-CEE5-4923-8D26-107DB8F9D45C}" dt="2020-03-06T09:36:57.300" v="519" actId="167"/>
          <ac:inkMkLst>
            <pc:docMk/>
            <pc:sldMk cId="2021957821" sldId="264"/>
            <ac:inkMk id="46" creationId="{7CC31CA9-1368-4044-8415-E2C352F8874E}"/>
          </ac:inkMkLst>
        </pc:inkChg>
        <pc:inkChg chg="add del">
          <ac:chgData name="James Franklin" userId="cf915d05-507f-491f-b4a6-b2aa085ee4b1" providerId="ADAL" clId="{6204B8D9-CEE5-4923-8D26-107DB8F9D45C}" dt="2020-03-06T09:25:15.936" v="124" actId="9405"/>
          <ac:inkMkLst>
            <pc:docMk/>
            <pc:sldMk cId="2021957821" sldId="264"/>
            <ac:inkMk id="1029" creationId="{6555AB04-80A2-4C80-972E-1EF56E4DB1B7}"/>
          </ac:inkMkLst>
        </pc:inkChg>
        <pc:inkChg chg="add del">
          <ac:chgData name="James Franklin" userId="cf915d05-507f-491f-b4a6-b2aa085ee4b1" providerId="ADAL" clId="{6204B8D9-CEE5-4923-8D26-107DB8F9D45C}" dt="2020-03-06T09:25:19.256" v="126" actId="9405"/>
          <ac:inkMkLst>
            <pc:docMk/>
            <pc:sldMk cId="2021957821" sldId="264"/>
            <ac:inkMk id="1031" creationId="{B5ACF8A2-CA0E-4992-B8E3-5B8CF4A73BFD}"/>
          </ac:inkMkLst>
        </pc:inkChg>
        <pc:inkChg chg="add del">
          <ac:chgData name="James Franklin" userId="cf915d05-507f-491f-b4a6-b2aa085ee4b1" providerId="ADAL" clId="{6204B8D9-CEE5-4923-8D26-107DB8F9D45C}" dt="2020-03-06T09:25:23.177" v="128" actId="9405"/>
          <ac:inkMkLst>
            <pc:docMk/>
            <pc:sldMk cId="2021957821" sldId="264"/>
            <ac:inkMk id="1032" creationId="{09EF3FF4-8CD9-4529-A727-BA2F467DC43E}"/>
          </ac:inkMkLst>
        </pc:inkChg>
        <pc:inkChg chg="add del">
          <ac:chgData name="James Franklin" userId="cf915d05-507f-491f-b4a6-b2aa085ee4b1" providerId="ADAL" clId="{6204B8D9-CEE5-4923-8D26-107DB8F9D45C}" dt="2020-03-06T09:25:26.409" v="130" actId="9405"/>
          <ac:inkMkLst>
            <pc:docMk/>
            <pc:sldMk cId="2021957821" sldId="264"/>
            <ac:inkMk id="1033" creationId="{F2B3A828-3CB4-44AA-98D7-3E5A3CFC5C37}"/>
          </ac:inkMkLst>
        </pc:inkChg>
        <pc:inkChg chg="add del">
          <ac:chgData name="James Franklin" userId="cf915d05-507f-491f-b4a6-b2aa085ee4b1" providerId="ADAL" clId="{6204B8D9-CEE5-4923-8D26-107DB8F9D45C}" dt="2020-03-06T09:25:30.007" v="132" actId="9405"/>
          <ac:inkMkLst>
            <pc:docMk/>
            <pc:sldMk cId="2021957821" sldId="264"/>
            <ac:inkMk id="1034" creationId="{28A78FA7-051B-49B6-B3FC-C2BFAB865D69}"/>
          </ac:inkMkLst>
        </pc:inkChg>
        <pc:inkChg chg="add mod">
          <ac:chgData name="James Franklin" userId="cf915d05-507f-491f-b4a6-b2aa085ee4b1" providerId="ADAL" clId="{6204B8D9-CEE5-4923-8D26-107DB8F9D45C}" dt="2020-03-06T09:36:57.300" v="519" actId="167"/>
          <ac:inkMkLst>
            <pc:docMk/>
            <pc:sldMk cId="2021957821" sldId="264"/>
            <ac:inkMk id="1035" creationId="{826B48D1-0CFA-4549-80B2-49CB6133DCB7}"/>
          </ac:inkMkLst>
        </pc:inkChg>
        <pc:inkChg chg="add del">
          <ac:chgData name="James Franklin" userId="cf915d05-507f-491f-b4a6-b2aa085ee4b1" providerId="ADAL" clId="{6204B8D9-CEE5-4923-8D26-107DB8F9D45C}" dt="2020-03-06T09:25:47.923" v="135" actId="478"/>
          <ac:inkMkLst>
            <pc:docMk/>
            <pc:sldMk cId="2021957821" sldId="264"/>
            <ac:inkMk id="1036" creationId="{C6C554CF-7291-4C65-91AC-9B8403B9C649}"/>
          </ac:inkMkLst>
        </pc:inkChg>
        <pc:cxnChg chg="add del mod">
          <ac:chgData name="James Franklin" userId="cf915d05-507f-491f-b4a6-b2aa085ee4b1" providerId="ADAL" clId="{6204B8D9-CEE5-4923-8D26-107DB8F9D45C}" dt="2020-03-06T09:22:01.580" v="84" actId="478"/>
          <ac:cxnSpMkLst>
            <pc:docMk/>
            <pc:sldMk cId="2021957821" sldId="264"/>
            <ac:cxnSpMk id="6" creationId="{9F73E5DA-E7CC-4399-83F5-5C3671858070}"/>
          </ac:cxnSpMkLst>
        </pc:cxnChg>
        <pc:cxnChg chg="add mod">
          <ac:chgData name="James Franklin" userId="cf915d05-507f-491f-b4a6-b2aa085ee4b1" providerId="ADAL" clId="{6204B8D9-CEE5-4923-8D26-107DB8F9D45C}" dt="2020-03-06T09:36:57.300" v="519" actId="167"/>
          <ac:cxnSpMkLst>
            <pc:docMk/>
            <pc:sldMk cId="2021957821" sldId="264"/>
            <ac:cxnSpMk id="14" creationId="{5032A13E-CC74-476B-ACE2-74B189F8D32D}"/>
          </ac:cxnSpMkLst>
        </pc:cxnChg>
        <pc:cxnChg chg="add mod">
          <ac:chgData name="James Franklin" userId="cf915d05-507f-491f-b4a6-b2aa085ee4b1" providerId="ADAL" clId="{6204B8D9-CEE5-4923-8D26-107DB8F9D45C}" dt="2020-03-06T09:36:57.300" v="519" actId="167"/>
          <ac:cxnSpMkLst>
            <pc:docMk/>
            <pc:sldMk cId="2021957821" sldId="264"/>
            <ac:cxnSpMk id="18" creationId="{54188E5A-6F06-47D9-A7D3-E5F19DE50EB4}"/>
          </ac:cxnSpMkLst>
        </pc:cxnChg>
        <pc:cxnChg chg="add mod">
          <ac:chgData name="James Franklin" userId="cf915d05-507f-491f-b4a6-b2aa085ee4b1" providerId="ADAL" clId="{6204B8D9-CEE5-4923-8D26-107DB8F9D45C}" dt="2020-03-06T09:36:57.300" v="519" actId="167"/>
          <ac:cxnSpMkLst>
            <pc:docMk/>
            <pc:sldMk cId="2021957821" sldId="264"/>
            <ac:cxnSpMk id="19" creationId="{ABA071DF-4637-43BE-8C10-AEB723BB63C0}"/>
          </ac:cxnSpMkLst>
        </pc:cxnChg>
        <pc:cxnChg chg="add mod">
          <ac:chgData name="James Franklin" userId="cf915d05-507f-491f-b4a6-b2aa085ee4b1" providerId="ADAL" clId="{6204B8D9-CEE5-4923-8D26-107DB8F9D45C}" dt="2020-03-06T09:36:57.300" v="519" actId="167"/>
          <ac:cxnSpMkLst>
            <pc:docMk/>
            <pc:sldMk cId="2021957821" sldId="264"/>
            <ac:cxnSpMk id="20" creationId="{37AC2E31-2ACA-4D38-B7E6-0CE216256B80}"/>
          </ac:cxnSpMkLst>
        </pc:cxnChg>
      </pc:sldChg>
      <pc:sldChg chg="addSp delSp modSp">
        <pc:chgData name="James Franklin" userId="cf915d05-507f-491f-b4a6-b2aa085ee4b1" providerId="ADAL" clId="{6204B8D9-CEE5-4923-8D26-107DB8F9D45C}" dt="2020-03-06T09:43:17.646" v="787" actId="20577"/>
        <pc:sldMkLst>
          <pc:docMk/>
          <pc:sldMk cId="3225159349" sldId="265"/>
        </pc:sldMkLst>
        <pc:spChg chg="add del mod">
          <ac:chgData name="James Franklin" userId="cf915d05-507f-491f-b4a6-b2aa085ee4b1" providerId="ADAL" clId="{6204B8D9-CEE5-4923-8D26-107DB8F9D45C}" dt="2020-03-06T09:40:42.851" v="604"/>
          <ac:spMkLst>
            <pc:docMk/>
            <pc:sldMk cId="3225159349" sldId="265"/>
            <ac:spMk id="2" creationId="{1385240D-BD84-4831-97C8-910190183328}"/>
          </ac:spMkLst>
        </pc:spChg>
        <pc:spChg chg="add mod">
          <ac:chgData name="James Franklin" userId="cf915d05-507f-491f-b4a6-b2aa085ee4b1" providerId="ADAL" clId="{6204B8D9-CEE5-4923-8D26-107DB8F9D45C}" dt="2020-03-06T09:43:17.646" v="787" actId="20577"/>
          <ac:spMkLst>
            <pc:docMk/>
            <pc:sldMk cId="3225159349" sldId="265"/>
            <ac:spMk id="3" creationId="{8527BA25-C1DE-4A24-BEED-4025C2351C03}"/>
          </ac:spMkLst>
        </pc:spChg>
        <pc:picChg chg="mod">
          <ac:chgData name="James Franklin" userId="cf915d05-507f-491f-b4a6-b2aa085ee4b1" providerId="ADAL" clId="{6204B8D9-CEE5-4923-8D26-107DB8F9D45C}" dt="2020-03-06T09:42:16.062" v="738" actId="1076"/>
          <ac:picMkLst>
            <pc:docMk/>
            <pc:sldMk cId="3225159349" sldId="265"/>
            <ac:picMk id="5" creationId="{00000000-0000-0000-0000-000000000000}"/>
          </ac:picMkLst>
        </pc:picChg>
      </pc:sldChg>
      <pc:sldChg chg="addSp delSp modSp">
        <pc:chgData name="James Franklin" userId="cf915d05-507f-491f-b4a6-b2aa085ee4b1" providerId="ADAL" clId="{6204B8D9-CEE5-4923-8D26-107DB8F9D45C}" dt="2020-03-06T09:44:01.069" v="877" actId="1076"/>
        <pc:sldMkLst>
          <pc:docMk/>
          <pc:sldMk cId="2512289805" sldId="266"/>
        </pc:sldMkLst>
        <pc:spChg chg="add del mod">
          <ac:chgData name="James Franklin" userId="cf915d05-507f-491f-b4a6-b2aa085ee4b1" providerId="ADAL" clId="{6204B8D9-CEE5-4923-8D26-107DB8F9D45C}" dt="2020-03-06T09:42:39.505" v="744"/>
          <ac:spMkLst>
            <pc:docMk/>
            <pc:sldMk cId="2512289805" sldId="266"/>
            <ac:spMk id="2" creationId="{359D56F9-8A23-49F6-B0DD-67F6A61C3331}"/>
          </ac:spMkLst>
        </pc:spChg>
        <pc:spChg chg="add mod">
          <ac:chgData name="James Franklin" userId="cf915d05-507f-491f-b4a6-b2aa085ee4b1" providerId="ADAL" clId="{6204B8D9-CEE5-4923-8D26-107DB8F9D45C}" dt="2020-03-06T09:43:54.393" v="875" actId="20577"/>
          <ac:spMkLst>
            <pc:docMk/>
            <pc:sldMk cId="2512289805" sldId="266"/>
            <ac:spMk id="3" creationId="{688DE72B-500C-4809-9550-35C964406F24}"/>
          </ac:spMkLst>
        </pc:spChg>
        <pc:picChg chg="mod">
          <ac:chgData name="James Franklin" userId="cf915d05-507f-491f-b4a6-b2aa085ee4b1" providerId="ADAL" clId="{6204B8D9-CEE5-4923-8D26-107DB8F9D45C}" dt="2020-03-06T09:44:01.069" v="877" actId="1076"/>
          <ac:picMkLst>
            <pc:docMk/>
            <pc:sldMk cId="2512289805" sldId="266"/>
            <ac:picMk id="5" creationId="{00000000-0000-0000-0000-000000000000}"/>
          </ac:picMkLst>
        </pc:picChg>
      </pc:sldChg>
      <pc:sldChg chg="modSp">
        <pc:chgData name="James Franklin" userId="cf915d05-507f-491f-b4a6-b2aa085ee4b1" providerId="ADAL" clId="{6204B8D9-CEE5-4923-8D26-107DB8F9D45C}" dt="2020-03-06T10:22:24.171" v="941" actId="113"/>
        <pc:sldMkLst>
          <pc:docMk/>
          <pc:sldMk cId="2429656194" sldId="267"/>
        </pc:sldMkLst>
        <pc:spChg chg="mod">
          <ac:chgData name="James Franklin" userId="cf915d05-507f-491f-b4a6-b2aa085ee4b1" providerId="ADAL" clId="{6204B8D9-CEE5-4923-8D26-107DB8F9D45C}" dt="2020-03-06T10:22:24.171" v="941" actId="113"/>
          <ac:spMkLst>
            <pc:docMk/>
            <pc:sldMk cId="2429656194" sldId="267"/>
            <ac:spMk id="3" creationId="{00000000-0000-0000-0000-000000000000}"/>
          </ac:spMkLst>
        </pc:spChg>
      </pc:sldChg>
      <pc:sldChg chg="modSp">
        <pc:chgData name="James Franklin" userId="cf915d05-507f-491f-b4a6-b2aa085ee4b1" providerId="ADAL" clId="{6204B8D9-CEE5-4923-8D26-107DB8F9D45C}" dt="2020-03-09T19:44:27.426" v="3123" actId="20577"/>
        <pc:sldMkLst>
          <pc:docMk/>
          <pc:sldMk cId="2635350195" sldId="268"/>
        </pc:sldMkLst>
        <pc:spChg chg="mod">
          <ac:chgData name="James Franklin" userId="cf915d05-507f-491f-b4a6-b2aa085ee4b1" providerId="ADAL" clId="{6204B8D9-CEE5-4923-8D26-107DB8F9D45C}" dt="2020-03-09T19:44:27.426" v="3123" actId="20577"/>
          <ac:spMkLst>
            <pc:docMk/>
            <pc:sldMk cId="2635350195" sldId="268"/>
            <ac:spMk id="3" creationId="{00000000-0000-0000-0000-000000000000}"/>
          </ac:spMkLst>
        </pc:spChg>
        <pc:spChg chg="mod">
          <ac:chgData name="James Franklin" userId="cf915d05-507f-491f-b4a6-b2aa085ee4b1" providerId="ADAL" clId="{6204B8D9-CEE5-4923-8D26-107DB8F9D45C}" dt="2020-03-06T16:14:42.726" v="3121" actId="6549"/>
          <ac:spMkLst>
            <pc:docMk/>
            <pc:sldMk cId="2635350195" sldId="268"/>
            <ac:spMk id="4" creationId="{00000000-0000-0000-0000-000000000000}"/>
          </ac:spMkLst>
        </pc:spChg>
      </pc:sldChg>
      <pc:sldChg chg="modSp">
        <pc:chgData name="James Franklin" userId="cf915d05-507f-491f-b4a6-b2aa085ee4b1" providerId="ADAL" clId="{6204B8D9-CEE5-4923-8D26-107DB8F9D45C}" dt="2020-03-06T10:43:37.088" v="1163" actId="113"/>
        <pc:sldMkLst>
          <pc:docMk/>
          <pc:sldMk cId="2924861978" sldId="269"/>
        </pc:sldMkLst>
        <pc:spChg chg="mod">
          <ac:chgData name="James Franklin" userId="cf915d05-507f-491f-b4a6-b2aa085ee4b1" providerId="ADAL" clId="{6204B8D9-CEE5-4923-8D26-107DB8F9D45C}" dt="2020-03-06T10:43:37.088" v="1163" actId="113"/>
          <ac:spMkLst>
            <pc:docMk/>
            <pc:sldMk cId="2924861978" sldId="269"/>
            <ac:spMk id="3" creationId="{00000000-0000-0000-0000-000000000000}"/>
          </ac:spMkLst>
        </pc:spChg>
      </pc:sldChg>
      <pc:sldChg chg="addSp delSp modSp addCm delCm modCm">
        <pc:chgData name="James Franklin" userId="cf915d05-507f-491f-b4a6-b2aa085ee4b1" providerId="ADAL" clId="{6204B8D9-CEE5-4923-8D26-107DB8F9D45C}" dt="2020-03-06T14:35:49.745" v="3113" actId="1592"/>
        <pc:sldMkLst>
          <pc:docMk/>
          <pc:sldMk cId="758369962" sldId="270"/>
        </pc:sldMkLst>
        <pc:spChg chg="mod">
          <ac:chgData name="James Franklin" userId="cf915d05-507f-491f-b4a6-b2aa085ee4b1" providerId="ADAL" clId="{6204B8D9-CEE5-4923-8D26-107DB8F9D45C}" dt="2020-03-06T11:23:22.436" v="1391" actId="20577"/>
          <ac:spMkLst>
            <pc:docMk/>
            <pc:sldMk cId="758369962" sldId="270"/>
            <ac:spMk id="4" creationId="{00000000-0000-0000-0000-000000000000}"/>
          </ac:spMkLst>
        </pc:spChg>
        <pc:picChg chg="del mod">
          <ac:chgData name="James Franklin" userId="cf915d05-507f-491f-b4a6-b2aa085ee4b1" providerId="ADAL" clId="{6204B8D9-CEE5-4923-8D26-107DB8F9D45C}" dt="2020-03-06T14:35:42.688" v="3112" actId="478"/>
          <ac:picMkLst>
            <pc:docMk/>
            <pc:sldMk cId="758369962" sldId="270"/>
            <ac:picMk id="2" creationId="{00000000-0000-0000-0000-000000000000}"/>
          </ac:picMkLst>
        </pc:picChg>
        <pc:picChg chg="add mod">
          <ac:chgData name="James Franklin" userId="cf915d05-507f-491f-b4a6-b2aa085ee4b1" providerId="ADAL" clId="{6204B8D9-CEE5-4923-8D26-107DB8F9D45C}" dt="2020-03-06T12:10:48.936" v="2358" actId="167"/>
          <ac:picMkLst>
            <pc:docMk/>
            <pc:sldMk cId="758369962" sldId="270"/>
            <ac:picMk id="3074" creationId="{7CF14A16-CF03-45EC-ADF6-31912B5CE691}"/>
          </ac:picMkLst>
        </pc:picChg>
      </pc:sldChg>
      <pc:sldChg chg="addSp delSp modSp setBg addCm delCm modCm">
        <pc:chgData name="James Franklin" userId="cf915d05-507f-491f-b4a6-b2aa085ee4b1" providerId="ADAL" clId="{6204B8D9-CEE5-4923-8D26-107DB8F9D45C}" dt="2020-03-06T14:36:01.099" v="3116" actId="1592"/>
        <pc:sldMkLst>
          <pc:docMk/>
          <pc:sldMk cId="2203308184" sldId="271"/>
        </pc:sldMkLst>
        <pc:spChg chg="mod">
          <ac:chgData name="James Franklin" userId="cf915d05-507f-491f-b4a6-b2aa085ee4b1" providerId="ADAL" clId="{6204B8D9-CEE5-4923-8D26-107DB8F9D45C}" dt="2020-03-06T11:34:20.603" v="1702" actId="20577"/>
          <ac:spMkLst>
            <pc:docMk/>
            <pc:sldMk cId="2203308184" sldId="271"/>
            <ac:spMk id="5" creationId="{00000000-0000-0000-0000-000000000000}"/>
          </ac:spMkLst>
        </pc:spChg>
        <pc:picChg chg="del mod">
          <ac:chgData name="James Franklin" userId="cf915d05-507f-491f-b4a6-b2aa085ee4b1" providerId="ADAL" clId="{6204B8D9-CEE5-4923-8D26-107DB8F9D45C}" dt="2020-03-06T14:35:56.735" v="3115" actId="478"/>
          <ac:picMkLst>
            <pc:docMk/>
            <pc:sldMk cId="2203308184" sldId="271"/>
            <ac:picMk id="1026" creationId="{00000000-0000-0000-0000-000000000000}"/>
          </ac:picMkLst>
        </pc:picChg>
        <pc:picChg chg="add mod">
          <ac:chgData name="James Franklin" userId="cf915d05-507f-491f-b4a6-b2aa085ee4b1" providerId="ADAL" clId="{6204B8D9-CEE5-4923-8D26-107DB8F9D45C}" dt="2020-03-06T11:33:56.082" v="1691" actId="1076"/>
          <ac:picMkLst>
            <pc:docMk/>
            <pc:sldMk cId="2203308184" sldId="271"/>
            <ac:picMk id="4098" creationId="{223F55F3-4E8A-4F4E-9951-0BB511D095A8}"/>
          </ac:picMkLst>
        </pc:picChg>
      </pc:sldChg>
      <pc:sldChg chg="modSp addCm delCm modCm">
        <pc:chgData name="James Franklin" userId="cf915d05-507f-491f-b4a6-b2aa085ee4b1" providerId="ADAL" clId="{6204B8D9-CEE5-4923-8D26-107DB8F9D45C}" dt="2020-03-06T11:44:01.450" v="2032" actId="1592"/>
        <pc:sldMkLst>
          <pc:docMk/>
          <pc:sldMk cId="1294072521" sldId="272"/>
        </pc:sldMkLst>
        <pc:spChg chg="mod">
          <ac:chgData name="James Franklin" userId="cf915d05-507f-491f-b4a6-b2aa085ee4b1" providerId="ADAL" clId="{6204B8D9-CEE5-4923-8D26-107DB8F9D45C}" dt="2020-03-06T11:43:41.411" v="2029" actId="6549"/>
          <ac:spMkLst>
            <pc:docMk/>
            <pc:sldMk cId="1294072521" sldId="272"/>
            <ac:spMk id="4" creationId="{00000000-0000-0000-0000-000000000000}"/>
          </ac:spMkLst>
        </pc:spChg>
      </pc:sldChg>
      <pc:sldChg chg="addSp delSp modSp">
        <pc:chgData name="James Franklin" userId="cf915d05-507f-491f-b4a6-b2aa085ee4b1" providerId="ADAL" clId="{6204B8D9-CEE5-4923-8D26-107DB8F9D45C}" dt="2020-03-06T14:36:05.273" v="3117" actId="478"/>
        <pc:sldMkLst>
          <pc:docMk/>
          <pc:sldMk cId="1101683052" sldId="273"/>
        </pc:sldMkLst>
        <pc:spChg chg="mod">
          <ac:chgData name="James Franklin" userId="cf915d05-507f-491f-b4a6-b2aa085ee4b1" providerId="ADAL" clId="{6204B8D9-CEE5-4923-8D26-107DB8F9D45C}" dt="2020-03-06T11:44:33.635" v="2050" actId="20577"/>
          <ac:spMkLst>
            <pc:docMk/>
            <pc:sldMk cId="1101683052" sldId="273"/>
            <ac:spMk id="3" creationId="{00000000-0000-0000-0000-000000000000}"/>
          </ac:spMkLst>
        </pc:spChg>
        <pc:spChg chg="mod">
          <ac:chgData name="James Franklin" userId="cf915d05-507f-491f-b4a6-b2aa085ee4b1" providerId="ADAL" clId="{6204B8D9-CEE5-4923-8D26-107DB8F9D45C}" dt="2020-03-06T11:54:07.665" v="2321" actId="20577"/>
          <ac:spMkLst>
            <pc:docMk/>
            <pc:sldMk cId="1101683052" sldId="273"/>
            <ac:spMk id="4" creationId="{00000000-0000-0000-0000-000000000000}"/>
          </ac:spMkLst>
        </pc:spChg>
        <pc:picChg chg="del mod">
          <ac:chgData name="James Franklin" userId="cf915d05-507f-491f-b4a6-b2aa085ee4b1" providerId="ADAL" clId="{6204B8D9-CEE5-4923-8D26-107DB8F9D45C}" dt="2020-03-06T14:36:05.273" v="3117" actId="478"/>
          <ac:picMkLst>
            <pc:docMk/>
            <pc:sldMk cId="1101683052" sldId="273"/>
            <ac:picMk id="1026" creationId="{00000000-0000-0000-0000-000000000000}"/>
          </ac:picMkLst>
        </pc:picChg>
        <pc:picChg chg="add mod">
          <ac:chgData name="James Franklin" userId="cf915d05-507f-491f-b4a6-b2aa085ee4b1" providerId="ADAL" clId="{6204B8D9-CEE5-4923-8D26-107DB8F9D45C}" dt="2020-03-06T11:53:50.624" v="2318" actId="732"/>
          <ac:picMkLst>
            <pc:docMk/>
            <pc:sldMk cId="1101683052" sldId="273"/>
            <ac:picMk id="5122" creationId="{2FE44A19-8C86-4B72-950D-843F381DE68D}"/>
          </ac:picMkLst>
        </pc:picChg>
      </pc:sldChg>
      <pc:sldChg chg="modSp">
        <pc:chgData name="James Franklin" userId="cf915d05-507f-491f-b4a6-b2aa085ee4b1" providerId="ADAL" clId="{6204B8D9-CEE5-4923-8D26-107DB8F9D45C}" dt="2020-03-06T10:18:45.635" v="879" actId="20577"/>
        <pc:sldMkLst>
          <pc:docMk/>
          <pc:sldMk cId="3323362349" sldId="277"/>
        </pc:sldMkLst>
        <pc:spChg chg="mod">
          <ac:chgData name="James Franklin" userId="cf915d05-507f-491f-b4a6-b2aa085ee4b1" providerId="ADAL" clId="{6204B8D9-CEE5-4923-8D26-107DB8F9D45C}" dt="2020-03-06T10:18:45.635" v="879" actId="20577"/>
          <ac:spMkLst>
            <pc:docMk/>
            <pc:sldMk cId="3323362349" sldId="277"/>
            <ac:spMk id="3" creationId="{00000000-0000-0000-0000-000000000000}"/>
          </ac:spMkLst>
        </pc:spChg>
      </pc:sldChg>
      <pc:sldChg chg="modSp">
        <pc:chgData name="James Franklin" userId="cf915d05-507f-491f-b4a6-b2aa085ee4b1" providerId="ADAL" clId="{6204B8D9-CEE5-4923-8D26-107DB8F9D45C}" dt="2020-03-06T10:20:16.566" v="907" actId="20577"/>
        <pc:sldMkLst>
          <pc:docMk/>
          <pc:sldMk cId="1742271136" sldId="278"/>
        </pc:sldMkLst>
        <pc:spChg chg="mod">
          <ac:chgData name="James Franklin" userId="cf915d05-507f-491f-b4a6-b2aa085ee4b1" providerId="ADAL" clId="{6204B8D9-CEE5-4923-8D26-107DB8F9D45C}" dt="2020-03-06T10:20:16.566" v="907" actId="20577"/>
          <ac:spMkLst>
            <pc:docMk/>
            <pc:sldMk cId="1742271136" sldId="278"/>
            <ac:spMk id="3" creationId="{00000000-0000-0000-0000-000000000000}"/>
          </ac:spMkLst>
        </pc:spChg>
      </pc:sldChg>
      <pc:sldChg chg="addSp delSp modSp add ord">
        <pc:chgData name="James Franklin" userId="cf915d05-507f-491f-b4a6-b2aa085ee4b1" providerId="ADAL" clId="{6204B8D9-CEE5-4923-8D26-107DB8F9D45C}" dt="2020-03-06T11:54:31.600" v="2331" actId="14100"/>
        <pc:sldMkLst>
          <pc:docMk/>
          <pc:sldMk cId="4080298053" sldId="279"/>
        </pc:sldMkLst>
        <pc:spChg chg="mod">
          <ac:chgData name="James Franklin" userId="cf915d05-507f-491f-b4a6-b2aa085ee4b1" providerId="ADAL" clId="{6204B8D9-CEE5-4923-8D26-107DB8F9D45C}" dt="2020-03-05T16:57:05.091" v="11" actId="20577"/>
          <ac:spMkLst>
            <pc:docMk/>
            <pc:sldMk cId="4080298053" sldId="279"/>
            <ac:spMk id="2" creationId="{F8652E53-D2B4-495D-AE1D-D959BFBED59B}"/>
          </ac:spMkLst>
        </pc:spChg>
        <pc:spChg chg="mod">
          <ac:chgData name="James Franklin" userId="cf915d05-507f-491f-b4a6-b2aa085ee4b1" providerId="ADAL" clId="{6204B8D9-CEE5-4923-8D26-107DB8F9D45C}" dt="2020-03-06T09:32:03.121" v="378" actId="20577"/>
          <ac:spMkLst>
            <pc:docMk/>
            <pc:sldMk cId="4080298053" sldId="279"/>
            <ac:spMk id="3" creationId="{31DF558F-1D46-44E3-BBC3-B8211BF8A8D5}"/>
          </ac:spMkLst>
        </pc:spChg>
        <pc:picChg chg="add del mod">
          <ac:chgData name="James Franklin" userId="cf915d05-507f-491f-b4a6-b2aa085ee4b1" providerId="ADAL" clId="{6204B8D9-CEE5-4923-8D26-107DB8F9D45C}" dt="2020-03-06T09:29:31.648" v="207" actId="478"/>
          <ac:picMkLst>
            <pc:docMk/>
            <pc:sldMk cId="4080298053" sldId="279"/>
            <ac:picMk id="4" creationId="{2EF97E76-5B66-4816-AA36-FF7C9AF067E3}"/>
          </ac:picMkLst>
        </pc:picChg>
        <pc:picChg chg="add mod">
          <ac:chgData name="James Franklin" userId="cf915d05-507f-491f-b4a6-b2aa085ee4b1" providerId="ADAL" clId="{6204B8D9-CEE5-4923-8D26-107DB8F9D45C}" dt="2020-03-06T09:32:24.479" v="382" actId="1076"/>
          <ac:picMkLst>
            <pc:docMk/>
            <pc:sldMk cId="4080298053" sldId="279"/>
            <ac:picMk id="5" creationId="{219E2BE0-918B-459A-8B72-2D6BC297ECFA}"/>
          </ac:picMkLst>
        </pc:picChg>
        <pc:picChg chg="add mod">
          <ac:chgData name="James Franklin" userId="cf915d05-507f-491f-b4a6-b2aa085ee4b1" providerId="ADAL" clId="{6204B8D9-CEE5-4923-8D26-107DB8F9D45C}" dt="2020-03-06T11:54:31.600" v="2331" actId="14100"/>
          <ac:picMkLst>
            <pc:docMk/>
            <pc:sldMk cId="4080298053" sldId="279"/>
            <ac:picMk id="2050" creationId="{15EFB971-E860-4A5F-86E0-76C59302EBFB}"/>
          </ac:picMkLst>
        </pc:picChg>
      </pc:sldChg>
      <pc:sldChg chg="add del">
        <pc:chgData name="James Franklin" userId="cf915d05-507f-491f-b4a6-b2aa085ee4b1" providerId="ADAL" clId="{6204B8D9-CEE5-4923-8D26-107DB8F9D45C}" dt="2020-03-05T16:56:58.561" v="1"/>
        <pc:sldMkLst>
          <pc:docMk/>
          <pc:sldMk cId="4169054181" sldId="279"/>
        </pc:sldMkLst>
      </pc:sldChg>
      <pc:sldChg chg="addSp modSp add del">
        <pc:chgData name="James Franklin" userId="cf915d05-507f-491f-b4a6-b2aa085ee4b1" providerId="ADAL" clId="{6204B8D9-CEE5-4923-8D26-107DB8F9D45C}" dt="2020-03-06T09:33:18.635" v="393" actId="47"/>
        <pc:sldMkLst>
          <pc:docMk/>
          <pc:sldMk cId="474337697" sldId="280"/>
        </pc:sldMkLst>
        <pc:spChg chg="mod">
          <ac:chgData name="James Franklin" userId="cf915d05-507f-491f-b4a6-b2aa085ee4b1" providerId="ADAL" clId="{6204B8D9-CEE5-4923-8D26-107DB8F9D45C}" dt="2020-03-05T16:57:26.022" v="28" actId="20577"/>
          <ac:spMkLst>
            <pc:docMk/>
            <pc:sldMk cId="474337697" sldId="280"/>
            <ac:spMk id="2" creationId="{2CD98AEF-568C-43A6-B4F8-704A77D1315A}"/>
          </ac:spMkLst>
        </pc:spChg>
        <pc:spChg chg="add mod">
          <ac:chgData name="James Franklin" userId="cf915d05-507f-491f-b4a6-b2aa085ee4b1" providerId="ADAL" clId="{6204B8D9-CEE5-4923-8D26-107DB8F9D45C}" dt="2020-03-05T16:57:23.713" v="21" actId="207"/>
          <ac:spMkLst>
            <pc:docMk/>
            <pc:sldMk cId="474337697" sldId="280"/>
            <ac:spMk id="4" creationId="{C322CF99-4365-425F-94DA-98A81B05DC28}"/>
          </ac:spMkLst>
        </pc:spChg>
      </pc:sldChg>
      <pc:sldChg chg="addSp delSp modSp add setBg">
        <pc:chgData name="James Franklin" userId="cf915d05-507f-491f-b4a6-b2aa085ee4b1" providerId="ADAL" clId="{6204B8D9-CEE5-4923-8D26-107DB8F9D45C}" dt="2020-03-06T12:20:59.243" v="3110" actId="207"/>
        <pc:sldMkLst>
          <pc:docMk/>
          <pc:sldMk cId="2848832626" sldId="280"/>
        </pc:sldMkLst>
        <pc:spChg chg="mod">
          <ac:chgData name="James Franklin" userId="cf915d05-507f-491f-b4a6-b2aa085ee4b1" providerId="ADAL" clId="{6204B8D9-CEE5-4923-8D26-107DB8F9D45C}" dt="2020-03-06T12:20:59.243" v="3110" actId="207"/>
          <ac:spMkLst>
            <pc:docMk/>
            <pc:sldMk cId="2848832626" sldId="280"/>
            <ac:spMk id="2" creationId="{7A4C4672-7BD4-4C7E-B822-44238001054A}"/>
          </ac:spMkLst>
        </pc:spChg>
        <pc:spChg chg="mod">
          <ac:chgData name="James Franklin" userId="cf915d05-507f-491f-b4a6-b2aa085ee4b1" providerId="ADAL" clId="{6204B8D9-CEE5-4923-8D26-107DB8F9D45C}" dt="2020-03-06T12:20:59.243" v="3110" actId="207"/>
          <ac:spMkLst>
            <pc:docMk/>
            <pc:sldMk cId="2848832626" sldId="280"/>
            <ac:spMk id="3" creationId="{2A83CD5B-1742-4446-8CAB-7E186658E757}"/>
          </ac:spMkLst>
        </pc:spChg>
        <pc:spChg chg="add del">
          <ac:chgData name="James Franklin" userId="cf915d05-507f-491f-b4a6-b2aa085ee4b1" providerId="ADAL" clId="{6204B8D9-CEE5-4923-8D26-107DB8F9D45C}" dt="2020-03-06T12:17:10.495" v="3070" actId="478"/>
          <ac:spMkLst>
            <pc:docMk/>
            <pc:sldMk cId="2848832626" sldId="280"/>
            <ac:spMk id="4" creationId="{2C54ED87-6B73-44E8-9CBA-DD77D4FC1E7C}"/>
          </ac:spMkLst>
        </pc:spChg>
        <pc:picChg chg="add del mod">
          <ac:chgData name="James Franklin" userId="cf915d05-507f-491f-b4a6-b2aa085ee4b1" providerId="ADAL" clId="{6204B8D9-CEE5-4923-8D26-107DB8F9D45C}" dt="2020-03-06T12:19:01.630" v="3087" actId="478"/>
          <ac:picMkLst>
            <pc:docMk/>
            <pc:sldMk cId="2848832626" sldId="280"/>
            <ac:picMk id="5" creationId="{E6C2BB14-2317-4317-9C52-7E4EC84D3B19}"/>
          </ac:picMkLst>
        </pc:picChg>
        <pc:picChg chg="add del mod">
          <ac:chgData name="James Franklin" userId="cf915d05-507f-491f-b4a6-b2aa085ee4b1" providerId="ADAL" clId="{6204B8D9-CEE5-4923-8D26-107DB8F9D45C}" dt="2020-03-06T12:20:02.333" v="3099" actId="478"/>
          <ac:picMkLst>
            <pc:docMk/>
            <pc:sldMk cId="2848832626" sldId="280"/>
            <ac:picMk id="6" creationId="{6BA12760-E8A8-4D82-ABAC-8570690B68D7}"/>
          </ac:picMkLst>
        </pc:picChg>
        <pc:picChg chg="add mod">
          <ac:chgData name="James Franklin" userId="cf915d05-507f-491f-b4a6-b2aa085ee4b1" providerId="ADAL" clId="{6204B8D9-CEE5-4923-8D26-107DB8F9D45C}" dt="2020-03-06T12:20:10.085" v="3101" actId="1076"/>
          <ac:picMkLst>
            <pc:docMk/>
            <pc:sldMk cId="2848832626" sldId="280"/>
            <ac:picMk id="7" creationId="{75B25169-BCD2-455F-B4DC-0B48C660725F}"/>
          </ac:picMkLst>
        </pc:picChg>
        <pc:picChg chg="add del mod">
          <ac:chgData name="James Franklin" userId="cf915d05-507f-491f-b4a6-b2aa085ee4b1" providerId="ADAL" clId="{6204B8D9-CEE5-4923-8D26-107DB8F9D45C}" dt="2020-03-06T12:18:45.999" v="3085" actId="478"/>
          <ac:picMkLst>
            <pc:docMk/>
            <pc:sldMk cId="2848832626" sldId="280"/>
            <ac:picMk id="6146" creationId="{23D6BE2F-7241-42A4-86BD-6810AA325CEB}"/>
          </ac:picMkLst>
        </pc:picChg>
        <pc:picChg chg="add del mod">
          <ac:chgData name="James Franklin" userId="cf915d05-507f-491f-b4a6-b2aa085ee4b1" providerId="ADAL" clId="{6204B8D9-CEE5-4923-8D26-107DB8F9D45C}" dt="2020-03-06T12:19:39.766" v="3096" actId="478"/>
          <ac:picMkLst>
            <pc:docMk/>
            <pc:sldMk cId="2848832626" sldId="280"/>
            <ac:picMk id="6148" creationId="{249D64B8-4BBE-4772-BC7D-ABF5DED1B0F0}"/>
          </ac:picMkLst>
        </pc:picChg>
        <pc:picChg chg="add mod">
          <ac:chgData name="James Franklin" userId="cf915d05-507f-491f-b4a6-b2aa085ee4b1" providerId="ADAL" clId="{6204B8D9-CEE5-4923-8D26-107DB8F9D45C}" dt="2020-03-06T12:20:45.894" v="3108" actId="732"/>
          <ac:picMkLst>
            <pc:docMk/>
            <pc:sldMk cId="2848832626" sldId="280"/>
            <ac:picMk id="6150" creationId="{88B4761F-328B-4DEB-9A47-8E9D010D31CA}"/>
          </ac:picMkLst>
        </pc:picChg>
      </pc:sldChg>
      <pc:sldChg chg="add">
        <pc:chgData name="James Franklin" userId="cf915d05-507f-491f-b4a6-b2aa085ee4b1" providerId="ADAL" clId="{6204B8D9-CEE5-4923-8D26-107DB8F9D45C}" dt="2020-03-06T12:17:05.214" v="3069"/>
        <pc:sldMkLst>
          <pc:docMk/>
          <pc:sldMk cId="104800640" sldId="281"/>
        </pc:sldMkLst>
      </pc:sldChg>
      <pc:sldChg chg="addSp delSp modSp add del">
        <pc:chgData name="James Franklin" userId="cf915d05-507f-491f-b4a6-b2aa085ee4b1" providerId="ADAL" clId="{6204B8D9-CEE5-4923-8D26-107DB8F9D45C}" dt="2020-03-06T12:17:03.917" v="3068" actId="47"/>
        <pc:sldMkLst>
          <pc:docMk/>
          <pc:sldMk cId="3315918366" sldId="281"/>
        </pc:sldMkLst>
        <pc:spChg chg="mod">
          <ac:chgData name="James Franklin" userId="cf915d05-507f-491f-b4a6-b2aa085ee4b1" providerId="ADAL" clId="{6204B8D9-CEE5-4923-8D26-107DB8F9D45C}" dt="2020-03-06T11:54:56.913" v="2357" actId="20577"/>
          <ac:spMkLst>
            <pc:docMk/>
            <pc:sldMk cId="3315918366" sldId="281"/>
            <ac:spMk id="2" creationId="{D23B34FA-0159-4139-932F-4ECC87F136DE}"/>
          </ac:spMkLst>
        </pc:spChg>
        <pc:spChg chg="add del mod">
          <ac:chgData name="James Franklin" userId="cf915d05-507f-491f-b4a6-b2aa085ee4b1" providerId="ADAL" clId="{6204B8D9-CEE5-4923-8D26-107DB8F9D45C}" dt="2020-03-06T12:16:59.795" v="3066" actId="21"/>
          <ac:spMkLst>
            <pc:docMk/>
            <pc:sldMk cId="3315918366" sldId="281"/>
            <ac:spMk id="4" creationId="{83A28319-CCBC-492C-9A16-C8DAB0295C6B}"/>
          </ac:spMkLst>
        </pc:spChg>
      </pc:sldChg>
    </pc:docChg>
  </pc:docChgLst>
  <pc:docChgLst>
    <pc:chgData name="James Franklin" userId="cf915d05-507f-491f-b4a6-b2aa085ee4b1" providerId="ADAL" clId="{6DB28825-C053-40EE-870F-555114A412F0}"/>
    <pc:docChg chg="custSel modSld">
      <pc:chgData name="James Franklin" userId="cf915d05-507f-491f-b4a6-b2aa085ee4b1" providerId="ADAL" clId="{6DB28825-C053-40EE-870F-555114A412F0}" dt="2020-03-11T09:57:47.729" v="1"/>
      <pc:docMkLst>
        <pc:docMk/>
      </pc:docMkLst>
      <pc:sldChg chg="addCm modCm">
        <pc:chgData name="James Franklin" userId="cf915d05-507f-491f-b4a6-b2aa085ee4b1" providerId="ADAL" clId="{6DB28825-C053-40EE-870F-555114A412F0}" dt="2020-03-11T09:57:47.729" v="1"/>
        <pc:sldMkLst>
          <pc:docMk/>
          <pc:sldMk cId="2021957821" sldId="264"/>
        </pc:sldMkLst>
      </pc:sldChg>
    </pc:docChg>
  </pc:docChgLst>
  <pc:docChgLst>
    <pc:chgData name="Mike Bloys" userId="1248c4d8-7b2b-4b32-b8bd-163ae845f9bb" providerId="ADAL" clId="{E91C93D8-8D03-4B41-9CF3-F53EBD7FB242}"/>
    <pc:docChg chg="modMainMaster">
      <pc:chgData name="Mike Bloys" userId="1248c4d8-7b2b-4b32-b8bd-163ae845f9bb" providerId="ADAL" clId="{E91C93D8-8D03-4B41-9CF3-F53EBD7FB242}" dt="2020-05-29T14:05:11.042" v="0"/>
      <pc:docMkLst>
        <pc:docMk/>
      </pc:docMkLst>
      <pc:sldMasterChg chg="modSldLayout">
        <pc:chgData name="Mike Bloys" userId="1248c4d8-7b2b-4b32-b8bd-163ae845f9bb" providerId="ADAL" clId="{E91C93D8-8D03-4B41-9CF3-F53EBD7FB242}" dt="2020-05-29T14:05:11.042" v="0"/>
        <pc:sldMasterMkLst>
          <pc:docMk/>
          <pc:sldMasterMk cId="3316734550" sldId="2147483648"/>
        </pc:sldMasterMkLst>
        <pc:sldLayoutChg chg="addSp modSp">
          <pc:chgData name="Mike Bloys" userId="1248c4d8-7b2b-4b32-b8bd-163ae845f9bb" providerId="ADAL" clId="{E91C93D8-8D03-4B41-9CF3-F53EBD7FB242}" dt="2020-05-29T14:05:11.042" v="0"/>
          <pc:sldLayoutMkLst>
            <pc:docMk/>
            <pc:sldMasterMk cId="3316734550" sldId="2147483648"/>
            <pc:sldLayoutMk cId="3886385901" sldId="2147483649"/>
          </pc:sldLayoutMkLst>
          <pc:spChg chg="mod">
            <ac:chgData name="Mike Bloys" userId="1248c4d8-7b2b-4b32-b8bd-163ae845f9bb" providerId="ADAL" clId="{E91C93D8-8D03-4B41-9CF3-F53EBD7FB242}" dt="2020-05-29T14:05:11.042" v="0"/>
            <ac:spMkLst>
              <pc:docMk/>
              <pc:sldMasterMk cId="3316734550" sldId="2147483648"/>
              <pc:sldLayoutMk cId="3886385901" sldId="2147483649"/>
              <ac:spMk id="5" creationId="{BD987CBE-AFB0-4EEB-9A5B-E9F282398BAF}"/>
            </ac:spMkLst>
          </pc:spChg>
          <pc:grpChg chg="add mod">
            <ac:chgData name="Mike Bloys" userId="1248c4d8-7b2b-4b32-b8bd-163ae845f9bb" providerId="ADAL" clId="{E91C93D8-8D03-4B41-9CF3-F53EBD7FB242}" dt="2020-05-29T14:05:11.042" v="0"/>
            <ac:grpSpMkLst>
              <pc:docMk/>
              <pc:sldMasterMk cId="3316734550" sldId="2147483648"/>
              <pc:sldLayoutMk cId="3886385901" sldId="2147483649"/>
              <ac:grpSpMk id="4" creationId="{CCC69524-E5FC-4472-A654-6A2B67923092}"/>
            </ac:grpSpMkLst>
          </pc:grpChg>
          <pc:picChg chg="mod">
            <ac:chgData name="Mike Bloys" userId="1248c4d8-7b2b-4b32-b8bd-163ae845f9bb" providerId="ADAL" clId="{E91C93D8-8D03-4B41-9CF3-F53EBD7FB242}" dt="2020-05-29T14:05:11.042" v="0"/>
            <ac:picMkLst>
              <pc:docMk/>
              <pc:sldMasterMk cId="3316734550" sldId="2147483648"/>
              <pc:sldLayoutMk cId="3886385901" sldId="2147483649"/>
              <ac:picMk id="6" creationId="{146F75D9-0D7A-466C-9309-440E697475DC}"/>
            </ac:picMkLst>
          </pc:picChg>
        </pc:sldLayoutChg>
      </pc:sldMasterChg>
    </pc:docChg>
  </pc:docChgLst>
  <pc:docChgLst>
    <pc:chgData name="Mike Bloys" userId="1248c4d8-7b2b-4b32-b8bd-163ae845f9bb" providerId="ADAL" clId="{E836DEE0-91C8-B849-A9F0-72E8A0E5EA9E}"/>
    <pc:docChg chg="undo custSel modSld modMainMaster">
      <pc:chgData name="Mike Bloys" userId="1248c4d8-7b2b-4b32-b8bd-163ae845f9bb" providerId="ADAL" clId="{E836DEE0-91C8-B849-A9F0-72E8A0E5EA9E}" dt="2021-07-23T15:50:09.928" v="130" actId="207"/>
      <pc:docMkLst>
        <pc:docMk/>
      </pc:docMkLst>
      <pc:sldChg chg="addSp delSp modSp mod modClrScheme chgLayout">
        <pc:chgData name="Mike Bloys" userId="1248c4d8-7b2b-4b32-b8bd-163ae845f9bb" providerId="ADAL" clId="{E836DEE0-91C8-B849-A9F0-72E8A0E5EA9E}" dt="2021-07-23T15:03:49.571" v="62" actId="21"/>
        <pc:sldMkLst>
          <pc:docMk/>
          <pc:sldMk cId="4090538755" sldId="262"/>
        </pc:sldMkLst>
        <pc:spChg chg="add del mod">
          <ac:chgData name="Mike Bloys" userId="1248c4d8-7b2b-4b32-b8bd-163ae845f9bb" providerId="ADAL" clId="{E836DEE0-91C8-B849-A9F0-72E8A0E5EA9E}" dt="2021-07-23T15:03:12.583" v="56" actId="6264"/>
          <ac:spMkLst>
            <pc:docMk/>
            <pc:sldMk cId="4090538755" sldId="262"/>
            <ac:spMk id="2" creationId="{9313794A-C937-F245-AD26-977EAAAD167C}"/>
          </ac:spMkLst>
        </pc:spChg>
        <pc:spChg chg="mod ord">
          <ac:chgData name="Mike Bloys" userId="1248c4d8-7b2b-4b32-b8bd-163ae845f9bb" providerId="ADAL" clId="{E836DEE0-91C8-B849-A9F0-72E8A0E5EA9E}" dt="2021-07-23T15:03:12.583" v="56" actId="6264"/>
          <ac:spMkLst>
            <pc:docMk/>
            <pc:sldMk cId="4090538755" sldId="262"/>
            <ac:spMk id="3" creationId="{00000000-0000-0000-0000-000000000000}"/>
          </ac:spMkLst>
        </pc:spChg>
        <pc:spChg chg="mod ord">
          <ac:chgData name="Mike Bloys" userId="1248c4d8-7b2b-4b32-b8bd-163ae845f9bb" providerId="ADAL" clId="{E836DEE0-91C8-B849-A9F0-72E8A0E5EA9E}" dt="2021-07-23T15:03:18.562" v="59" actId="20577"/>
          <ac:spMkLst>
            <pc:docMk/>
            <pc:sldMk cId="4090538755" sldId="262"/>
            <ac:spMk id="4" creationId="{00000000-0000-0000-0000-000000000000}"/>
          </ac:spMkLst>
        </pc:spChg>
        <pc:spChg chg="add del mod">
          <ac:chgData name="Mike Bloys" userId="1248c4d8-7b2b-4b32-b8bd-163ae845f9bb" providerId="ADAL" clId="{E836DEE0-91C8-B849-A9F0-72E8A0E5EA9E}" dt="2021-07-23T15:03:12.583" v="56" actId="6264"/>
          <ac:spMkLst>
            <pc:docMk/>
            <pc:sldMk cId="4090538755" sldId="262"/>
            <ac:spMk id="5" creationId="{F9A66137-A64F-8D4D-A7E5-54ABC6986BAF}"/>
          </ac:spMkLst>
        </pc:spChg>
        <pc:spChg chg="add del mod">
          <ac:chgData name="Mike Bloys" userId="1248c4d8-7b2b-4b32-b8bd-163ae845f9bb" providerId="ADAL" clId="{E836DEE0-91C8-B849-A9F0-72E8A0E5EA9E}" dt="2021-07-23T15:03:49.571" v="62" actId="21"/>
          <ac:spMkLst>
            <pc:docMk/>
            <pc:sldMk cId="4090538755" sldId="262"/>
            <ac:spMk id="6" creationId="{2816054A-D77D-3A48-A9BC-13AFF4095A5F}"/>
          </ac:spMkLst>
        </pc:spChg>
      </pc:sldChg>
      <pc:sldChg chg="modSp mod">
        <pc:chgData name="Mike Bloys" userId="1248c4d8-7b2b-4b32-b8bd-163ae845f9bb" providerId="ADAL" clId="{E836DEE0-91C8-B849-A9F0-72E8A0E5EA9E}" dt="2021-07-23T15:17:58.870" v="82" actId="208"/>
        <pc:sldMkLst>
          <pc:docMk/>
          <pc:sldMk cId="3236221385" sldId="263"/>
        </pc:sldMkLst>
        <pc:spChg chg="mod">
          <ac:chgData name="Mike Bloys" userId="1248c4d8-7b2b-4b32-b8bd-163ae845f9bb" providerId="ADAL" clId="{E836DEE0-91C8-B849-A9F0-72E8A0E5EA9E}" dt="2021-07-23T15:17:58.870" v="82" actId="208"/>
          <ac:spMkLst>
            <pc:docMk/>
            <pc:sldMk cId="3236221385" sldId="263"/>
            <ac:spMk id="10" creationId="{00000000-0000-0000-0000-000000000000}"/>
          </ac:spMkLst>
        </pc:spChg>
        <pc:cxnChg chg="mod">
          <ac:chgData name="Mike Bloys" userId="1248c4d8-7b2b-4b32-b8bd-163ae845f9bb" providerId="ADAL" clId="{E836DEE0-91C8-B849-A9F0-72E8A0E5EA9E}" dt="2021-07-23T15:17:49.429" v="81" actId="208"/>
          <ac:cxnSpMkLst>
            <pc:docMk/>
            <pc:sldMk cId="3236221385" sldId="263"/>
            <ac:cxnSpMk id="22" creationId="{C0E74E25-9F23-440B-90D8-891D355247FF}"/>
          </ac:cxnSpMkLst>
        </pc:cxnChg>
        <pc:cxnChg chg="mod">
          <ac:chgData name="Mike Bloys" userId="1248c4d8-7b2b-4b32-b8bd-163ae845f9bb" providerId="ADAL" clId="{E836DEE0-91C8-B849-A9F0-72E8A0E5EA9E}" dt="2021-07-23T15:17:19.640" v="77" actId="208"/>
          <ac:cxnSpMkLst>
            <pc:docMk/>
            <pc:sldMk cId="3236221385" sldId="263"/>
            <ac:cxnSpMk id="23" creationId="{E60A3048-6432-46C3-A922-5FE5865D6CAB}"/>
          </ac:cxnSpMkLst>
        </pc:cxnChg>
        <pc:cxnChg chg="mod">
          <ac:chgData name="Mike Bloys" userId="1248c4d8-7b2b-4b32-b8bd-163ae845f9bb" providerId="ADAL" clId="{E836DEE0-91C8-B849-A9F0-72E8A0E5EA9E}" dt="2021-07-23T15:17:25.127" v="78" actId="208"/>
          <ac:cxnSpMkLst>
            <pc:docMk/>
            <pc:sldMk cId="3236221385" sldId="263"/>
            <ac:cxnSpMk id="24" creationId="{DA34D7BB-DDFD-4BD4-9155-80D658937C30}"/>
          </ac:cxnSpMkLst>
        </pc:cxnChg>
        <pc:cxnChg chg="mod">
          <ac:chgData name="Mike Bloys" userId="1248c4d8-7b2b-4b32-b8bd-163ae845f9bb" providerId="ADAL" clId="{E836DEE0-91C8-B849-A9F0-72E8A0E5EA9E}" dt="2021-07-23T15:17:33.976" v="79" actId="208"/>
          <ac:cxnSpMkLst>
            <pc:docMk/>
            <pc:sldMk cId="3236221385" sldId="263"/>
            <ac:cxnSpMk id="25" creationId="{05B3ED51-BE6A-485B-B1BB-AB4990778643}"/>
          </ac:cxnSpMkLst>
        </pc:cxnChg>
        <pc:cxnChg chg="mod">
          <ac:chgData name="Mike Bloys" userId="1248c4d8-7b2b-4b32-b8bd-163ae845f9bb" providerId="ADAL" clId="{E836DEE0-91C8-B849-A9F0-72E8A0E5EA9E}" dt="2021-07-23T15:17:25.127" v="78" actId="208"/>
          <ac:cxnSpMkLst>
            <pc:docMk/>
            <pc:sldMk cId="3236221385" sldId="263"/>
            <ac:cxnSpMk id="26" creationId="{EB5A595E-1DFB-4556-AA45-C7F0F723A35F}"/>
          </ac:cxnSpMkLst>
        </pc:cxnChg>
        <pc:cxnChg chg="mod">
          <ac:chgData name="Mike Bloys" userId="1248c4d8-7b2b-4b32-b8bd-163ae845f9bb" providerId="ADAL" clId="{E836DEE0-91C8-B849-A9F0-72E8A0E5EA9E}" dt="2021-07-23T15:17:33.976" v="79" actId="208"/>
          <ac:cxnSpMkLst>
            <pc:docMk/>
            <pc:sldMk cId="3236221385" sldId="263"/>
            <ac:cxnSpMk id="27" creationId="{EEFC7BC2-C38A-4C2D-8774-CD43DE9F222E}"/>
          </ac:cxnSpMkLst>
        </pc:cxnChg>
        <pc:cxnChg chg="mod">
          <ac:chgData name="Mike Bloys" userId="1248c4d8-7b2b-4b32-b8bd-163ae845f9bb" providerId="ADAL" clId="{E836DEE0-91C8-B849-A9F0-72E8A0E5EA9E}" dt="2021-07-23T15:17:33.976" v="79" actId="208"/>
          <ac:cxnSpMkLst>
            <pc:docMk/>
            <pc:sldMk cId="3236221385" sldId="263"/>
            <ac:cxnSpMk id="28" creationId="{E47DB36D-CE17-413F-8104-395BF16A7B71}"/>
          </ac:cxnSpMkLst>
        </pc:cxnChg>
        <pc:cxnChg chg="mod">
          <ac:chgData name="Mike Bloys" userId="1248c4d8-7b2b-4b32-b8bd-163ae845f9bb" providerId="ADAL" clId="{E836DEE0-91C8-B849-A9F0-72E8A0E5EA9E}" dt="2021-07-23T15:17:33.976" v="79" actId="208"/>
          <ac:cxnSpMkLst>
            <pc:docMk/>
            <pc:sldMk cId="3236221385" sldId="263"/>
            <ac:cxnSpMk id="29" creationId="{1F4F9659-93EA-4FAF-81B7-FC1AA9CDC7A5}"/>
          </ac:cxnSpMkLst>
        </pc:cxnChg>
        <pc:cxnChg chg="mod">
          <ac:chgData name="Mike Bloys" userId="1248c4d8-7b2b-4b32-b8bd-163ae845f9bb" providerId="ADAL" clId="{E836DEE0-91C8-B849-A9F0-72E8A0E5EA9E}" dt="2021-07-23T15:17:41.051" v="80" actId="208"/>
          <ac:cxnSpMkLst>
            <pc:docMk/>
            <pc:sldMk cId="3236221385" sldId="263"/>
            <ac:cxnSpMk id="30" creationId="{B32C9F15-4559-48C5-AA88-065A4F28177A}"/>
          </ac:cxnSpMkLst>
        </pc:cxnChg>
        <pc:cxnChg chg="mod">
          <ac:chgData name="Mike Bloys" userId="1248c4d8-7b2b-4b32-b8bd-163ae845f9bb" providerId="ADAL" clId="{E836DEE0-91C8-B849-A9F0-72E8A0E5EA9E}" dt="2021-07-23T15:17:41.051" v="80" actId="208"/>
          <ac:cxnSpMkLst>
            <pc:docMk/>
            <pc:sldMk cId="3236221385" sldId="263"/>
            <ac:cxnSpMk id="31" creationId="{45BEF144-2EF3-41C3-BB56-F3CA52B0922D}"/>
          </ac:cxnSpMkLst>
        </pc:cxnChg>
        <pc:cxnChg chg="mod">
          <ac:chgData name="Mike Bloys" userId="1248c4d8-7b2b-4b32-b8bd-163ae845f9bb" providerId="ADAL" clId="{E836DEE0-91C8-B849-A9F0-72E8A0E5EA9E}" dt="2021-07-23T15:17:41.051" v="80" actId="208"/>
          <ac:cxnSpMkLst>
            <pc:docMk/>
            <pc:sldMk cId="3236221385" sldId="263"/>
            <ac:cxnSpMk id="32" creationId="{AF624615-58E0-4E88-B6AE-F9D237B0805F}"/>
          </ac:cxnSpMkLst>
        </pc:cxnChg>
        <pc:cxnChg chg="mod">
          <ac:chgData name="Mike Bloys" userId="1248c4d8-7b2b-4b32-b8bd-163ae845f9bb" providerId="ADAL" clId="{E836DEE0-91C8-B849-A9F0-72E8A0E5EA9E}" dt="2021-07-23T15:17:41.051" v="80" actId="208"/>
          <ac:cxnSpMkLst>
            <pc:docMk/>
            <pc:sldMk cId="3236221385" sldId="263"/>
            <ac:cxnSpMk id="33" creationId="{7F125687-0B69-455D-88FE-D469508471F3}"/>
          </ac:cxnSpMkLst>
        </pc:cxnChg>
      </pc:sldChg>
      <pc:sldChg chg="modSp mod">
        <pc:chgData name="Mike Bloys" userId="1248c4d8-7b2b-4b32-b8bd-163ae845f9bb" providerId="ADAL" clId="{E836DEE0-91C8-B849-A9F0-72E8A0E5EA9E}" dt="2021-07-23T15:22:14.323" v="90" actId="14100"/>
        <pc:sldMkLst>
          <pc:docMk/>
          <pc:sldMk cId="3225159349" sldId="265"/>
        </pc:sldMkLst>
        <pc:spChg chg="mod">
          <ac:chgData name="Mike Bloys" userId="1248c4d8-7b2b-4b32-b8bd-163ae845f9bb" providerId="ADAL" clId="{E836DEE0-91C8-B849-A9F0-72E8A0E5EA9E}" dt="2021-07-23T15:22:14.323" v="90" actId="14100"/>
          <ac:spMkLst>
            <pc:docMk/>
            <pc:sldMk cId="3225159349" sldId="265"/>
            <ac:spMk id="3" creationId="{8527BA25-C1DE-4A24-BEED-4025C2351C03}"/>
          </ac:spMkLst>
        </pc:spChg>
      </pc:sldChg>
      <pc:sldChg chg="addSp delSp modSp mod">
        <pc:chgData name="Mike Bloys" userId="1248c4d8-7b2b-4b32-b8bd-163ae845f9bb" providerId="ADAL" clId="{E836DEE0-91C8-B849-A9F0-72E8A0E5EA9E}" dt="2021-07-23T15:44:18.977" v="113" actId="20577"/>
        <pc:sldMkLst>
          <pc:docMk/>
          <pc:sldMk cId="2203308184" sldId="271"/>
        </pc:sldMkLst>
        <pc:spChg chg="mod">
          <ac:chgData name="Mike Bloys" userId="1248c4d8-7b2b-4b32-b8bd-163ae845f9bb" providerId="ADAL" clId="{E836DEE0-91C8-B849-A9F0-72E8A0E5EA9E}" dt="2021-07-23T15:44:18.977" v="113" actId="20577"/>
          <ac:spMkLst>
            <pc:docMk/>
            <pc:sldMk cId="2203308184" sldId="271"/>
            <ac:spMk id="5" creationId="{00000000-0000-0000-0000-000000000000}"/>
          </ac:spMkLst>
        </pc:spChg>
        <pc:picChg chg="del">
          <ac:chgData name="Mike Bloys" userId="1248c4d8-7b2b-4b32-b8bd-163ae845f9bb" providerId="ADAL" clId="{E836DEE0-91C8-B849-A9F0-72E8A0E5EA9E}" dt="2021-07-23T15:38:55.655" v="96" actId="478"/>
          <ac:picMkLst>
            <pc:docMk/>
            <pc:sldMk cId="2203308184" sldId="271"/>
            <ac:picMk id="3" creationId="{AE9796D1-6D9A-4152-A2D6-CE34051179D6}"/>
          </ac:picMkLst>
        </pc:picChg>
        <pc:picChg chg="add del mod">
          <ac:chgData name="Mike Bloys" userId="1248c4d8-7b2b-4b32-b8bd-163ae845f9bb" providerId="ADAL" clId="{E836DEE0-91C8-B849-A9F0-72E8A0E5EA9E}" dt="2021-07-23T15:39:20.175" v="99" actId="478"/>
          <ac:picMkLst>
            <pc:docMk/>
            <pc:sldMk cId="2203308184" sldId="271"/>
            <ac:picMk id="6" creationId="{0B9BCB8D-FD9B-FE44-9AC0-7E8DE534E293}"/>
          </ac:picMkLst>
        </pc:picChg>
        <pc:picChg chg="del">
          <ac:chgData name="Mike Bloys" userId="1248c4d8-7b2b-4b32-b8bd-163ae845f9bb" providerId="ADAL" clId="{E836DEE0-91C8-B849-A9F0-72E8A0E5EA9E}" dt="2021-07-23T15:25:01.885" v="91" actId="478"/>
          <ac:picMkLst>
            <pc:docMk/>
            <pc:sldMk cId="2203308184" sldId="271"/>
            <ac:picMk id="7" creationId="{AF23BB6B-7B9B-4A7F-A097-FA52B47E7C2A}"/>
          </ac:picMkLst>
        </pc:picChg>
        <pc:picChg chg="add del mod">
          <ac:chgData name="Mike Bloys" userId="1248c4d8-7b2b-4b32-b8bd-163ae845f9bb" providerId="ADAL" clId="{E836DEE0-91C8-B849-A9F0-72E8A0E5EA9E}" dt="2021-07-23T15:43:06.398" v="104" actId="21"/>
          <ac:picMkLst>
            <pc:docMk/>
            <pc:sldMk cId="2203308184" sldId="271"/>
            <ac:picMk id="8" creationId="{D6FCEBB6-0B5B-EB46-A579-B9D2737675B5}"/>
          </ac:picMkLst>
        </pc:picChg>
        <pc:picChg chg="add mod">
          <ac:chgData name="Mike Bloys" userId="1248c4d8-7b2b-4b32-b8bd-163ae845f9bb" providerId="ADAL" clId="{E836DEE0-91C8-B849-A9F0-72E8A0E5EA9E}" dt="2021-07-23T15:39:28.278" v="101" actId="207"/>
          <ac:picMkLst>
            <pc:docMk/>
            <pc:sldMk cId="2203308184" sldId="271"/>
            <ac:picMk id="9" creationId="{B01D91DF-C417-FA4E-A1B0-298CB8FFD097}"/>
          </ac:picMkLst>
        </pc:picChg>
        <pc:picChg chg="add mod">
          <ac:chgData name="Mike Bloys" userId="1248c4d8-7b2b-4b32-b8bd-163ae845f9bb" providerId="ADAL" clId="{E836DEE0-91C8-B849-A9F0-72E8A0E5EA9E}" dt="2021-07-23T15:44:09.611" v="110" actId="167"/>
          <ac:picMkLst>
            <pc:docMk/>
            <pc:sldMk cId="2203308184" sldId="271"/>
            <ac:picMk id="10" creationId="{9934ECBE-EF31-C544-B28D-38572BDCDB4F}"/>
          </ac:picMkLst>
        </pc:picChg>
      </pc:sldChg>
      <pc:sldChg chg="addSp delSp modSp mod">
        <pc:chgData name="Mike Bloys" userId="1248c4d8-7b2b-4b32-b8bd-163ae845f9bb" providerId="ADAL" clId="{E836DEE0-91C8-B849-A9F0-72E8A0E5EA9E}" dt="2021-07-23T15:50:09.928" v="130" actId="207"/>
        <pc:sldMkLst>
          <pc:docMk/>
          <pc:sldMk cId="1101683052" sldId="273"/>
        </pc:sldMkLst>
        <pc:spChg chg="mod">
          <ac:chgData name="Mike Bloys" userId="1248c4d8-7b2b-4b32-b8bd-163ae845f9bb" providerId="ADAL" clId="{E836DEE0-91C8-B849-A9F0-72E8A0E5EA9E}" dt="2021-07-23T15:50:09.928" v="130" actId="207"/>
          <ac:spMkLst>
            <pc:docMk/>
            <pc:sldMk cId="1101683052" sldId="273"/>
            <ac:spMk id="4" creationId="{00000000-0000-0000-0000-000000000000}"/>
          </ac:spMkLst>
        </pc:spChg>
        <pc:picChg chg="del">
          <ac:chgData name="Mike Bloys" userId="1248c4d8-7b2b-4b32-b8bd-163ae845f9bb" providerId="ADAL" clId="{E836DEE0-91C8-B849-A9F0-72E8A0E5EA9E}" dt="2021-07-23T15:48:51.976" v="119" actId="478"/>
          <ac:picMkLst>
            <pc:docMk/>
            <pc:sldMk cId="1101683052" sldId="273"/>
            <ac:picMk id="5" creationId="{D2E9450C-4CAF-46ED-8737-E7025C531AA4}"/>
          </ac:picMkLst>
        </pc:picChg>
        <pc:picChg chg="add mod modCrop">
          <ac:chgData name="Mike Bloys" userId="1248c4d8-7b2b-4b32-b8bd-163ae845f9bb" providerId="ADAL" clId="{E836DEE0-91C8-B849-A9F0-72E8A0E5EA9E}" dt="2021-07-23T15:49:58.767" v="129" actId="732"/>
          <ac:picMkLst>
            <pc:docMk/>
            <pc:sldMk cId="1101683052" sldId="273"/>
            <ac:picMk id="6" creationId="{531588F1-FE16-4A43-A101-3AC7A1353255}"/>
          </ac:picMkLst>
        </pc:picChg>
        <pc:picChg chg="del">
          <ac:chgData name="Mike Bloys" userId="1248c4d8-7b2b-4b32-b8bd-163ae845f9bb" providerId="ADAL" clId="{E836DEE0-91C8-B849-A9F0-72E8A0E5EA9E}" dt="2021-07-23T15:48:59.282" v="120" actId="478"/>
          <ac:picMkLst>
            <pc:docMk/>
            <pc:sldMk cId="1101683052" sldId="273"/>
            <ac:picMk id="7" creationId="{8B1EB998-DDB2-459F-AF28-5095E832AEC2}"/>
          </ac:picMkLst>
        </pc:picChg>
      </pc:sldChg>
      <pc:sldChg chg="addSp delSp modSp mod modClrScheme delCm chgLayout">
        <pc:chgData name="Mike Bloys" userId="1248c4d8-7b2b-4b32-b8bd-163ae845f9bb" providerId="ADAL" clId="{E836DEE0-91C8-B849-A9F0-72E8A0E5EA9E}" dt="2021-07-23T15:17:07.744" v="76"/>
        <pc:sldMkLst>
          <pc:docMk/>
          <pc:sldMk cId="4080298053" sldId="279"/>
        </pc:sldMkLst>
        <pc:spChg chg="mod ord">
          <ac:chgData name="Mike Bloys" userId="1248c4d8-7b2b-4b32-b8bd-163ae845f9bb" providerId="ADAL" clId="{E836DEE0-91C8-B849-A9F0-72E8A0E5EA9E}" dt="2021-07-23T15:16:53.103" v="75" actId="700"/>
          <ac:spMkLst>
            <pc:docMk/>
            <pc:sldMk cId="4080298053" sldId="279"/>
            <ac:spMk id="2" creationId="{F8652E53-D2B4-495D-AE1D-D959BFBED59B}"/>
          </ac:spMkLst>
        </pc:spChg>
        <pc:spChg chg="mod ord">
          <ac:chgData name="Mike Bloys" userId="1248c4d8-7b2b-4b32-b8bd-163ae845f9bb" providerId="ADAL" clId="{E836DEE0-91C8-B849-A9F0-72E8A0E5EA9E}" dt="2021-07-23T15:16:53.103" v="75" actId="700"/>
          <ac:spMkLst>
            <pc:docMk/>
            <pc:sldMk cId="4080298053" sldId="279"/>
            <ac:spMk id="3" creationId="{31DF558F-1D46-44E3-BBC3-B8211BF8A8D5}"/>
          </ac:spMkLst>
        </pc:spChg>
        <pc:picChg chg="del">
          <ac:chgData name="Mike Bloys" userId="1248c4d8-7b2b-4b32-b8bd-163ae845f9bb" providerId="ADAL" clId="{E836DEE0-91C8-B849-A9F0-72E8A0E5EA9E}" dt="2021-07-23T15:14:20.327" v="67" actId="478"/>
          <ac:picMkLst>
            <pc:docMk/>
            <pc:sldMk cId="4080298053" sldId="279"/>
            <ac:picMk id="6" creationId="{471C59CA-D96A-4709-93E7-9B0A5923A1F3}"/>
          </ac:picMkLst>
        </pc:picChg>
        <pc:picChg chg="add mod">
          <ac:chgData name="Mike Bloys" userId="1248c4d8-7b2b-4b32-b8bd-163ae845f9bb" providerId="ADAL" clId="{E836DEE0-91C8-B849-A9F0-72E8A0E5EA9E}" dt="2021-07-23T15:17:07.744" v="76"/>
          <ac:picMkLst>
            <pc:docMk/>
            <pc:sldMk cId="4080298053" sldId="279"/>
            <ac:picMk id="7" creationId="{2646CADE-E1A0-664F-ACDC-DAADFB2367D1}"/>
          </ac:picMkLst>
        </pc:picChg>
        <pc:picChg chg="mod">
          <ac:chgData name="Mike Bloys" userId="1248c4d8-7b2b-4b32-b8bd-163ae845f9bb" providerId="ADAL" clId="{E836DEE0-91C8-B849-A9F0-72E8A0E5EA9E}" dt="2021-07-23T15:15:35.074" v="74" actId="18331"/>
          <ac:picMkLst>
            <pc:docMk/>
            <pc:sldMk cId="4080298053" sldId="279"/>
            <ac:picMk id="1026" creationId="{BFB8B0BC-398A-4160-A6DE-AA3E4E83EE85}"/>
          </ac:picMkLst>
        </pc:picChg>
      </pc:sldChg>
      <pc:sldChg chg="addSp delSp modSp mod">
        <pc:chgData name="Mike Bloys" userId="1248c4d8-7b2b-4b32-b8bd-163ae845f9bb" providerId="ADAL" clId="{E836DEE0-91C8-B849-A9F0-72E8A0E5EA9E}" dt="2021-07-23T15:21:39.695" v="87" actId="18131"/>
        <pc:sldMkLst>
          <pc:docMk/>
          <pc:sldMk cId="3752922158" sldId="282"/>
        </pc:sldMkLst>
        <pc:picChg chg="add mod">
          <ac:chgData name="Mike Bloys" userId="1248c4d8-7b2b-4b32-b8bd-163ae845f9bb" providerId="ADAL" clId="{E836DEE0-91C8-B849-A9F0-72E8A0E5EA9E}" dt="2021-07-23T15:21:12.611" v="85" actId="207"/>
          <ac:picMkLst>
            <pc:docMk/>
            <pc:sldMk cId="3752922158" sldId="282"/>
            <ac:picMk id="6" creationId="{4D44893D-29DE-B940-B4C9-B81FFC186D84}"/>
          </ac:picMkLst>
        </pc:picChg>
        <pc:picChg chg="mod modCrop">
          <ac:chgData name="Mike Bloys" userId="1248c4d8-7b2b-4b32-b8bd-163ae845f9bb" providerId="ADAL" clId="{E836DEE0-91C8-B849-A9F0-72E8A0E5EA9E}" dt="2021-07-23T15:21:39.695" v="87" actId="18131"/>
          <ac:picMkLst>
            <pc:docMk/>
            <pc:sldMk cId="3752922158" sldId="282"/>
            <ac:picMk id="8" creationId="{E01B3955-177D-47B3-9B3A-48745BB71F68}"/>
          </ac:picMkLst>
        </pc:picChg>
        <pc:picChg chg="del">
          <ac:chgData name="Mike Bloys" userId="1248c4d8-7b2b-4b32-b8bd-163ae845f9bb" providerId="ADAL" clId="{E836DEE0-91C8-B849-A9F0-72E8A0E5EA9E}" dt="2021-07-23T15:21:05.858" v="83" actId="478"/>
          <ac:picMkLst>
            <pc:docMk/>
            <pc:sldMk cId="3752922158" sldId="282"/>
            <ac:picMk id="23" creationId="{9C5AB15C-1B10-4C6D-8B9B-045A55BB9D36}"/>
          </ac:picMkLst>
        </pc:picChg>
      </pc:sldChg>
      <pc:sldMasterChg chg="delSldLayout modSldLayout sldLayoutOrd">
        <pc:chgData name="Mike Bloys" userId="1248c4d8-7b2b-4b32-b8bd-163ae845f9bb" providerId="ADAL" clId="{E836DEE0-91C8-B849-A9F0-72E8A0E5EA9E}" dt="2021-07-23T15:43:36.480" v="107" actId="21"/>
        <pc:sldMasterMkLst>
          <pc:docMk/>
          <pc:sldMasterMk cId="3316734550" sldId="2147483648"/>
        </pc:sldMasterMkLst>
        <pc:sldLayoutChg chg="delSp modSp mod">
          <pc:chgData name="Mike Bloys" userId="1248c4d8-7b2b-4b32-b8bd-163ae845f9bb" providerId="ADAL" clId="{E836DEE0-91C8-B849-A9F0-72E8A0E5EA9E}" dt="2021-07-23T15:06:27.681" v="66" actId="18331"/>
          <pc:sldLayoutMkLst>
            <pc:docMk/>
            <pc:sldMasterMk cId="3316734550" sldId="2147483648"/>
            <pc:sldLayoutMk cId="3886385901" sldId="2147483649"/>
          </pc:sldLayoutMkLst>
          <pc:grpChg chg="del">
            <ac:chgData name="Mike Bloys" userId="1248c4d8-7b2b-4b32-b8bd-163ae845f9bb" providerId="ADAL" clId="{E836DEE0-91C8-B849-A9F0-72E8A0E5EA9E}" dt="2021-07-23T14:42:04.014" v="0" actId="478"/>
            <ac:grpSpMkLst>
              <pc:docMk/>
              <pc:sldMasterMk cId="3316734550" sldId="2147483648"/>
              <pc:sldLayoutMk cId="3886385901" sldId="2147483649"/>
              <ac:grpSpMk id="4" creationId="{CCC69524-E5FC-4472-A654-6A2B67923092}"/>
            </ac:grpSpMkLst>
          </pc:grpChg>
          <pc:picChg chg="mod">
            <ac:chgData name="Mike Bloys" userId="1248c4d8-7b2b-4b32-b8bd-163ae845f9bb" providerId="ADAL" clId="{E836DEE0-91C8-B849-A9F0-72E8A0E5EA9E}" dt="2021-07-23T15:06:27.681" v="66" actId="18331"/>
            <ac:picMkLst>
              <pc:docMk/>
              <pc:sldMasterMk cId="3316734550" sldId="2147483648"/>
              <pc:sldLayoutMk cId="3886385901" sldId="2147483649"/>
              <ac:picMk id="3" creationId="{90D79972-1D78-4B93-86F2-49F1846CCBA9}"/>
            </ac:picMkLst>
          </pc:picChg>
        </pc:sldLayoutChg>
        <pc:sldLayoutChg chg="addSp delSp modSp mod">
          <pc:chgData name="Mike Bloys" userId="1248c4d8-7b2b-4b32-b8bd-163ae845f9bb" providerId="ADAL" clId="{E836DEE0-91C8-B849-A9F0-72E8A0E5EA9E}" dt="2021-07-23T14:56:21.265" v="24"/>
          <pc:sldLayoutMkLst>
            <pc:docMk/>
            <pc:sldMasterMk cId="3316734550" sldId="2147483648"/>
            <pc:sldLayoutMk cId="2849720375" sldId="2147483652"/>
          </pc:sldLayoutMkLst>
          <pc:spChg chg="mod">
            <ac:chgData name="Mike Bloys" userId="1248c4d8-7b2b-4b32-b8bd-163ae845f9bb" providerId="ADAL" clId="{E836DEE0-91C8-B849-A9F0-72E8A0E5EA9E}" dt="2021-07-23T14:55:30.717" v="21"/>
            <ac:spMkLst>
              <pc:docMk/>
              <pc:sldMasterMk cId="3316734550" sldId="2147483648"/>
              <pc:sldLayoutMk cId="2849720375" sldId="2147483652"/>
              <ac:spMk id="8" creationId="{00000000-0000-0000-0000-000000000000}"/>
            </ac:spMkLst>
          </pc:spChg>
          <pc:spChg chg="del">
            <ac:chgData name="Mike Bloys" userId="1248c4d8-7b2b-4b32-b8bd-163ae845f9bb" providerId="ADAL" clId="{E836DEE0-91C8-B849-A9F0-72E8A0E5EA9E}" dt="2021-07-23T14:56:17.361" v="23" actId="478"/>
            <ac:spMkLst>
              <pc:docMk/>
              <pc:sldMasterMk cId="3316734550" sldId="2147483648"/>
              <pc:sldLayoutMk cId="2849720375" sldId="2147483652"/>
              <ac:spMk id="11" creationId="{DE792332-0D8B-4D0F-BACD-CEA10A552FED}"/>
            </ac:spMkLst>
          </pc:spChg>
          <pc:spChg chg="add mod">
            <ac:chgData name="Mike Bloys" userId="1248c4d8-7b2b-4b32-b8bd-163ae845f9bb" providerId="ADAL" clId="{E836DEE0-91C8-B849-A9F0-72E8A0E5EA9E}" dt="2021-07-23T14:56:21.265" v="24"/>
            <ac:spMkLst>
              <pc:docMk/>
              <pc:sldMasterMk cId="3316734550" sldId="2147483648"/>
              <pc:sldLayoutMk cId="2849720375" sldId="2147483652"/>
              <ac:spMk id="13" creationId="{6FD27F5F-ACCE-A346-B4FD-EA8F166E262C}"/>
            </ac:spMkLst>
          </pc:spChg>
          <pc:picChg chg="add mod">
            <ac:chgData name="Mike Bloys" userId="1248c4d8-7b2b-4b32-b8bd-163ae845f9bb" providerId="ADAL" clId="{E836DEE0-91C8-B849-A9F0-72E8A0E5EA9E}" dt="2021-07-23T14:56:21.265" v="24"/>
            <ac:picMkLst>
              <pc:docMk/>
              <pc:sldMasterMk cId="3316734550" sldId="2147483648"/>
              <pc:sldLayoutMk cId="2849720375" sldId="2147483652"/>
              <ac:picMk id="9" creationId="{E9BF3163-B619-6A47-BDEB-186C220AEE89}"/>
            </ac:picMkLst>
          </pc:picChg>
          <pc:picChg chg="del">
            <ac:chgData name="Mike Bloys" userId="1248c4d8-7b2b-4b32-b8bd-163ae845f9bb" providerId="ADAL" clId="{E836DEE0-91C8-B849-A9F0-72E8A0E5EA9E}" dt="2021-07-23T14:56:17.361" v="23" actId="478"/>
            <ac:picMkLst>
              <pc:docMk/>
              <pc:sldMasterMk cId="3316734550" sldId="2147483648"/>
              <pc:sldLayoutMk cId="2849720375" sldId="2147483652"/>
              <ac:picMk id="10" creationId="{2FBC2F8D-3F89-4D26-8C4E-31AC687CB25D}"/>
            </ac:picMkLst>
          </pc:picChg>
          <pc:picChg chg="add mod">
            <ac:chgData name="Mike Bloys" userId="1248c4d8-7b2b-4b32-b8bd-163ae845f9bb" providerId="ADAL" clId="{E836DEE0-91C8-B849-A9F0-72E8A0E5EA9E}" dt="2021-07-23T14:56:21.265" v="24"/>
            <ac:picMkLst>
              <pc:docMk/>
              <pc:sldMasterMk cId="3316734550" sldId="2147483648"/>
              <pc:sldLayoutMk cId="2849720375" sldId="2147483652"/>
              <ac:picMk id="12" creationId="{BD5F0E63-5239-6047-97DA-E8C99BB50831}"/>
            </ac:picMkLst>
          </pc:picChg>
          <pc:picChg chg="del">
            <ac:chgData name="Mike Bloys" userId="1248c4d8-7b2b-4b32-b8bd-163ae845f9bb" providerId="ADAL" clId="{E836DEE0-91C8-B849-A9F0-72E8A0E5EA9E}" dt="2021-07-23T14:56:17.361" v="23" actId="478"/>
            <ac:picMkLst>
              <pc:docMk/>
              <pc:sldMasterMk cId="3316734550" sldId="2147483648"/>
              <pc:sldLayoutMk cId="2849720375" sldId="2147483652"/>
              <ac:picMk id="22" creationId="{00000000-0000-0000-0000-000000000000}"/>
            </ac:picMkLst>
          </pc:picChg>
        </pc:sldLayoutChg>
        <pc:sldLayoutChg chg="addSp delSp modSp mod ord">
          <pc:chgData name="Mike Bloys" userId="1248c4d8-7b2b-4b32-b8bd-163ae845f9bb" providerId="ADAL" clId="{E836DEE0-91C8-B849-A9F0-72E8A0E5EA9E}" dt="2021-07-23T14:55:47.705" v="22"/>
          <pc:sldLayoutMkLst>
            <pc:docMk/>
            <pc:sldMasterMk cId="3316734550" sldId="2147483648"/>
            <pc:sldLayoutMk cId="4180777422" sldId="2147483653"/>
          </pc:sldLayoutMkLst>
          <pc:spChg chg="mod">
            <ac:chgData name="Mike Bloys" userId="1248c4d8-7b2b-4b32-b8bd-163ae845f9bb" providerId="ADAL" clId="{E836DEE0-91C8-B849-A9F0-72E8A0E5EA9E}" dt="2021-07-23T14:53:14.675" v="11" actId="20577"/>
            <ac:spMkLst>
              <pc:docMk/>
              <pc:sldMasterMk cId="3316734550" sldId="2147483648"/>
              <pc:sldLayoutMk cId="4180777422" sldId="2147483653"/>
              <ac:spMk id="9" creationId="{80AF52B0-71FF-4CA8-B347-B2975381DBCD}"/>
            </ac:spMkLst>
          </pc:spChg>
          <pc:spChg chg="mod">
            <ac:chgData name="Mike Bloys" userId="1248c4d8-7b2b-4b32-b8bd-163ae845f9bb" providerId="ADAL" clId="{E836DEE0-91C8-B849-A9F0-72E8A0E5EA9E}" dt="2021-07-23T14:55:47.705" v="22"/>
            <ac:spMkLst>
              <pc:docMk/>
              <pc:sldMasterMk cId="3316734550" sldId="2147483648"/>
              <pc:sldLayoutMk cId="4180777422" sldId="2147483653"/>
              <ac:spMk id="27" creationId="{00000000-0000-0000-0000-000000000000}"/>
            </ac:spMkLst>
          </pc:spChg>
          <pc:picChg chg="add mod">
            <ac:chgData name="Mike Bloys" userId="1248c4d8-7b2b-4b32-b8bd-163ae845f9bb" providerId="ADAL" clId="{E836DEE0-91C8-B849-A9F0-72E8A0E5EA9E}" dt="2021-07-23T14:54:23.286" v="16" actId="167"/>
            <ac:picMkLst>
              <pc:docMk/>
              <pc:sldMasterMk cId="3316734550" sldId="2147483648"/>
              <pc:sldLayoutMk cId="4180777422" sldId="2147483653"/>
              <ac:picMk id="7" creationId="{261806FA-7C3E-8543-AE82-B25DDA01F025}"/>
            </ac:picMkLst>
          </pc:picChg>
          <pc:picChg chg="del mod">
            <ac:chgData name="Mike Bloys" userId="1248c4d8-7b2b-4b32-b8bd-163ae845f9bb" providerId="ADAL" clId="{E836DEE0-91C8-B849-A9F0-72E8A0E5EA9E}" dt="2021-07-23T14:53:18.310" v="13" actId="478"/>
            <ac:picMkLst>
              <pc:docMk/>
              <pc:sldMasterMk cId="3316734550" sldId="2147483648"/>
              <pc:sldLayoutMk cId="4180777422" sldId="2147483653"/>
              <ac:picMk id="8" creationId="{2CDD1C7C-4D26-4764-BA4A-DFC95FD25F15}"/>
            </ac:picMkLst>
          </pc:picChg>
          <pc:picChg chg="add mod">
            <ac:chgData name="Mike Bloys" userId="1248c4d8-7b2b-4b32-b8bd-163ae845f9bb" providerId="ADAL" clId="{E836DEE0-91C8-B849-A9F0-72E8A0E5EA9E}" dt="2021-07-23T14:54:23.286" v="16" actId="167"/>
            <ac:picMkLst>
              <pc:docMk/>
              <pc:sldMasterMk cId="3316734550" sldId="2147483648"/>
              <pc:sldLayoutMk cId="4180777422" sldId="2147483653"/>
              <ac:picMk id="10" creationId="{2009F003-D16B-D842-A3AD-5C3DB0D54A5D}"/>
            </ac:picMkLst>
          </pc:picChg>
          <pc:picChg chg="del">
            <ac:chgData name="Mike Bloys" userId="1248c4d8-7b2b-4b32-b8bd-163ae845f9bb" providerId="ADAL" clId="{E836DEE0-91C8-B849-A9F0-72E8A0E5EA9E}" dt="2021-07-23T14:53:20.920" v="14" actId="478"/>
            <ac:picMkLst>
              <pc:docMk/>
              <pc:sldMasterMk cId="3316734550" sldId="2147483648"/>
              <pc:sldLayoutMk cId="4180777422" sldId="2147483653"/>
              <ac:picMk id="29" creationId="{00000000-0000-0000-0000-000000000000}"/>
            </ac:picMkLst>
          </pc:picChg>
        </pc:sldLayoutChg>
        <pc:sldLayoutChg chg="del">
          <pc:chgData name="Mike Bloys" userId="1248c4d8-7b2b-4b32-b8bd-163ae845f9bb" providerId="ADAL" clId="{E836DEE0-91C8-B849-A9F0-72E8A0E5EA9E}" dt="2021-07-23T14:57:43.104" v="29" actId="2696"/>
          <pc:sldLayoutMkLst>
            <pc:docMk/>
            <pc:sldMasterMk cId="3316734550" sldId="2147483648"/>
            <pc:sldLayoutMk cId="2400860605" sldId="2147483655"/>
          </pc:sldLayoutMkLst>
        </pc:sldLayoutChg>
        <pc:sldLayoutChg chg="addSp delSp modSp mod">
          <pc:chgData name="Mike Bloys" userId="1248c4d8-7b2b-4b32-b8bd-163ae845f9bb" providerId="ADAL" clId="{E836DEE0-91C8-B849-A9F0-72E8A0E5EA9E}" dt="2021-07-23T15:43:36.480" v="107" actId="21"/>
          <pc:sldLayoutMkLst>
            <pc:docMk/>
            <pc:sldMasterMk cId="3316734550" sldId="2147483648"/>
            <pc:sldLayoutMk cId="3315833090" sldId="2147483656"/>
          </pc:sldLayoutMkLst>
          <pc:spChg chg="del">
            <ac:chgData name="Mike Bloys" userId="1248c4d8-7b2b-4b32-b8bd-163ae845f9bb" providerId="ADAL" clId="{E836DEE0-91C8-B849-A9F0-72E8A0E5EA9E}" dt="2021-07-23T14:57:50.281" v="30" actId="478"/>
            <ac:spMkLst>
              <pc:docMk/>
              <pc:sldMasterMk cId="3316734550" sldId="2147483648"/>
              <pc:sldLayoutMk cId="3315833090" sldId="2147483656"/>
              <ac:spMk id="8" creationId="{8F2116D1-E549-48F3-ACCB-3279561FA168}"/>
            </ac:spMkLst>
          </pc:spChg>
          <pc:spChg chg="add mod">
            <ac:chgData name="Mike Bloys" userId="1248c4d8-7b2b-4b32-b8bd-163ae845f9bb" providerId="ADAL" clId="{E836DEE0-91C8-B849-A9F0-72E8A0E5EA9E}" dt="2021-07-23T14:57:51.480" v="31"/>
            <ac:spMkLst>
              <pc:docMk/>
              <pc:sldMasterMk cId="3316734550" sldId="2147483648"/>
              <pc:sldLayoutMk cId="3315833090" sldId="2147483656"/>
              <ac:spMk id="10" creationId="{D7C50F87-CCB0-9142-887C-887EA858C574}"/>
            </ac:spMkLst>
          </pc:spChg>
          <pc:spChg chg="mod">
            <ac:chgData name="Mike Bloys" userId="1248c4d8-7b2b-4b32-b8bd-163ae845f9bb" providerId="ADAL" clId="{E836DEE0-91C8-B849-A9F0-72E8A0E5EA9E}" dt="2021-07-23T14:59:54.533" v="43" actId="948"/>
            <ac:spMkLst>
              <pc:docMk/>
              <pc:sldMasterMk cId="3316734550" sldId="2147483648"/>
              <pc:sldLayoutMk cId="3315833090" sldId="2147483656"/>
              <ac:spMk id="25" creationId="{00000000-0000-0000-0000-000000000000}"/>
            </ac:spMkLst>
          </pc:spChg>
          <pc:picChg chg="add mod">
            <ac:chgData name="Mike Bloys" userId="1248c4d8-7b2b-4b32-b8bd-163ae845f9bb" providerId="ADAL" clId="{E836DEE0-91C8-B849-A9F0-72E8A0E5EA9E}" dt="2021-07-23T14:57:51.480" v="31"/>
            <ac:picMkLst>
              <pc:docMk/>
              <pc:sldMasterMk cId="3316734550" sldId="2147483648"/>
              <pc:sldLayoutMk cId="3315833090" sldId="2147483656"/>
              <ac:picMk id="6" creationId="{3E732CD1-CBF6-6049-8EEB-8C4CDE51B8E8}"/>
            </ac:picMkLst>
          </pc:picChg>
          <pc:picChg chg="del">
            <ac:chgData name="Mike Bloys" userId="1248c4d8-7b2b-4b32-b8bd-163ae845f9bb" providerId="ADAL" clId="{E836DEE0-91C8-B849-A9F0-72E8A0E5EA9E}" dt="2021-07-23T14:57:50.281" v="30" actId="478"/>
            <ac:picMkLst>
              <pc:docMk/>
              <pc:sldMasterMk cId="3316734550" sldId="2147483648"/>
              <pc:sldLayoutMk cId="3315833090" sldId="2147483656"/>
              <ac:picMk id="7" creationId="{FC7DA4C8-9C3D-4123-AEFC-9CE207D135A5}"/>
            </ac:picMkLst>
          </pc:picChg>
          <pc:picChg chg="add del mod">
            <ac:chgData name="Mike Bloys" userId="1248c4d8-7b2b-4b32-b8bd-163ae845f9bb" providerId="ADAL" clId="{E836DEE0-91C8-B849-A9F0-72E8A0E5EA9E}" dt="2021-07-23T14:58:02.068" v="32" actId="478"/>
            <ac:picMkLst>
              <pc:docMk/>
              <pc:sldMasterMk cId="3316734550" sldId="2147483648"/>
              <pc:sldLayoutMk cId="3315833090" sldId="2147483656"/>
              <ac:picMk id="9" creationId="{2CA00588-D9FB-F149-B330-77F2C653E9D6}"/>
            </ac:picMkLst>
          </pc:picChg>
          <pc:picChg chg="add del mod modCrop">
            <ac:chgData name="Mike Bloys" userId="1248c4d8-7b2b-4b32-b8bd-163ae845f9bb" providerId="ADAL" clId="{E836DEE0-91C8-B849-A9F0-72E8A0E5EA9E}" dt="2021-07-23T15:43:36.480" v="107" actId="21"/>
            <ac:picMkLst>
              <pc:docMk/>
              <pc:sldMasterMk cId="3316734550" sldId="2147483648"/>
              <pc:sldLayoutMk cId="3315833090" sldId="2147483656"/>
              <ac:picMk id="11" creationId="{5B2DCC30-0646-DE46-B5A6-80F2D29E79CF}"/>
            </ac:picMkLst>
          </pc:picChg>
        </pc:sldLayoutChg>
        <pc:sldLayoutChg chg="addSp delSp modSp mod setBg">
          <pc:chgData name="Mike Bloys" userId="1248c4d8-7b2b-4b32-b8bd-163ae845f9bb" providerId="ADAL" clId="{E836DEE0-91C8-B849-A9F0-72E8A0E5EA9E}" dt="2021-07-23T15:02:04.849" v="45"/>
          <pc:sldLayoutMkLst>
            <pc:docMk/>
            <pc:sldMasterMk cId="3316734550" sldId="2147483648"/>
            <pc:sldLayoutMk cId="393927180" sldId="2147483664"/>
          </pc:sldLayoutMkLst>
          <pc:spChg chg="add del mod">
            <ac:chgData name="Mike Bloys" userId="1248c4d8-7b2b-4b32-b8bd-163ae845f9bb" providerId="ADAL" clId="{E836DEE0-91C8-B849-A9F0-72E8A0E5EA9E}" dt="2021-07-23T14:51:41.122" v="7" actId="767"/>
            <ac:spMkLst>
              <pc:docMk/>
              <pc:sldMasterMk cId="3316734550" sldId="2147483648"/>
              <pc:sldLayoutMk cId="393927180" sldId="2147483664"/>
              <ac:spMk id="2" creationId="{64478611-920C-1E41-9786-8D1AB846230E}"/>
            </ac:spMkLst>
          </pc:spChg>
          <pc:cxnChg chg="mod">
            <ac:chgData name="Mike Bloys" userId="1248c4d8-7b2b-4b32-b8bd-163ae845f9bb" providerId="ADAL" clId="{E836DEE0-91C8-B849-A9F0-72E8A0E5EA9E}" dt="2021-07-23T15:00:23.606" v="44" actId="692"/>
            <ac:cxnSpMkLst>
              <pc:docMk/>
              <pc:sldMasterMk cId="3316734550" sldId="2147483648"/>
              <pc:sldLayoutMk cId="393927180" sldId="2147483664"/>
              <ac:cxnSpMk id="9" creationId="{00000000-0000-0000-0000-000000000000}"/>
            </ac:cxnSpMkLst>
          </pc:cxnChg>
        </pc:sldLayoutChg>
        <pc:sldLayoutChg chg="addSp delSp modSp mod">
          <pc:chgData name="Mike Bloys" userId="1248c4d8-7b2b-4b32-b8bd-163ae845f9bb" providerId="ADAL" clId="{E836DEE0-91C8-B849-A9F0-72E8A0E5EA9E}" dt="2021-07-23T14:58:40.753" v="36" actId="6549"/>
          <pc:sldLayoutMkLst>
            <pc:docMk/>
            <pc:sldMasterMk cId="3316734550" sldId="2147483648"/>
            <pc:sldLayoutMk cId="78951202" sldId="2147483665"/>
          </pc:sldLayoutMkLst>
          <pc:spChg chg="mod">
            <ac:chgData name="Mike Bloys" userId="1248c4d8-7b2b-4b32-b8bd-163ae845f9bb" providerId="ADAL" clId="{E836DEE0-91C8-B849-A9F0-72E8A0E5EA9E}" dt="2021-07-23T14:58:40.753" v="36" actId="6549"/>
            <ac:spMkLst>
              <pc:docMk/>
              <pc:sldMasterMk cId="3316734550" sldId="2147483648"/>
              <pc:sldLayoutMk cId="78951202" sldId="2147483665"/>
              <ac:spMk id="8" creationId="{00000000-0000-0000-0000-000000000000}"/>
            </ac:spMkLst>
          </pc:spChg>
          <pc:spChg chg="del">
            <ac:chgData name="Mike Bloys" userId="1248c4d8-7b2b-4b32-b8bd-163ae845f9bb" providerId="ADAL" clId="{E836DEE0-91C8-B849-A9F0-72E8A0E5EA9E}" dt="2021-07-23T14:58:27.464" v="33" actId="478"/>
            <ac:spMkLst>
              <pc:docMk/>
              <pc:sldMasterMk cId="3316734550" sldId="2147483648"/>
              <pc:sldLayoutMk cId="78951202" sldId="2147483665"/>
              <ac:spMk id="9" creationId="{40C0086F-3412-4B9E-93F6-E64240E79B2B}"/>
            </ac:spMkLst>
          </pc:spChg>
          <pc:spChg chg="add mod">
            <ac:chgData name="Mike Bloys" userId="1248c4d8-7b2b-4b32-b8bd-163ae845f9bb" providerId="ADAL" clId="{E836DEE0-91C8-B849-A9F0-72E8A0E5EA9E}" dt="2021-07-23T14:58:31.972" v="34"/>
            <ac:spMkLst>
              <pc:docMk/>
              <pc:sldMasterMk cId="3316734550" sldId="2147483648"/>
              <pc:sldLayoutMk cId="78951202" sldId="2147483665"/>
              <ac:spMk id="11" creationId="{52EACD26-0AE9-A141-9478-5719E13BE996}"/>
            </ac:spMkLst>
          </pc:spChg>
          <pc:picChg chg="del">
            <ac:chgData name="Mike Bloys" userId="1248c4d8-7b2b-4b32-b8bd-163ae845f9bb" providerId="ADAL" clId="{E836DEE0-91C8-B849-A9F0-72E8A0E5EA9E}" dt="2021-07-23T14:58:27.464" v="33" actId="478"/>
            <ac:picMkLst>
              <pc:docMk/>
              <pc:sldMasterMk cId="3316734550" sldId="2147483648"/>
              <pc:sldLayoutMk cId="78951202" sldId="2147483665"/>
              <ac:picMk id="6" creationId="{5EE2D977-6F16-4376-BD59-07DBBB7F4A8F}"/>
            </ac:picMkLst>
          </pc:picChg>
          <pc:picChg chg="add mod">
            <ac:chgData name="Mike Bloys" userId="1248c4d8-7b2b-4b32-b8bd-163ae845f9bb" providerId="ADAL" clId="{E836DEE0-91C8-B849-A9F0-72E8A0E5EA9E}" dt="2021-07-23T14:58:31.972" v="34"/>
            <ac:picMkLst>
              <pc:docMk/>
              <pc:sldMasterMk cId="3316734550" sldId="2147483648"/>
              <pc:sldLayoutMk cId="78951202" sldId="2147483665"/>
              <ac:picMk id="7" creationId="{47145268-D342-934C-907C-54316D5AA81A}"/>
            </ac:picMkLst>
          </pc:picChg>
          <pc:picChg chg="add mod">
            <ac:chgData name="Mike Bloys" userId="1248c4d8-7b2b-4b32-b8bd-163ae845f9bb" providerId="ADAL" clId="{E836DEE0-91C8-B849-A9F0-72E8A0E5EA9E}" dt="2021-07-23T14:58:31.972" v="34"/>
            <ac:picMkLst>
              <pc:docMk/>
              <pc:sldMasterMk cId="3316734550" sldId="2147483648"/>
              <pc:sldLayoutMk cId="78951202" sldId="2147483665"/>
              <ac:picMk id="10" creationId="{25159C0E-4C8B-794B-BE97-CB316716D170}"/>
            </ac:picMkLst>
          </pc:picChg>
          <pc:picChg chg="del">
            <ac:chgData name="Mike Bloys" userId="1248c4d8-7b2b-4b32-b8bd-163ae845f9bb" providerId="ADAL" clId="{E836DEE0-91C8-B849-A9F0-72E8A0E5EA9E}" dt="2021-07-23T14:58:27.464" v="33" actId="478"/>
            <ac:picMkLst>
              <pc:docMk/>
              <pc:sldMasterMk cId="3316734550" sldId="2147483648"/>
              <pc:sldLayoutMk cId="78951202" sldId="2147483665"/>
              <ac:picMk id="29" creationId="{00000000-0000-0000-0000-000000000000}"/>
            </ac:picMkLst>
          </pc:picChg>
        </pc:sldLayoutChg>
        <pc:sldLayoutChg chg="addSp delSp modSp mod setBg">
          <pc:chgData name="Mike Bloys" userId="1248c4d8-7b2b-4b32-b8bd-163ae845f9bb" providerId="ADAL" clId="{E836DEE0-91C8-B849-A9F0-72E8A0E5EA9E}" dt="2021-07-23T15:05:38.831" v="65" actId="478"/>
          <pc:sldLayoutMkLst>
            <pc:docMk/>
            <pc:sldMasterMk cId="3316734550" sldId="2147483648"/>
            <pc:sldLayoutMk cId="1504358022" sldId="2147483666"/>
          </pc:sldLayoutMkLst>
          <pc:spChg chg="add mod">
            <ac:chgData name="Mike Bloys" userId="1248c4d8-7b2b-4b32-b8bd-163ae845f9bb" providerId="ADAL" clId="{E836DEE0-91C8-B849-A9F0-72E8A0E5EA9E}" dt="2021-07-23T15:02:44.533" v="51" actId="207"/>
            <ac:spMkLst>
              <pc:docMk/>
              <pc:sldMasterMk cId="3316734550" sldId="2147483648"/>
              <pc:sldLayoutMk cId="1504358022" sldId="2147483666"/>
              <ac:spMk id="6" creationId="{1C74A5BF-9C05-F945-A711-13841CF3EDC7}"/>
            </ac:spMkLst>
          </pc:spChg>
          <pc:spChg chg="add del mod">
            <ac:chgData name="Mike Bloys" userId="1248c4d8-7b2b-4b32-b8bd-163ae845f9bb" providerId="ADAL" clId="{E836DEE0-91C8-B849-A9F0-72E8A0E5EA9E}" dt="2021-07-23T15:05:38.831" v="65" actId="478"/>
            <ac:spMkLst>
              <pc:docMk/>
              <pc:sldMasterMk cId="3316734550" sldId="2147483648"/>
              <pc:sldLayoutMk cId="1504358022" sldId="2147483666"/>
              <ac:spMk id="7" creationId="{1BD5C45D-5731-E24A-BC94-61E00F05AC27}"/>
            </ac:spMkLst>
          </pc:spChg>
          <pc:spChg chg="del">
            <ac:chgData name="Mike Bloys" userId="1248c4d8-7b2b-4b32-b8bd-163ae845f9bb" providerId="ADAL" clId="{E836DEE0-91C8-B849-A9F0-72E8A0E5EA9E}" dt="2021-07-23T15:02:33.438" v="49" actId="478"/>
            <ac:spMkLst>
              <pc:docMk/>
              <pc:sldMasterMk cId="3316734550" sldId="2147483648"/>
              <pc:sldLayoutMk cId="1504358022" sldId="2147483666"/>
              <ac:spMk id="10" creationId="{00000000-0000-0000-0000-000000000000}"/>
            </ac:spMkLst>
          </pc:spChg>
          <pc:cxnChg chg="mod">
            <ac:chgData name="Mike Bloys" userId="1248c4d8-7b2b-4b32-b8bd-163ae845f9bb" providerId="ADAL" clId="{E836DEE0-91C8-B849-A9F0-72E8A0E5EA9E}" dt="2021-07-23T15:05:37.111" v="64" actId="14100"/>
            <ac:cxnSpMkLst>
              <pc:docMk/>
              <pc:sldMasterMk cId="3316734550" sldId="2147483648"/>
              <pc:sldLayoutMk cId="1504358022" sldId="2147483666"/>
              <ac:cxnSpMk id="8" creationId="{00000000-0000-0000-0000-000000000000}"/>
            </ac:cxnSpMkLst>
          </pc:cxnChg>
        </pc:sldLayoutChg>
        <pc:sldLayoutChg chg="addSp delSp modSp mod">
          <pc:chgData name="Mike Bloys" userId="1248c4d8-7b2b-4b32-b8bd-163ae845f9bb" providerId="ADAL" clId="{E836DEE0-91C8-B849-A9F0-72E8A0E5EA9E}" dt="2021-07-23T14:59:20.236" v="39" actId="207"/>
          <pc:sldLayoutMkLst>
            <pc:docMk/>
            <pc:sldMasterMk cId="3316734550" sldId="2147483648"/>
            <pc:sldLayoutMk cId="2777079279" sldId="2147483667"/>
          </pc:sldLayoutMkLst>
          <pc:spChg chg="mod">
            <ac:chgData name="Mike Bloys" userId="1248c4d8-7b2b-4b32-b8bd-163ae845f9bb" providerId="ADAL" clId="{E836DEE0-91C8-B849-A9F0-72E8A0E5EA9E}" dt="2021-07-23T14:59:20.236" v="39" actId="207"/>
            <ac:spMkLst>
              <pc:docMk/>
              <pc:sldMasterMk cId="3316734550" sldId="2147483648"/>
              <pc:sldLayoutMk cId="2777079279" sldId="2147483667"/>
              <ac:spMk id="8" creationId="{00000000-0000-0000-0000-000000000000}"/>
            </ac:spMkLst>
          </pc:spChg>
          <pc:spChg chg="del">
            <ac:chgData name="Mike Bloys" userId="1248c4d8-7b2b-4b32-b8bd-163ae845f9bb" providerId="ADAL" clId="{E836DEE0-91C8-B849-A9F0-72E8A0E5EA9E}" dt="2021-07-23T14:56:35.041" v="25" actId="478"/>
            <ac:spMkLst>
              <pc:docMk/>
              <pc:sldMasterMk cId="3316734550" sldId="2147483648"/>
              <pc:sldLayoutMk cId="2777079279" sldId="2147483667"/>
              <ac:spMk id="11" creationId="{DE792332-0D8B-4D0F-BACD-CEA10A552FED}"/>
            </ac:spMkLst>
          </pc:spChg>
          <pc:spChg chg="add mod">
            <ac:chgData name="Mike Bloys" userId="1248c4d8-7b2b-4b32-b8bd-163ae845f9bb" providerId="ADAL" clId="{E836DEE0-91C8-B849-A9F0-72E8A0E5EA9E}" dt="2021-07-23T14:56:38.830" v="26"/>
            <ac:spMkLst>
              <pc:docMk/>
              <pc:sldMasterMk cId="3316734550" sldId="2147483648"/>
              <pc:sldLayoutMk cId="2777079279" sldId="2147483667"/>
              <ac:spMk id="14" creationId="{652867DA-6DDC-0047-B05F-030D571EC948}"/>
            </ac:spMkLst>
          </pc:spChg>
          <pc:picChg chg="del">
            <ac:chgData name="Mike Bloys" userId="1248c4d8-7b2b-4b32-b8bd-163ae845f9bb" providerId="ADAL" clId="{E836DEE0-91C8-B849-A9F0-72E8A0E5EA9E}" dt="2021-07-23T14:56:35.041" v="25" actId="478"/>
            <ac:picMkLst>
              <pc:docMk/>
              <pc:sldMasterMk cId="3316734550" sldId="2147483648"/>
              <pc:sldLayoutMk cId="2777079279" sldId="2147483667"/>
              <ac:picMk id="10" creationId="{2FBC2F8D-3F89-4D26-8C4E-31AC687CB25D}"/>
            </ac:picMkLst>
          </pc:picChg>
          <pc:picChg chg="add mod">
            <ac:chgData name="Mike Bloys" userId="1248c4d8-7b2b-4b32-b8bd-163ae845f9bb" providerId="ADAL" clId="{E836DEE0-91C8-B849-A9F0-72E8A0E5EA9E}" dt="2021-07-23T14:56:38.830" v="26"/>
            <ac:picMkLst>
              <pc:docMk/>
              <pc:sldMasterMk cId="3316734550" sldId="2147483648"/>
              <pc:sldLayoutMk cId="2777079279" sldId="2147483667"/>
              <ac:picMk id="12" creationId="{67C8D93C-5125-A442-A259-B9EB57261564}"/>
            </ac:picMkLst>
          </pc:picChg>
          <pc:picChg chg="add mod">
            <ac:chgData name="Mike Bloys" userId="1248c4d8-7b2b-4b32-b8bd-163ae845f9bb" providerId="ADAL" clId="{E836DEE0-91C8-B849-A9F0-72E8A0E5EA9E}" dt="2021-07-23T14:56:38.830" v="26"/>
            <ac:picMkLst>
              <pc:docMk/>
              <pc:sldMasterMk cId="3316734550" sldId="2147483648"/>
              <pc:sldLayoutMk cId="2777079279" sldId="2147483667"/>
              <ac:picMk id="13" creationId="{B45DB6D8-0A2F-294A-B2B2-6A1C6A3059AA}"/>
            </ac:picMkLst>
          </pc:picChg>
          <pc:picChg chg="del">
            <ac:chgData name="Mike Bloys" userId="1248c4d8-7b2b-4b32-b8bd-163ae845f9bb" providerId="ADAL" clId="{E836DEE0-91C8-B849-A9F0-72E8A0E5EA9E}" dt="2021-07-23T14:56:35.041" v="25" actId="478"/>
            <ac:picMkLst>
              <pc:docMk/>
              <pc:sldMasterMk cId="3316734550" sldId="2147483648"/>
              <pc:sldLayoutMk cId="2777079279" sldId="2147483667"/>
              <ac:picMk id="22" creationId="{00000000-0000-0000-0000-000000000000}"/>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56C703-0827-4D98-8015-40DEE3C186A7}" type="datetimeFigureOut">
              <a:rPr lang="en-GB" smtClean="0"/>
              <a:t>02/12/2021</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798D5B-57F4-4A7F-8DDC-A432FF1B0DAA}" type="slidenum">
              <a:rPr lang="en-GB" smtClean="0"/>
              <a:t>‹#›</a:t>
            </a:fld>
            <a:endParaRPr lang="en-GB"/>
          </a:p>
        </p:txBody>
      </p:sp>
    </p:spTree>
    <p:extLst>
      <p:ext uri="{BB962C8B-B14F-4D97-AF65-F5344CB8AC3E}">
        <p14:creationId xmlns:p14="http://schemas.microsoft.com/office/powerpoint/2010/main" val="804381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4.jpeg"/><Relationship Id="rId4"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4.jpeg"/><Relationship Id="rId5" Type="http://schemas.openxmlformats.org/officeDocument/2006/relationships/image" Target="../media/image3.svg"/><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0D79972-1D78-4B93-86F2-49F1846CCBA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0"/>
            <a:ext cx="9144000" cy="6858000"/>
          </a:xfrm>
          <a:prstGeom prst="rect">
            <a:avLst/>
          </a:prstGeom>
        </p:spPr>
      </p:pic>
    </p:spTree>
    <p:extLst>
      <p:ext uri="{BB962C8B-B14F-4D97-AF65-F5344CB8AC3E}">
        <p14:creationId xmlns:p14="http://schemas.microsoft.com/office/powerpoint/2010/main" val="3886385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9_Custom Layout">
    <p:bg>
      <p:bgPr>
        <a:solidFill>
          <a:srgbClr val="2C3039"/>
        </a:solidFill>
        <a:effectLst/>
      </p:bgPr>
    </p:bg>
    <p:spTree>
      <p:nvGrpSpPr>
        <p:cNvPr id="1" name=""/>
        <p:cNvGrpSpPr/>
        <p:nvPr/>
      </p:nvGrpSpPr>
      <p:grpSpPr>
        <a:xfrm>
          <a:off x="0" y="0"/>
          <a:ext cx="0" cy="0"/>
          <a:chOff x="0" y="0"/>
          <a:chExt cx="0" cy="0"/>
        </a:xfrm>
      </p:grpSpPr>
      <p:cxnSp>
        <p:nvCxnSpPr>
          <p:cNvPr id="8" name="Straight Connector 7"/>
          <p:cNvCxnSpPr>
            <a:cxnSpLocks/>
          </p:cNvCxnSpPr>
          <p:nvPr userDrawn="1"/>
        </p:nvCxnSpPr>
        <p:spPr>
          <a:xfrm>
            <a:off x="584200" y="1702800"/>
            <a:ext cx="0" cy="4107149"/>
          </a:xfrm>
          <a:prstGeom prst="line">
            <a:avLst/>
          </a:prstGeom>
          <a:ln w="2857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6" name="Text Placeholder 11">
            <a:extLst>
              <a:ext uri="{FF2B5EF4-FFF2-40B4-BE49-F238E27FC236}">
                <a16:creationId xmlns:a16="http://schemas.microsoft.com/office/drawing/2014/main" id="{1C74A5BF-9C05-F945-A711-13841CF3EDC7}"/>
              </a:ext>
            </a:extLst>
          </p:cNvPr>
          <p:cNvSpPr>
            <a:spLocks noGrp="1"/>
          </p:cNvSpPr>
          <p:nvPr>
            <p:ph type="body" sz="quarter" idx="15"/>
          </p:nvPr>
        </p:nvSpPr>
        <p:spPr>
          <a:xfrm>
            <a:off x="724280" y="1704179"/>
            <a:ext cx="7797230" cy="5153821"/>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bg1"/>
                </a:solidFill>
                <a:latin typeface="Arial"/>
                <a:cs typeface="Arial"/>
              </a:defRPr>
            </a:lvl1pPr>
            <a:lvl2pPr marL="723900" indent="-279400">
              <a:lnSpc>
                <a:spcPct val="100000"/>
              </a:lnSpc>
              <a:spcBef>
                <a:spcPts val="0"/>
              </a:spcBef>
              <a:spcAft>
                <a:spcPts val="1200"/>
              </a:spcAft>
              <a:buFont typeface="Arial"/>
              <a:buChar char="•"/>
              <a:defRPr lang="en-US" sz="2000" kern="1200" dirty="0">
                <a:solidFill>
                  <a:schemeClr val="bg1"/>
                </a:solidFill>
                <a:latin typeface="Arial"/>
                <a:ea typeface="+mn-ea"/>
                <a:cs typeface="Arial"/>
              </a:defRPr>
            </a:lvl2pPr>
            <a:lvl3pPr marL="723900" indent="-279400">
              <a:lnSpc>
                <a:spcPct val="100000"/>
              </a:lnSpc>
              <a:spcBef>
                <a:spcPts val="0"/>
              </a:spcBef>
              <a:spcAft>
                <a:spcPts val="1200"/>
              </a:spcAft>
              <a:buFont typeface="Arial"/>
              <a:buChar char="•"/>
              <a:defRPr lang="en-US" sz="2000" kern="1200" baseline="0" dirty="0">
                <a:solidFill>
                  <a:schemeClr val="bg1"/>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504358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Custom Layout">
    <p:bg>
      <p:bgPr>
        <a:solidFill>
          <a:srgbClr val="AAAA98"/>
        </a:solidFill>
        <a:effectLst/>
      </p:bgPr>
    </p:bg>
    <p:spTree>
      <p:nvGrpSpPr>
        <p:cNvPr id="1" name=""/>
        <p:cNvGrpSpPr/>
        <p:nvPr/>
      </p:nvGrpSpPr>
      <p:grpSpPr>
        <a:xfrm>
          <a:off x="0" y="0"/>
          <a:ext cx="0" cy="0"/>
          <a:chOff x="0" y="0"/>
          <a:chExt cx="0" cy="0"/>
        </a:xfrm>
      </p:grpSpPr>
      <p:cxnSp>
        <p:nvCxnSpPr>
          <p:cNvPr id="9" name="Straight Connector 8"/>
          <p:cNvCxnSpPr>
            <a:cxnSpLocks/>
          </p:cNvCxnSpPr>
          <p:nvPr userDrawn="1"/>
        </p:nvCxnSpPr>
        <p:spPr>
          <a:xfrm>
            <a:off x="584200" y="1702800"/>
            <a:ext cx="0" cy="3945525"/>
          </a:xfrm>
          <a:prstGeom prst="line">
            <a:avLst/>
          </a:prstGeom>
          <a:ln w="2857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6"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bg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10" name="Text Placeholder 11"/>
          <p:cNvSpPr>
            <a:spLocks noGrp="1"/>
          </p:cNvSpPr>
          <p:nvPr>
            <p:ph type="body" sz="quarter" idx="14"/>
          </p:nvPr>
        </p:nvSpPr>
        <p:spPr>
          <a:xfrm>
            <a:off x="723600" y="1702799"/>
            <a:ext cx="7861300" cy="5155201"/>
          </a:xfrm>
          <a:prstGeom prst="rect">
            <a:avLst/>
          </a:prstGeom>
        </p:spPr>
        <p:txBody>
          <a:bodyPr vert="horz" lIns="0" tIns="0" rIns="0" bIns="0"/>
          <a:lstStyle>
            <a:lvl1pPr marL="271463" indent="-271463">
              <a:lnSpc>
                <a:spcPct val="100000"/>
              </a:lnSpc>
              <a:spcBef>
                <a:spcPts val="0"/>
              </a:spcBef>
              <a:spcAft>
                <a:spcPts val="1400"/>
              </a:spcAft>
              <a:buFont typeface="Arial"/>
              <a:buChar char="•"/>
              <a:defRPr sz="2500">
                <a:solidFill>
                  <a:schemeClr val="bg1"/>
                </a:solidFill>
                <a:latin typeface="Arial"/>
                <a:cs typeface="Arial"/>
              </a:defRPr>
            </a:lvl1pPr>
            <a:lvl2pPr marL="0" indent="0">
              <a:lnSpc>
                <a:spcPts val="2000"/>
              </a:lnSpc>
              <a:buNone/>
              <a:defRPr sz="2000">
                <a:solidFill>
                  <a:srgbClr val="9D9FA2"/>
                </a:solidFill>
                <a:latin typeface="Arial"/>
                <a:cs typeface="Arial"/>
              </a:defRPr>
            </a:lvl2pPr>
          </a:lstStyle>
          <a:p>
            <a:pPr lvl="0"/>
            <a:r>
              <a:rPr lang="en-US" dirty="0"/>
              <a:t>Click to edit Master text styles</a:t>
            </a:r>
          </a:p>
        </p:txBody>
      </p:sp>
    </p:spTree>
    <p:extLst>
      <p:ext uri="{BB962C8B-B14F-4D97-AF65-F5344CB8AC3E}">
        <p14:creationId xmlns:p14="http://schemas.microsoft.com/office/powerpoint/2010/main" val="393927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2009F003-D16B-D842-A3AD-5C3DB0D54A5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267074" y="6313572"/>
            <a:ext cx="1428387" cy="337136"/>
          </a:xfrm>
          <a:prstGeom prst="rect">
            <a:avLst/>
          </a:prstGeom>
        </p:spPr>
      </p:pic>
      <p:sp>
        <p:nvSpPr>
          <p:cNvPr id="26"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8" name="Text Placeholder 11">
            <a:extLst>
              <a:ext uri="{FF2B5EF4-FFF2-40B4-BE49-F238E27FC236}">
                <a16:creationId xmlns:a16="http://schemas.microsoft.com/office/drawing/2014/main" id="{665412E9-F79A-4BC6-BE4B-709EB88BE730}"/>
              </a:ext>
            </a:extLst>
          </p:cNvPr>
          <p:cNvSpPr>
            <a:spLocks noGrp="1"/>
          </p:cNvSpPr>
          <p:nvPr>
            <p:ph type="body" sz="quarter" idx="15"/>
          </p:nvPr>
        </p:nvSpPr>
        <p:spPr>
          <a:xfrm>
            <a:off x="724280" y="1704179"/>
            <a:ext cx="7797230" cy="5153821"/>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sz="2000">
                <a:solidFill>
                  <a:schemeClr val="tx2"/>
                </a:solidFill>
                <a:latin typeface="Arial"/>
                <a:cs typeface="Arial"/>
              </a:defRPr>
            </a:lvl2pPr>
            <a:lvl3pPr marL="723900" indent="-279400">
              <a:lnSpc>
                <a:spcPct val="100000"/>
              </a:lnSpc>
              <a:spcBef>
                <a:spcPts val="0"/>
              </a:spcBef>
              <a:spcAft>
                <a:spcPts val="1200"/>
              </a:spcAft>
              <a:buFont typeface="Arial"/>
              <a:buChar char="•"/>
              <a:defRPr lang="en-US" sz="2000" kern="1200" baseline="0" dirty="0" smtClean="0">
                <a:solidFill>
                  <a:srgbClr val="787878"/>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pic>
        <p:nvPicPr>
          <p:cNvPr id="11" name="Picture 10">
            <a:extLst>
              <a:ext uri="{FF2B5EF4-FFF2-40B4-BE49-F238E27FC236}">
                <a16:creationId xmlns:a16="http://schemas.microsoft.com/office/drawing/2014/main" id="{A496A345-DE05-48E7-91FA-981A1F601A1F}"/>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0" y="0"/>
            <a:ext cx="9144000" cy="609132"/>
          </a:xfrm>
          <a:prstGeom prst="rect">
            <a:avLst/>
          </a:prstGeom>
        </p:spPr>
      </p:pic>
      <p:sp>
        <p:nvSpPr>
          <p:cNvPr id="12" name="TextBox 11">
            <a:extLst>
              <a:ext uri="{FF2B5EF4-FFF2-40B4-BE49-F238E27FC236}">
                <a16:creationId xmlns:a16="http://schemas.microsoft.com/office/drawing/2014/main" id="{B3D63E19-F79E-4FD1-9DB6-D797C71D13C5}"/>
              </a:ext>
            </a:extLst>
          </p:cNvPr>
          <p:cNvSpPr txBox="1"/>
          <p:nvPr userDrawn="1"/>
        </p:nvSpPr>
        <p:spPr>
          <a:xfrm>
            <a:off x="752495" y="1567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IDEs</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6 Software</a:t>
            </a:r>
          </a:p>
        </p:txBody>
      </p:sp>
    </p:spTree>
    <p:extLst>
      <p:ext uri="{BB962C8B-B14F-4D97-AF65-F5344CB8AC3E}">
        <p14:creationId xmlns:p14="http://schemas.microsoft.com/office/powerpoint/2010/main" val="41807774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6" name="Picture 5" descr="Untitled-1.png"/>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016500" y="901700"/>
            <a:ext cx="2979807" cy="3251200"/>
          </a:xfrm>
          <a:prstGeom prst="rect">
            <a:avLst/>
          </a:prstGeom>
        </p:spPr>
      </p:pic>
      <p:sp>
        <p:nvSpPr>
          <p:cNvPr id="1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8" name="Text Placeholder 11"/>
          <p:cNvSpPr>
            <a:spLocks noGrp="1"/>
          </p:cNvSpPr>
          <p:nvPr>
            <p:ph type="body" sz="quarter" idx="14"/>
          </p:nvPr>
        </p:nvSpPr>
        <p:spPr>
          <a:xfrm>
            <a:off x="724280" y="1704179"/>
            <a:ext cx="7797230" cy="5153821"/>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lang="en-US" sz="2000" kern="1200" dirty="0">
                <a:solidFill>
                  <a:schemeClr val="tx2"/>
                </a:solidFill>
                <a:latin typeface="Arial"/>
                <a:ea typeface="+mn-ea"/>
                <a:cs typeface="Arial"/>
              </a:defRPr>
            </a:lvl2pPr>
            <a:lvl3pPr marL="723900" indent="-279400">
              <a:lnSpc>
                <a:spcPct val="100000"/>
              </a:lnSpc>
              <a:spcBef>
                <a:spcPts val="0"/>
              </a:spcBef>
              <a:spcAft>
                <a:spcPts val="1200"/>
              </a:spcAft>
              <a:buFont typeface="Arial"/>
              <a:buChar char="•"/>
              <a:defRPr lang="en-US" sz="2000" kern="1200" baseline="0" dirty="0">
                <a:solidFill>
                  <a:srgbClr val="787878"/>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pic>
        <p:nvPicPr>
          <p:cNvPr id="12" name="Graphic 11">
            <a:extLst>
              <a:ext uri="{FF2B5EF4-FFF2-40B4-BE49-F238E27FC236}">
                <a16:creationId xmlns:a16="http://schemas.microsoft.com/office/drawing/2014/main" id="{BD5F0E63-5239-6047-97DA-E8C99BB5083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267074" y="6313572"/>
            <a:ext cx="1428387" cy="337136"/>
          </a:xfrm>
          <a:prstGeom prst="rect">
            <a:avLst/>
          </a:prstGeom>
        </p:spPr>
      </p:pic>
      <p:pic>
        <p:nvPicPr>
          <p:cNvPr id="10" name="Picture 9">
            <a:extLst>
              <a:ext uri="{FF2B5EF4-FFF2-40B4-BE49-F238E27FC236}">
                <a16:creationId xmlns:a16="http://schemas.microsoft.com/office/drawing/2014/main" id="{BDFE4830-E7A7-4165-A448-66C7680B0553}"/>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0" y="0"/>
            <a:ext cx="9144000" cy="609132"/>
          </a:xfrm>
          <a:prstGeom prst="rect">
            <a:avLst/>
          </a:prstGeom>
        </p:spPr>
      </p:pic>
      <p:sp>
        <p:nvSpPr>
          <p:cNvPr id="11" name="TextBox 10">
            <a:extLst>
              <a:ext uri="{FF2B5EF4-FFF2-40B4-BE49-F238E27FC236}">
                <a16:creationId xmlns:a16="http://schemas.microsoft.com/office/drawing/2014/main" id="{CC1D940C-1AB4-418A-B881-39C38A9DEF61}"/>
              </a:ext>
            </a:extLst>
          </p:cNvPr>
          <p:cNvSpPr txBox="1"/>
          <p:nvPr userDrawn="1"/>
        </p:nvSpPr>
        <p:spPr>
          <a:xfrm>
            <a:off x="752495" y="1567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IDEs</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6 Software</a:t>
            </a:r>
          </a:p>
        </p:txBody>
      </p:sp>
    </p:spTree>
    <p:extLst>
      <p:ext uri="{BB962C8B-B14F-4D97-AF65-F5344CB8AC3E}">
        <p14:creationId xmlns:p14="http://schemas.microsoft.com/office/powerpoint/2010/main" val="2849720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15"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8" name="Text Placeholder 11"/>
          <p:cNvSpPr>
            <a:spLocks noGrp="1"/>
          </p:cNvSpPr>
          <p:nvPr>
            <p:ph type="body" sz="quarter" idx="14"/>
          </p:nvPr>
        </p:nvSpPr>
        <p:spPr>
          <a:xfrm>
            <a:off x="724280" y="1704179"/>
            <a:ext cx="7797230" cy="5153821"/>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lang="en-US" sz="2000" kern="1200" dirty="0">
                <a:solidFill>
                  <a:schemeClr val="tx2"/>
                </a:solidFill>
                <a:latin typeface="Arial"/>
                <a:ea typeface="+mn-ea"/>
                <a:cs typeface="Arial"/>
              </a:defRPr>
            </a:lvl2pPr>
            <a:lvl3pPr marL="723900" indent="-279400">
              <a:lnSpc>
                <a:spcPct val="100000"/>
              </a:lnSpc>
              <a:spcBef>
                <a:spcPts val="0"/>
              </a:spcBef>
              <a:spcAft>
                <a:spcPts val="1200"/>
              </a:spcAft>
              <a:buFont typeface="Arial"/>
              <a:buChar char="•"/>
              <a:defRPr lang="en-US" sz="2000" kern="1200" baseline="0" dirty="0">
                <a:solidFill>
                  <a:srgbClr val="787878"/>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pic>
        <p:nvPicPr>
          <p:cNvPr id="9" name="Graphic 8">
            <a:extLst>
              <a:ext uri="{FF2B5EF4-FFF2-40B4-BE49-F238E27FC236}">
                <a16:creationId xmlns:a16="http://schemas.microsoft.com/office/drawing/2014/main" id="{2A9D23ED-1231-40B3-AFDB-76E9B7AC957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7684433" y="900257"/>
            <a:ext cx="1474704" cy="554400"/>
          </a:xfrm>
          <a:prstGeom prst="rect">
            <a:avLst/>
          </a:prstGeom>
        </p:spPr>
      </p:pic>
      <p:pic>
        <p:nvPicPr>
          <p:cNvPr id="13" name="Graphic 12">
            <a:extLst>
              <a:ext uri="{FF2B5EF4-FFF2-40B4-BE49-F238E27FC236}">
                <a16:creationId xmlns:a16="http://schemas.microsoft.com/office/drawing/2014/main" id="{B45DB6D8-0A2F-294A-B2B2-6A1C6A3059A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267074" y="6313572"/>
            <a:ext cx="1428387" cy="337136"/>
          </a:xfrm>
          <a:prstGeom prst="rect">
            <a:avLst/>
          </a:prstGeom>
        </p:spPr>
      </p:pic>
      <p:pic>
        <p:nvPicPr>
          <p:cNvPr id="10" name="Picture 9">
            <a:extLst>
              <a:ext uri="{FF2B5EF4-FFF2-40B4-BE49-F238E27FC236}">
                <a16:creationId xmlns:a16="http://schemas.microsoft.com/office/drawing/2014/main" id="{C4957AA4-A17D-436B-828B-B6A34476DB61}"/>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0" y="0"/>
            <a:ext cx="9144000" cy="609132"/>
          </a:xfrm>
          <a:prstGeom prst="rect">
            <a:avLst/>
          </a:prstGeom>
        </p:spPr>
      </p:pic>
      <p:sp>
        <p:nvSpPr>
          <p:cNvPr id="11" name="TextBox 10">
            <a:extLst>
              <a:ext uri="{FF2B5EF4-FFF2-40B4-BE49-F238E27FC236}">
                <a16:creationId xmlns:a16="http://schemas.microsoft.com/office/drawing/2014/main" id="{C8F5FB90-0581-497B-8BD1-224FD7A75B78}"/>
              </a:ext>
            </a:extLst>
          </p:cNvPr>
          <p:cNvSpPr txBox="1"/>
          <p:nvPr userDrawn="1"/>
        </p:nvSpPr>
        <p:spPr>
          <a:xfrm>
            <a:off x="752495" y="1567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IDEs</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6 Software</a:t>
            </a:r>
          </a:p>
        </p:txBody>
      </p:sp>
    </p:spTree>
    <p:extLst>
      <p:ext uri="{BB962C8B-B14F-4D97-AF65-F5344CB8AC3E}">
        <p14:creationId xmlns:p14="http://schemas.microsoft.com/office/powerpoint/2010/main" val="2777079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24" name="Text Placeholder 7"/>
          <p:cNvSpPr>
            <a:spLocks noGrp="1"/>
          </p:cNvSpPr>
          <p:nvPr>
            <p:ph type="body" sz="quarter" idx="13"/>
          </p:nvPr>
        </p:nvSpPr>
        <p:spPr>
          <a:xfrm>
            <a:off x="724280" y="906233"/>
            <a:ext cx="7816470" cy="670772"/>
          </a:xfrm>
          <a:prstGeom prst="rect">
            <a:avLst/>
          </a:prstGeom>
        </p:spPr>
        <p:txBody>
          <a:bodyPr lIns="0">
            <a:noAutofit/>
          </a:bodyPr>
          <a:lstStyle>
            <a:lvl1pPr marL="0" indent="0">
              <a:lnSpc>
                <a:spcPts val="3900"/>
              </a:lnSpc>
              <a:spcBef>
                <a:spcPts val="0"/>
              </a:spcBef>
              <a:spcAft>
                <a:spcPts val="1500"/>
              </a:spcAft>
              <a:buNone/>
              <a:defRPr sz="4000" b="1" i="0">
                <a:solidFill>
                  <a:schemeClr val="tx1"/>
                </a:solidFill>
                <a:latin typeface="Arial"/>
                <a:cs typeface="Arial"/>
              </a:defRPr>
            </a:lvl1pPr>
            <a:lvl2pPr marL="457200" indent="-457200">
              <a:lnSpc>
                <a:spcPts val="2500"/>
              </a:lnSpc>
              <a:spcBef>
                <a:spcPts val="0"/>
              </a:spcBef>
              <a:spcAft>
                <a:spcPts val="1000"/>
              </a:spcAft>
              <a:buNone/>
              <a:defRPr sz="4000" b="0">
                <a:solidFill>
                  <a:schemeClr val="tx1">
                    <a:lumMod val="50000"/>
                    <a:lumOff val="50000"/>
                  </a:schemeClr>
                </a:solidFill>
                <a:latin typeface="Arial"/>
                <a:cs typeface="Arial"/>
              </a:defRPr>
            </a:lvl2pPr>
            <a:lvl3pPr marL="0" indent="0">
              <a:lnSpc>
                <a:spcPts val="3600"/>
              </a:lnSpc>
              <a:spcBef>
                <a:spcPts val="0"/>
              </a:spcBef>
              <a:buNone/>
              <a:defRPr sz="3000">
                <a:solidFill>
                  <a:schemeClr val="tx1">
                    <a:lumMod val="50000"/>
                    <a:lumOff val="50000"/>
                  </a:schemeClr>
                </a:solidFill>
                <a:latin typeface="Arial"/>
                <a:cs typeface="Arial"/>
              </a:defRPr>
            </a:lvl3pPr>
          </a:lstStyle>
          <a:p>
            <a:pPr lvl="0"/>
            <a:r>
              <a:rPr lang="en-US"/>
              <a:t>Click to edit Master text styles</a:t>
            </a:r>
          </a:p>
        </p:txBody>
      </p:sp>
      <p:sp>
        <p:nvSpPr>
          <p:cNvPr id="25" name="Text Placeholder 11"/>
          <p:cNvSpPr>
            <a:spLocks noGrp="1"/>
          </p:cNvSpPr>
          <p:nvPr>
            <p:ph type="body" sz="quarter" idx="14"/>
          </p:nvPr>
        </p:nvSpPr>
        <p:spPr>
          <a:xfrm>
            <a:off x="724280" y="1704179"/>
            <a:ext cx="7797230" cy="5153821"/>
          </a:xfrm>
          <a:prstGeom prst="rect">
            <a:avLst/>
          </a:prstGeom>
        </p:spPr>
        <p:txBody>
          <a:bodyPr vert="horz" lIns="0" tIns="0"/>
          <a:lstStyle>
            <a:lvl1pPr marL="271463" indent="-271463">
              <a:lnSpc>
                <a:spcPct val="100000"/>
              </a:lnSpc>
              <a:spcBef>
                <a:spcPts val="0"/>
              </a:spcBef>
              <a:spcAft>
                <a:spcPts val="1400"/>
              </a:spcAft>
              <a:buFont typeface="Arial"/>
              <a:buChar char="•"/>
              <a:defRPr sz="2500">
                <a:solidFill>
                  <a:schemeClr val="tx1"/>
                </a:solidFill>
                <a:latin typeface="Arial"/>
                <a:cs typeface="Arial"/>
              </a:defRPr>
            </a:lvl1pPr>
            <a:lvl2pPr marL="723900" indent="-279400">
              <a:lnSpc>
                <a:spcPct val="100000"/>
              </a:lnSpc>
              <a:spcBef>
                <a:spcPts val="0"/>
              </a:spcBef>
              <a:spcAft>
                <a:spcPts val="1200"/>
              </a:spcAft>
              <a:buFont typeface="Arial"/>
              <a:buChar char="•"/>
              <a:defRPr lang="en-US" sz="2000" kern="1200" dirty="0">
                <a:solidFill>
                  <a:schemeClr val="tx2"/>
                </a:solidFill>
                <a:latin typeface="Arial"/>
                <a:ea typeface="+mn-ea"/>
                <a:cs typeface="Arial"/>
              </a:defRPr>
            </a:lvl2pPr>
            <a:lvl3pPr marL="723900" indent="-279400">
              <a:lnSpc>
                <a:spcPct val="100000"/>
              </a:lnSpc>
              <a:spcBef>
                <a:spcPts val="0"/>
              </a:spcBef>
              <a:spcAft>
                <a:spcPts val="1200"/>
              </a:spcAft>
              <a:buFont typeface="Arial"/>
              <a:buChar char="•"/>
              <a:defRPr lang="en-US" sz="2000" kern="1200" baseline="0" dirty="0">
                <a:solidFill>
                  <a:srgbClr val="787878"/>
                </a:solidFill>
                <a:latin typeface="Arial"/>
                <a:ea typeface="+mn-ea"/>
                <a:cs typeface="Arial"/>
              </a:defRPr>
            </a:lvl3pPr>
          </a:lstStyle>
          <a:p>
            <a:pPr lvl="0"/>
            <a:r>
              <a:rPr lang="en-US" dirty="0"/>
              <a:t>Click to edit Master text styles</a:t>
            </a:r>
          </a:p>
          <a:p>
            <a:pPr lvl="1"/>
            <a:r>
              <a:rPr lang="en-US" dirty="0"/>
              <a:t>Second level</a:t>
            </a:r>
          </a:p>
          <a:p>
            <a:pPr lvl="2"/>
            <a:r>
              <a:rPr lang="en-US" dirty="0"/>
              <a:t>Third level</a:t>
            </a:r>
          </a:p>
        </p:txBody>
      </p:sp>
      <p:pic>
        <p:nvPicPr>
          <p:cNvPr id="7" name="Picture 6">
            <a:extLst>
              <a:ext uri="{FF2B5EF4-FFF2-40B4-BE49-F238E27FC236}">
                <a16:creationId xmlns:a16="http://schemas.microsoft.com/office/drawing/2014/main" id="{5FE93897-B8EA-4EC1-A81E-5AA404F91827}"/>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0"/>
            <a:ext cx="9144000" cy="609132"/>
          </a:xfrm>
          <a:prstGeom prst="rect">
            <a:avLst/>
          </a:prstGeom>
        </p:spPr>
      </p:pic>
      <p:sp>
        <p:nvSpPr>
          <p:cNvPr id="8" name="TextBox 7">
            <a:extLst>
              <a:ext uri="{FF2B5EF4-FFF2-40B4-BE49-F238E27FC236}">
                <a16:creationId xmlns:a16="http://schemas.microsoft.com/office/drawing/2014/main" id="{B9A3AB38-DA84-4C26-987D-2AF8B2FB77B9}"/>
              </a:ext>
            </a:extLst>
          </p:cNvPr>
          <p:cNvSpPr txBox="1"/>
          <p:nvPr userDrawn="1"/>
        </p:nvSpPr>
        <p:spPr>
          <a:xfrm>
            <a:off x="752495" y="1567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IDEs</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6 Software</a:t>
            </a:r>
          </a:p>
        </p:txBody>
      </p:sp>
    </p:spTree>
    <p:extLst>
      <p:ext uri="{BB962C8B-B14F-4D97-AF65-F5344CB8AC3E}">
        <p14:creationId xmlns:p14="http://schemas.microsoft.com/office/powerpoint/2010/main" val="33158330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Custom Layout">
    <p:bg>
      <p:bgPr>
        <a:solidFill>
          <a:schemeClr val="tx1"/>
        </a:solidFill>
        <a:effectLst/>
      </p:bgPr>
    </p:bg>
    <p:spTree>
      <p:nvGrpSpPr>
        <p:cNvPr id="1" name=""/>
        <p:cNvGrpSpPr/>
        <p:nvPr/>
      </p:nvGrpSpPr>
      <p:grpSpPr>
        <a:xfrm>
          <a:off x="0" y="0"/>
          <a:ext cx="0" cy="0"/>
          <a:chOff x="0" y="0"/>
          <a:chExt cx="0" cy="0"/>
        </a:xfrm>
      </p:grpSpPr>
      <p:sp>
        <p:nvSpPr>
          <p:cNvPr id="8" name="Rectangle 7"/>
          <p:cNvSpPr/>
          <p:nvPr userDrawn="1"/>
        </p:nvSpPr>
        <p:spPr>
          <a:xfrm>
            <a:off x="676274" y="1701461"/>
            <a:ext cx="7829551" cy="4555093"/>
          </a:xfrm>
          <a:prstGeom prst="rect">
            <a:avLst/>
          </a:prstGeom>
        </p:spPr>
        <p:txBody>
          <a:bodyPr wrap="square">
            <a:spAutoFit/>
          </a:bodyPr>
          <a:lstStyle/>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dirty="0">
                <a:ln>
                  <a:noFill/>
                </a:ln>
                <a:solidFill>
                  <a:schemeClr val="bg1"/>
                </a:solidFill>
                <a:effectLst/>
                <a:uLnTx/>
                <a:uFillTx/>
                <a:latin typeface="Arial"/>
                <a:ea typeface="+mn-ea"/>
                <a:cs typeface="Arial"/>
              </a:rPr>
              <a:t>Copyright</a:t>
            </a:r>
            <a:endParaRPr kumimoji="0" lang="en-GB" sz="1200" b="1" i="0" u="none" strike="noStrike" kern="1200" cap="none" spc="0" normalizeH="0" baseline="0" noProof="0" dirty="0">
              <a:ln>
                <a:noFill/>
              </a:ln>
              <a:solidFill>
                <a:schemeClr val="bg1"/>
              </a:solidFill>
              <a:effectLst/>
              <a:uLnTx/>
              <a:uFillTx/>
              <a:latin typeface="Arial"/>
              <a:ea typeface="+mn-ea"/>
              <a:cs typeface="Arial"/>
            </a:endParaRP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 2021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The contents of this unit are protected by copyright. </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This unit and all the worksheets, PowerPoint presentations, teaching guides and other associated files distributed with it are supplied to you by PG Online Limited under licence and may be used and copied by you only in accordance with the terms of the licence. Except as expressly permitted by the licence, no part of the materials distributed with this unit may be used, reproduced, stored in a retrieval system, or transmitted, in any form or by any means, electronic or otherwise, without the prior written permission of PG Online Limited.</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400" b="1" i="0" u="none" strike="noStrike" kern="1200" cap="none" spc="0" normalizeH="0" baseline="0" noProof="0" dirty="0">
                <a:ln>
                  <a:noFill/>
                </a:ln>
                <a:solidFill>
                  <a:schemeClr val="bg1"/>
                </a:solidFill>
                <a:effectLst/>
                <a:uLnTx/>
                <a:uFillTx/>
                <a:latin typeface="Arial"/>
                <a:ea typeface="+mn-ea"/>
                <a:cs typeface="Arial"/>
              </a:rPr>
              <a:t>Licence agreement</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This is a legal agreement between you, the end user, and PG Online Limited. This unit and all the worksheets, PowerPoint presentations, teaching guides and other associated files distributed with it is licensed, not sold, to you by PG Online Limited for use under the terms of the licence.</a:t>
            </a:r>
          </a:p>
          <a:p>
            <a:pPr marL="0" marR="0" lvl="0" indent="0" algn="just" defTabSz="457200" rtl="0" eaLnBrk="1" fontAlgn="auto" latinLnBrk="0" hangingPunct="1">
              <a:lnSpc>
                <a:spcPct val="100000"/>
              </a:lnSpc>
              <a:spcBef>
                <a:spcPts val="0"/>
              </a:spcBef>
              <a:spcAft>
                <a:spcPts val="1400"/>
              </a:spcAft>
              <a:buClrTx/>
              <a:buSzTx/>
              <a:buFont typeface="Arial"/>
              <a:buNone/>
              <a:tabLst/>
              <a:defRPr/>
            </a:pPr>
            <a:r>
              <a:rPr kumimoji="0" lang="en-GB" sz="1200" b="0" i="0" u="none" strike="noStrike" kern="1200" cap="none" spc="0" normalizeH="0" baseline="0" noProof="0" dirty="0">
                <a:ln>
                  <a:noFill/>
                </a:ln>
                <a:solidFill>
                  <a:schemeClr val="bg1"/>
                </a:solidFill>
                <a:effectLst/>
                <a:uLnTx/>
                <a:uFillTx/>
                <a:latin typeface="Arial"/>
                <a:ea typeface="+mn-ea"/>
                <a:cs typeface="Arial"/>
              </a:rPr>
              <a:t>The materials distributed with this unit may be freely copied and used by members of a single institution on a single site only. You are not permitted to share in any way any of the materials or part of the materials with any third party, including users on another site or individuals who are members of a separate institution. You acknowledge that the materials must remain with you, the licencing institution, and no part of the materials may be transferred to another institution. You also agree not to procure, authorise, encourage, facilitate or enable any third party to reproduce these materials in whole or in part without the prior permission of PG Online Limited.</a:t>
            </a:r>
            <a:endParaRPr lang="en-GB" sz="1200" dirty="0">
              <a:solidFill>
                <a:schemeClr val="bg1"/>
              </a:solidFill>
            </a:endParaRPr>
          </a:p>
        </p:txBody>
      </p:sp>
      <p:pic>
        <p:nvPicPr>
          <p:cNvPr id="10" name="Graphic 9">
            <a:extLst>
              <a:ext uri="{FF2B5EF4-FFF2-40B4-BE49-F238E27FC236}">
                <a16:creationId xmlns:a16="http://schemas.microsoft.com/office/drawing/2014/main" id="{25159C0E-4C8B-794B-BE97-CB316716D17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267074" y="6313572"/>
            <a:ext cx="1428387" cy="337136"/>
          </a:xfrm>
          <a:prstGeom prst="rect">
            <a:avLst/>
          </a:prstGeom>
        </p:spPr>
      </p:pic>
      <p:pic>
        <p:nvPicPr>
          <p:cNvPr id="6" name="Picture 5">
            <a:extLst>
              <a:ext uri="{FF2B5EF4-FFF2-40B4-BE49-F238E27FC236}">
                <a16:creationId xmlns:a16="http://schemas.microsoft.com/office/drawing/2014/main" id="{1CF6AFFD-0939-4C5E-9491-C0FBC38D58DE}"/>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0" y="0"/>
            <a:ext cx="9144000" cy="609132"/>
          </a:xfrm>
          <a:prstGeom prst="rect">
            <a:avLst/>
          </a:prstGeom>
        </p:spPr>
      </p:pic>
      <p:sp>
        <p:nvSpPr>
          <p:cNvPr id="9" name="TextBox 8">
            <a:extLst>
              <a:ext uri="{FF2B5EF4-FFF2-40B4-BE49-F238E27FC236}">
                <a16:creationId xmlns:a16="http://schemas.microsoft.com/office/drawing/2014/main" id="{8F12FB34-9966-4E6A-90B2-E450DBE93117}"/>
              </a:ext>
            </a:extLst>
          </p:cNvPr>
          <p:cNvSpPr txBox="1"/>
          <p:nvPr userDrawn="1"/>
        </p:nvSpPr>
        <p:spPr>
          <a:xfrm>
            <a:off x="752495" y="156700"/>
            <a:ext cx="8067635" cy="452432"/>
          </a:xfrm>
          <a:prstGeom prst="rect">
            <a:avLst/>
          </a:prstGeom>
          <a:noFill/>
        </p:spPr>
        <p:txBody>
          <a:bodyPr wrap="square" lIns="0" tIns="0" rIns="0" rtlCol="0">
            <a:noAutofit/>
          </a:bodyPr>
          <a:lstStyle/>
          <a:p>
            <a:pPr marL="0" algn="l" defTabSz="914400" rtl="0" eaLnBrk="1" latinLnBrk="0" hangingPunct="1">
              <a:spcBef>
                <a:spcPts val="288"/>
              </a:spcBef>
            </a:pPr>
            <a:r>
              <a:rPr lang="en-US" sz="1200" b="1"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IDEs</a:t>
            </a:r>
          </a:p>
          <a:p>
            <a:pPr marL="0" marR="0" indent="0" algn="l" defTabSz="457200" rtl="0" eaLnBrk="1" fontAlgn="auto" latinLnBrk="0" hangingPunct="1">
              <a:lnSpc>
                <a:spcPct val="100000"/>
              </a:lnSpc>
              <a:spcBef>
                <a:spcPts val="288"/>
              </a:spcBef>
              <a:spcAft>
                <a:spcPts val="0"/>
              </a:spcAft>
              <a:buClrTx/>
              <a:buSzTx/>
              <a:buFontTx/>
              <a:buNone/>
              <a:tabLst/>
              <a:defRPr/>
            </a:pPr>
            <a:r>
              <a:rPr lang="en-US" sz="1200" b="0" kern="1200" dirty="0">
                <a:solidFill>
                  <a:srgbClr val="FFFFFF"/>
                </a:solidFill>
                <a:effectLst>
                  <a:glow rad="228600">
                    <a:schemeClr val="tx1">
                      <a:alpha val="32000"/>
                    </a:schemeClr>
                  </a:glow>
                  <a:outerShdw blurRad="50800" dist="38100" dir="2700000" algn="tl" rotWithShape="0">
                    <a:prstClr val="black">
                      <a:alpha val="40000"/>
                    </a:prstClr>
                  </a:outerShdw>
                </a:effectLst>
                <a:latin typeface="Arial" panose="020B0604020202020204" pitchFamily="34" charset="0"/>
                <a:ea typeface="+mn-ea"/>
                <a:cs typeface="Arial" panose="020B0604020202020204" pitchFamily="34" charset="0"/>
              </a:rPr>
              <a:t>Unit 6 Software</a:t>
            </a:r>
          </a:p>
        </p:txBody>
      </p:sp>
    </p:spTree>
    <p:extLst>
      <p:ext uri="{BB962C8B-B14F-4D97-AF65-F5344CB8AC3E}">
        <p14:creationId xmlns:p14="http://schemas.microsoft.com/office/powerpoint/2010/main" val="78951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6734550"/>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64" r:id="rId3"/>
    <p:sldLayoutId id="2147483653" r:id="rId4"/>
    <p:sldLayoutId id="2147483652" r:id="rId5"/>
    <p:sldLayoutId id="2147483667" r:id="rId6"/>
    <p:sldLayoutId id="2147483656" r:id="rId7"/>
    <p:sldLayoutId id="2147483665" r:id="rId8"/>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7358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a:xfrm>
            <a:off x="724280" y="906233"/>
            <a:ext cx="7816470" cy="670772"/>
          </a:xfrm>
        </p:spPr>
        <p:txBody>
          <a:bodyPr/>
          <a:lstStyle/>
          <a:p>
            <a:r>
              <a:rPr lang="en-GB" dirty="0"/>
              <a:t>Objectives</a:t>
            </a:r>
          </a:p>
        </p:txBody>
      </p:sp>
      <p:sp>
        <p:nvSpPr>
          <p:cNvPr id="4" name="Text Placeholder 3"/>
          <p:cNvSpPr>
            <a:spLocks noGrp="1"/>
          </p:cNvSpPr>
          <p:nvPr>
            <p:ph type="body" sz="quarter" idx="15"/>
          </p:nvPr>
        </p:nvSpPr>
        <p:spPr>
          <a:xfrm>
            <a:off x="724280" y="1704179"/>
            <a:ext cx="7797230" cy="3453607"/>
          </a:xfrm>
        </p:spPr>
        <p:txBody>
          <a:bodyPr/>
          <a:lstStyle/>
          <a:p>
            <a:r>
              <a:rPr lang="en-GB" dirty="0"/>
              <a:t>Explain the role of an IDE in writing program code and the common functions IDEs provide including:</a:t>
            </a:r>
          </a:p>
          <a:p>
            <a:pPr lvl="1"/>
            <a:r>
              <a:rPr lang="en-GB" dirty="0"/>
              <a:t>Code editors</a:t>
            </a:r>
          </a:p>
          <a:p>
            <a:pPr lvl="1"/>
            <a:r>
              <a:rPr lang="en-GB" dirty="0"/>
              <a:t>Run-time environment</a:t>
            </a:r>
          </a:p>
          <a:p>
            <a:pPr lvl="1"/>
            <a:r>
              <a:rPr lang="en-GB" dirty="0"/>
              <a:t>Translators</a:t>
            </a:r>
          </a:p>
          <a:p>
            <a:pPr lvl="1"/>
            <a:r>
              <a:rPr lang="en-GB" dirty="0"/>
              <a:t>Error diagnostics</a:t>
            </a:r>
          </a:p>
          <a:p>
            <a:pPr lvl="1"/>
            <a:r>
              <a:rPr lang="en-GB" dirty="0"/>
              <a:t>Auto-completion</a:t>
            </a:r>
          </a:p>
          <a:p>
            <a:pPr lvl="1"/>
            <a:r>
              <a:rPr lang="en-GB" dirty="0"/>
              <a:t>Auto-correction</a:t>
            </a:r>
          </a:p>
          <a:p>
            <a:pPr lvl="1"/>
            <a:r>
              <a:rPr lang="en-GB" dirty="0" err="1"/>
              <a:t>Prettyprint</a:t>
            </a:r>
            <a:endParaRPr lang="en-GB" dirty="0"/>
          </a:p>
        </p:txBody>
      </p:sp>
    </p:spTree>
    <p:extLst>
      <p:ext uri="{BB962C8B-B14F-4D97-AF65-F5344CB8AC3E}">
        <p14:creationId xmlns:p14="http://schemas.microsoft.com/office/powerpoint/2010/main" val="4090538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2005329-604E-40C3-81FD-12D3F732F406}"/>
              </a:ext>
            </a:extLst>
          </p:cNvPr>
          <p:cNvSpPr>
            <a:spLocks noGrp="1"/>
          </p:cNvSpPr>
          <p:nvPr>
            <p:ph type="body" sz="quarter" idx="13"/>
          </p:nvPr>
        </p:nvSpPr>
        <p:spPr>
          <a:xfrm>
            <a:off x="724280" y="906233"/>
            <a:ext cx="7816470" cy="670772"/>
          </a:xfrm>
        </p:spPr>
        <p:txBody>
          <a:bodyPr/>
          <a:lstStyle/>
          <a:p>
            <a:r>
              <a:rPr lang="en-GB" dirty="0"/>
              <a:t>Starter</a:t>
            </a:r>
          </a:p>
        </p:txBody>
      </p:sp>
      <p:sp>
        <p:nvSpPr>
          <p:cNvPr id="5" name="Text Placeholder 4">
            <a:extLst>
              <a:ext uri="{FF2B5EF4-FFF2-40B4-BE49-F238E27FC236}">
                <a16:creationId xmlns:a16="http://schemas.microsoft.com/office/drawing/2014/main" id="{2D53E401-677A-44A2-A7FC-B0C63BEE5DAC}"/>
              </a:ext>
            </a:extLst>
          </p:cNvPr>
          <p:cNvSpPr>
            <a:spLocks noGrp="1"/>
          </p:cNvSpPr>
          <p:nvPr>
            <p:ph type="body" sz="quarter" idx="15"/>
          </p:nvPr>
        </p:nvSpPr>
        <p:spPr/>
        <p:txBody>
          <a:bodyPr/>
          <a:lstStyle/>
          <a:p>
            <a:r>
              <a:rPr lang="en-GB" dirty="0"/>
              <a:t>The simplest way to edit the source code to programs is to use a text editor such as Notepad</a:t>
            </a:r>
          </a:p>
          <a:p>
            <a:pPr lvl="1"/>
            <a:r>
              <a:rPr lang="en-GB" dirty="0"/>
              <a:t>What problems are there with using such a simple text editor?</a:t>
            </a:r>
          </a:p>
        </p:txBody>
      </p:sp>
      <p:pic>
        <p:nvPicPr>
          <p:cNvPr id="6" name="Picture 5">
            <a:extLst>
              <a:ext uri="{FF2B5EF4-FFF2-40B4-BE49-F238E27FC236}">
                <a16:creationId xmlns:a16="http://schemas.microsoft.com/office/drawing/2014/main" id="{137BB8CF-BC07-4479-A427-EAF8AEB35152}"/>
              </a:ext>
            </a:extLst>
          </p:cNvPr>
          <p:cNvPicPr>
            <a:picLocks noChangeAspect="1"/>
          </p:cNvPicPr>
          <p:nvPr/>
        </p:nvPicPr>
        <p:blipFill>
          <a:blip r:embed="rId2"/>
          <a:stretch>
            <a:fillRect/>
          </a:stretch>
        </p:blipFill>
        <p:spPr>
          <a:xfrm>
            <a:off x="3024635" y="3808501"/>
            <a:ext cx="2931549" cy="1416366"/>
          </a:xfrm>
          <a:prstGeom prst="rect">
            <a:avLst/>
          </a:prstGeom>
        </p:spPr>
      </p:pic>
    </p:spTree>
    <p:extLst>
      <p:ext uri="{BB962C8B-B14F-4D97-AF65-F5344CB8AC3E}">
        <p14:creationId xmlns:p14="http://schemas.microsoft.com/office/powerpoint/2010/main" val="1671352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2005329-604E-40C3-81FD-12D3F732F406}"/>
              </a:ext>
            </a:extLst>
          </p:cNvPr>
          <p:cNvSpPr>
            <a:spLocks noGrp="1"/>
          </p:cNvSpPr>
          <p:nvPr>
            <p:ph type="body" sz="quarter" idx="13"/>
          </p:nvPr>
        </p:nvSpPr>
        <p:spPr/>
        <p:txBody>
          <a:bodyPr/>
          <a:lstStyle/>
          <a:p>
            <a:r>
              <a:rPr lang="en-GB" dirty="0"/>
              <a:t>Starter</a:t>
            </a:r>
          </a:p>
        </p:txBody>
      </p:sp>
      <p:sp>
        <p:nvSpPr>
          <p:cNvPr id="5" name="Text Placeholder 4">
            <a:extLst>
              <a:ext uri="{FF2B5EF4-FFF2-40B4-BE49-F238E27FC236}">
                <a16:creationId xmlns:a16="http://schemas.microsoft.com/office/drawing/2014/main" id="{2D53E401-677A-44A2-A7FC-B0C63BEE5DAC}"/>
              </a:ext>
            </a:extLst>
          </p:cNvPr>
          <p:cNvSpPr>
            <a:spLocks noGrp="1"/>
          </p:cNvSpPr>
          <p:nvPr>
            <p:ph type="body" sz="quarter" idx="14"/>
          </p:nvPr>
        </p:nvSpPr>
        <p:spPr/>
        <p:txBody>
          <a:bodyPr/>
          <a:lstStyle/>
          <a:p>
            <a:r>
              <a:rPr lang="en-GB" dirty="0"/>
              <a:t>There are many problems that such a simple text editor has, including:</a:t>
            </a:r>
          </a:p>
          <a:p>
            <a:pPr lvl="1"/>
            <a:r>
              <a:rPr lang="en-GB" dirty="0">
                <a:solidFill>
                  <a:srgbClr val="FF0000"/>
                </a:solidFill>
              </a:rPr>
              <a:t>No line numbers</a:t>
            </a:r>
          </a:p>
          <a:p>
            <a:pPr lvl="1"/>
            <a:r>
              <a:rPr lang="en-GB" dirty="0">
                <a:solidFill>
                  <a:srgbClr val="FF0000"/>
                </a:solidFill>
              </a:rPr>
              <a:t>No syntax highlighting (colour coding of different parts </a:t>
            </a:r>
            <a:br>
              <a:rPr lang="en-GB" dirty="0">
                <a:solidFill>
                  <a:srgbClr val="FF0000"/>
                </a:solidFill>
              </a:rPr>
            </a:br>
            <a:r>
              <a:rPr lang="en-GB" dirty="0">
                <a:solidFill>
                  <a:srgbClr val="FF0000"/>
                </a:solidFill>
              </a:rPr>
              <a:t>of code)</a:t>
            </a:r>
          </a:p>
          <a:p>
            <a:pPr lvl="1"/>
            <a:r>
              <a:rPr lang="en-GB" dirty="0">
                <a:solidFill>
                  <a:srgbClr val="FF0000"/>
                </a:solidFill>
              </a:rPr>
              <a:t>No ability to run code directly inside the editor</a:t>
            </a:r>
          </a:p>
          <a:p>
            <a:pPr lvl="1"/>
            <a:r>
              <a:rPr lang="en-GB" dirty="0">
                <a:solidFill>
                  <a:srgbClr val="FF0000"/>
                </a:solidFill>
              </a:rPr>
              <a:t>No assistance in debugging code</a:t>
            </a:r>
          </a:p>
        </p:txBody>
      </p:sp>
      <p:pic>
        <p:nvPicPr>
          <p:cNvPr id="6" name="Picture 5">
            <a:extLst>
              <a:ext uri="{FF2B5EF4-FFF2-40B4-BE49-F238E27FC236}">
                <a16:creationId xmlns:a16="http://schemas.microsoft.com/office/drawing/2014/main" id="{137BB8CF-BC07-4479-A427-EAF8AEB35152}"/>
              </a:ext>
            </a:extLst>
          </p:cNvPr>
          <p:cNvPicPr>
            <a:picLocks noChangeAspect="1"/>
          </p:cNvPicPr>
          <p:nvPr/>
        </p:nvPicPr>
        <p:blipFill>
          <a:blip r:embed="rId2"/>
          <a:stretch>
            <a:fillRect/>
          </a:stretch>
        </p:blipFill>
        <p:spPr>
          <a:xfrm>
            <a:off x="3024635" y="4949404"/>
            <a:ext cx="2931549" cy="1416366"/>
          </a:xfrm>
          <a:prstGeom prst="rect">
            <a:avLst/>
          </a:prstGeom>
        </p:spPr>
      </p:pic>
    </p:spTree>
    <p:extLst>
      <p:ext uri="{BB962C8B-B14F-4D97-AF65-F5344CB8AC3E}">
        <p14:creationId xmlns:p14="http://schemas.microsoft.com/office/powerpoint/2010/main" val="40200680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82AC9EE-DF9E-4119-B121-DB8994224670}"/>
              </a:ext>
            </a:extLst>
          </p:cNvPr>
          <p:cNvSpPr>
            <a:spLocks noGrp="1"/>
          </p:cNvSpPr>
          <p:nvPr>
            <p:ph type="body" sz="quarter" idx="13"/>
          </p:nvPr>
        </p:nvSpPr>
        <p:spPr>
          <a:xfrm>
            <a:off x="724280" y="906233"/>
            <a:ext cx="7816470" cy="670772"/>
          </a:xfrm>
        </p:spPr>
        <p:txBody>
          <a:bodyPr/>
          <a:lstStyle/>
          <a:p>
            <a:r>
              <a:rPr lang="en-GB" dirty="0"/>
              <a:t>IDEs</a:t>
            </a:r>
          </a:p>
        </p:txBody>
      </p:sp>
      <p:sp>
        <p:nvSpPr>
          <p:cNvPr id="3" name="Text Placeholder 2">
            <a:extLst>
              <a:ext uri="{FF2B5EF4-FFF2-40B4-BE49-F238E27FC236}">
                <a16:creationId xmlns:a16="http://schemas.microsoft.com/office/drawing/2014/main" id="{2A27B9A0-4B7A-479C-9150-95097F518E6C}"/>
              </a:ext>
            </a:extLst>
          </p:cNvPr>
          <p:cNvSpPr>
            <a:spLocks noGrp="1"/>
          </p:cNvSpPr>
          <p:nvPr>
            <p:ph type="body" sz="quarter" idx="15"/>
          </p:nvPr>
        </p:nvSpPr>
        <p:spPr/>
        <p:txBody>
          <a:bodyPr/>
          <a:lstStyle/>
          <a:p>
            <a:r>
              <a:rPr lang="en-GB" dirty="0"/>
              <a:t>IDEs are Integrated Development Environments</a:t>
            </a:r>
          </a:p>
          <a:p>
            <a:pPr lvl="1"/>
            <a:r>
              <a:rPr lang="en-GB" dirty="0"/>
              <a:t>They have a number of tools and features that help programmers when they are programming</a:t>
            </a:r>
          </a:p>
          <a:p>
            <a:r>
              <a:rPr lang="en-GB" dirty="0"/>
              <a:t>Commonly used IDEs include Visual Studio (for C#, VB and other languages), Eclipse (for Java and many more) and IDLE (for Python)</a:t>
            </a:r>
          </a:p>
          <a:p>
            <a:pPr lvl="1"/>
            <a:r>
              <a:rPr lang="en-GB" dirty="0"/>
              <a:t>What features do IDEs provide?</a:t>
            </a:r>
          </a:p>
        </p:txBody>
      </p:sp>
    </p:spTree>
    <p:extLst>
      <p:ext uri="{BB962C8B-B14F-4D97-AF65-F5344CB8AC3E}">
        <p14:creationId xmlns:p14="http://schemas.microsoft.com/office/powerpoint/2010/main" val="743888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7DF35FA-8EEE-4DCE-A070-BEB0BD53E6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7856" y="1767804"/>
            <a:ext cx="4218432" cy="4066032"/>
          </a:xfrm>
          <a:prstGeom prst="rect">
            <a:avLst/>
          </a:prstGeom>
        </p:spPr>
      </p:pic>
      <p:sp>
        <p:nvSpPr>
          <p:cNvPr id="2" name="Text Placeholder 1">
            <a:extLst>
              <a:ext uri="{FF2B5EF4-FFF2-40B4-BE49-F238E27FC236}">
                <a16:creationId xmlns:a16="http://schemas.microsoft.com/office/drawing/2014/main" id="{B8223147-2D56-4D70-8711-BAAC1136F1DB}"/>
              </a:ext>
            </a:extLst>
          </p:cNvPr>
          <p:cNvSpPr>
            <a:spLocks noGrp="1"/>
          </p:cNvSpPr>
          <p:nvPr>
            <p:ph type="body" sz="quarter" idx="13"/>
          </p:nvPr>
        </p:nvSpPr>
        <p:spPr>
          <a:xfrm>
            <a:off x="724280" y="906233"/>
            <a:ext cx="7816470" cy="670772"/>
          </a:xfrm>
        </p:spPr>
        <p:txBody>
          <a:bodyPr/>
          <a:lstStyle/>
          <a:p>
            <a:r>
              <a:rPr lang="en-GB" dirty="0"/>
              <a:t>IDEs</a:t>
            </a:r>
          </a:p>
        </p:txBody>
      </p:sp>
      <p:sp>
        <p:nvSpPr>
          <p:cNvPr id="3" name="Text Placeholder 2">
            <a:extLst>
              <a:ext uri="{FF2B5EF4-FFF2-40B4-BE49-F238E27FC236}">
                <a16:creationId xmlns:a16="http://schemas.microsoft.com/office/drawing/2014/main" id="{86E63DAE-156D-4E44-A493-57189855337C}"/>
              </a:ext>
            </a:extLst>
          </p:cNvPr>
          <p:cNvSpPr>
            <a:spLocks noGrp="1"/>
          </p:cNvSpPr>
          <p:nvPr>
            <p:ph type="body" sz="quarter" idx="15"/>
          </p:nvPr>
        </p:nvSpPr>
        <p:spPr/>
        <p:txBody>
          <a:bodyPr/>
          <a:lstStyle/>
          <a:p>
            <a:r>
              <a:rPr lang="en-GB" dirty="0"/>
              <a:t>The following screenshot </a:t>
            </a:r>
            <a:br>
              <a:rPr lang="en-GB" dirty="0"/>
            </a:br>
            <a:r>
              <a:rPr lang="en-GB" dirty="0"/>
              <a:t>shows some of the </a:t>
            </a:r>
            <a:br>
              <a:rPr lang="en-GB" dirty="0"/>
            </a:br>
            <a:r>
              <a:rPr lang="en-GB" dirty="0"/>
              <a:t>features of an IDE</a:t>
            </a:r>
          </a:p>
          <a:p>
            <a:pPr lvl="1"/>
            <a:r>
              <a:rPr lang="en-GB" dirty="0"/>
              <a:t>Explain what each of </a:t>
            </a:r>
            <a:br>
              <a:rPr lang="en-GB" dirty="0"/>
            </a:br>
            <a:r>
              <a:rPr lang="en-GB" dirty="0"/>
              <a:t>these features mean</a:t>
            </a:r>
          </a:p>
        </p:txBody>
      </p:sp>
      <p:sp>
        <p:nvSpPr>
          <p:cNvPr id="8" name="TextBox 7">
            <a:extLst>
              <a:ext uri="{FF2B5EF4-FFF2-40B4-BE49-F238E27FC236}">
                <a16:creationId xmlns:a16="http://schemas.microsoft.com/office/drawing/2014/main" id="{DC46D901-061C-4434-A69E-80570F085170}"/>
              </a:ext>
            </a:extLst>
          </p:cNvPr>
          <p:cNvSpPr txBox="1"/>
          <p:nvPr/>
        </p:nvSpPr>
        <p:spPr>
          <a:xfrm>
            <a:off x="6802209" y="1363631"/>
            <a:ext cx="2134195" cy="276999"/>
          </a:xfrm>
          <a:prstGeom prst="rect">
            <a:avLst/>
          </a:prstGeom>
          <a:noFill/>
        </p:spPr>
        <p:txBody>
          <a:bodyPr wrap="square" lIns="0" tIns="0" rIns="0" bIns="0" rtlCol="0">
            <a:spAutoFit/>
          </a:bodyPr>
          <a:lstStyle/>
          <a:p>
            <a:r>
              <a:rPr lang="en-GB" b="1" dirty="0"/>
              <a:t>Syntax highlighting</a:t>
            </a:r>
          </a:p>
        </p:txBody>
      </p:sp>
      <p:sp>
        <p:nvSpPr>
          <p:cNvPr id="9" name="TextBox 8">
            <a:extLst>
              <a:ext uri="{FF2B5EF4-FFF2-40B4-BE49-F238E27FC236}">
                <a16:creationId xmlns:a16="http://schemas.microsoft.com/office/drawing/2014/main" id="{4CDD9DDD-A629-4E15-9520-80A42BBB4D52}"/>
              </a:ext>
            </a:extLst>
          </p:cNvPr>
          <p:cNvSpPr txBox="1"/>
          <p:nvPr/>
        </p:nvSpPr>
        <p:spPr>
          <a:xfrm>
            <a:off x="1992201" y="3714955"/>
            <a:ext cx="1605242" cy="276999"/>
          </a:xfrm>
          <a:prstGeom prst="rect">
            <a:avLst/>
          </a:prstGeom>
          <a:noFill/>
        </p:spPr>
        <p:txBody>
          <a:bodyPr wrap="square" lIns="0" tIns="0" rIns="0" bIns="0" rtlCol="0">
            <a:spAutoFit/>
          </a:bodyPr>
          <a:lstStyle/>
          <a:p>
            <a:r>
              <a:rPr lang="en-GB" b="1" dirty="0"/>
              <a:t>Line numbers</a:t>
            </a:r>
          </a:p>
        </p:txBody>
      </p:sp>
      <p:sp>
        <p:nvSpPr>
          <p:cNvPr id="10" name="TextBox 9">
            <a:extLst>
              <a:ext uri="{FF2B5EF4-FFF2-40B4-BE49-F238E27FC236}">
                <a16:creationId xmlns:a16="http://schemas.microsoft.com/office/drawing/2014/main" id="{EF8AA182-BFED-4C81-B75A-0FA0BA0FAD00}"/>
              </a:ext>
            </a:extLst>
          </p:cNvPr>
          <p:cNvSpPr txBox="1"/>
          <p:nvPr/>
        </p:nvSpPr>
        <p:spPr>
          <a:xfrm>
            <a:off x="1971531" y="5014570"/>
            <a:ext cx="2315917" cy="276999"/>
          </a:xfrm>
          <a:prstGeom prst="rect">
            <a:avLst/>
          </a:prstGeom>
          <a:noFill/>
        </p:spPr>
        <p:txBody>
          <a:bodyPr wrap="square" lIns="0" tIns="0" rIns="0" bIns="0" rtlCol="0">
            <a:spAutoFit/>
          </a:bodyPr>
          <a:lstStyle/>
          <a:p>
            <a:r>
              <a:rPr lang="en-GB" b="1" dirty="0"/>
              <a:t>Code folding</a:t>
            </a:r>
          </a:p>
        </p:txBody>
      </p:sp>
      <p:sp>
        <p:nvSpPr>
          <p:cNvPr id="11" name="TextBox 10">
            <a:extLst>
              <a:ext uri="{FF2B5EF4-FFF2-40B4-BE49-F238E27FC236}">
                <a16:creationId xmlns:a16="http://schemas.microsoft.com/office/drawing/2014/main" id="{4442803F-6D00-46AD-AA02-BD17FC181363}"/>
              </a:ext>
            </a:extLst>
          </p:cNvPr>
          <p:cNvSpPr txBox="1"/>
          <p:nvPr/>
        </p:nvSpPr>
        <p:spPr>
          <a:xfrm>
            <a:off x="1971532" y="4413198"/>
            <a:ext cx="2315917" cy="276999"/>
          </a:xfrm>
          <a:prstGeom prst="rect">
            <a:avLst/>
          </a:prstGeom>
          <a:noFill/>
        </p:spPr>
        <p:txBody>
          <a:bodyPr wrap="square" lIns="0" tIns="0" rIns="0" bIns="0" rtlCol="0">
            <a:spAutoFit/>
          </a:bodyPr>
          <a:lstStyle/>
          <a:p>
            <a:r>
              <a:rPr lang="en-GB" b="1" dirty="0"/>
              <a:t>Breakpoints</a:t>
            </a:r>
          </a:p>
        </p:txBody>
      </p:sp>
      <p:sp>
        <p:nvSpPr>
          <p:cNvPr id="12" name="TextBox 11">
            <a:extLst>
              <a:ext uri="{FF2B5EF4-FFF2-40B4-BE49-F238E27FC236}">
                <a16:creationId xmlns:a16="http://schemas.microsoft.com/office/drawing/2014/main" id="{99B221DE-52DA-4369-9E34-3F5F0AC7BFF5}"/>
              </a:ext>
            </a:extLst>
          </p:cNvPr>
          <p:cNvSpPr txBox="1"/>
          <p:nvPr/>
        </p:nvSpPr>
        <p:spPr>
          <a:xfrm>
            <a:off x="1992200" y="5636186"/>
            <a:ext cx="2315917" cy="276999"/>
          </a:xfrm>
          <a:prstGeom prst="rect">
            <a:avLst/>
          </a:prstGeom>
          <a:noFill/>
        </p:spPr>
        <p:txBody>
          <a:bodyPr wrap="square" lIns="0" tIns="0" rIns="0" bIns="0" rtlCol="0">
            <a:spAutoFit/>
          </a:bodyPr>
          <a:lstStyle/>
          <a:p>
            <a:r>
              <a:rPr lang="en-GB" b="1" dirty="0"/>
              <a:t>Variable watching</a:t>
            </a:r>
          </a:p>
        </p:txBody>
      </p:sp>
      <p:cxnSp>
        <p:nvCxnSpPr>
          <p:cNvPr id="14" name="Straight Arrow Connector 13">
            <a:extLst>
              <a:ext uri="{FF2B5EF4-FFF2-40B4-BE49-F238E27FC236}">
                <a16:creationId xmlns:a16="http://schemas.microsoft.com/office/drawing/2014/main" id="{FCCFFC7A-899F-49E5-863D-1019A794986E}"/>
              </a:ext>
            </a:extLst>
          </p:cNvPr>
          <p:cNvCxnSpPr>
            <a:cxnSpLocks/>
          </p:cNvCxnSpPr>
          <p:nvPr/>
        </p:nvCxnSpPr>
        <p:spPr>
          <a:xfrm>
            <a:off x="6209262" y="1507200"/>
            <a:ext cx="0" cy="1782185"/>
          </a:xfrm>
          <a:prstGeom prst="straightConnector1">
            <a:avLst/>
          </a:prstGeom>
          <a:ln w="19050">
            <a:solidFill>
              <a:schemeClr val="tx2"/>
            </a:solidFill>
            <a:tailEnd type="arrow" w="lg" len="sm"/>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D8F8565-F50F-4983-90FE-442479FC3DE3}"/>
              </a:ext>
            </a:extLst>
          </p:cNvPr>
          <p:cNvCxnSpPr>
            <a:cxnSpLocks/>
          </p:cNvCxnSpPr>
          <p:nvPr/>
        </p:nvCxnSpPr>
        <p:spPr>
          <a:xfrm>
            <a:off x="6561161" y="1507200"/>
            <a:ext cx="0" cy="1782185"/>
          </a:xfrm>
          <a:prstGeom prst="straightConnector1">
            <a:avLst/>
          </a:prstGeom>
          <a:ln w="19050">
            <a:solidFill>
              <a:schemeClr val="tx2"/>
            </a:solidFill>
            <a:tailEnd type="arrow" w="lg" len="sm"/>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A373B710-308D-4F1F-843F-B8BC6D8E3111}"/>
              </a:ext>
            </a:extLst>
          </p:cNvPr>
          <p:cNvCxnSpPr>
            <a:cxnSpLocks/>
          </p:cNvCxnSpPr>
          <p:nvPr/>
        </p:nvCxnSpPr>
        <p:spPr>
          <a:xfrm>
            <a:off x="5819203" y="1502130"/>
            <a:ext cx="0" cy="1112195"/>
          </a:xfrm>
          <a:prstGeom prst="straightConnector1">
            <a:avLst/>
          </a:prstGeom>
          <a:ln w="19050">
            <a:solidFill>
              <a:schemeClr val="tx2"/>
            </a:solidFill>
            <a:tailEnd type="arrow" w="lg" len="sm"/>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6F699B8-4339-4585-8F95-FF62A15E8160}"/>
              </a:ext>
            </a:extLst>
          </p:cNvPr>
          <p:cNvCxnSpPr/>
          <p:nvPr/>
        </p:nvCxnSpPr>
        <p:spPr>
          <a:xfrm>
            <a:off x="3743058" y="3875073"/>
            <a:ext cx="1105223" cy="0"/>
          </a:xfrm>
          <a:prstGeom prst="straightConnector1">
            <a:avLst/>
          </a:prstGeom>
          <a:ln w="19050">
            <a:solidFill>
              <a:schemeClr val="tx2"/>
            </a:solidFill>
            <a:tailEnd type="arrow" w="lg" len="sm"/>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BF6CFAB-5CC5-4DD4-9C81-557507384CC9}"/>
              </a:ext>
            </a:extLst>
          </p:cNvPr>
          <p:cNvCxnSpPr>
            <a:cxnSpLocks/>
          </p:cNvCxnSpPr>
          <p:nvPr/>
        </p:nvCxnSpPr>
        <p:spPr>
          <a:xfrm flipV="1">
            <a:off x="3447047" y="4068147"/>
            <a:ext cx="1228923" cy="473778"/>
          </a:xfrm>
          <a:prstGeom prst="straightConnector1">
            <a:avLst/>
          </a:prstGeom>
          <a:ln w="19050">
            <a:solidFill>
              <a:schemeClr val="tx2"/>
            </a:solidFill>
            <a:tailEnd type="arrow" w="lg" len="sm"/>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E5F3651C-D0AD-43CE-9D0E-D51069909C62}"/>
              </a:ext>
            </a:extLst>
          </p:cNvPr>
          <p:cNvCxnSpPr>
            <a:cxnSpLocks/>
          </p:cNvCxnSpPr>
          <p:nvPr/>
        </p:nvCxnSpPr>
        <p:spPr>
          <a:xfrm flipV="1">
            <a:off x="3597442" y="4164119"/>
            <a:ext cx="1513068" cy="937271"/>
          </a:xfrm>
          <a:prstGeom prst="straightConnector1">
            <a:avLst/>
          </a:prstGeom>
          <a:ln w="19050">
            <a:solidFill>
              <a:schemeClr val="tx2"/>
            </a:solidFill>
            <a:tailEnd type="arrow" w="lg" len="sm"/>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B36EBF56-FCC6-4810-AC18-3CD1D738AB90}"/>
              </a:ext>
            </a:extLst>
          </p:cNvPr>
          <p:cNvCxnSpPr>
            <a:cxnSpLocks/>
          </p:cNvCxnSpPr>
          <p:nvPr/>
        </p:nvCxnSpPr>
        <p:spPr>
          <a:xfrm flipV="1">
            <a:off x="4048626" y="5281302"/>
            <a:ext cx="668653" cy="451745"/>
          </a:xfrm>
          <a:prstGeom prst="straightConnector1">
            <a:avLst/>
          </a:prstGeom>
          <a:ln w="19050">
            <a:solidFill>
              <a:schemeClr val="tx2"/>
            </a:solidFill>
            <a:tailEnd type="arrow" w="lg" len="sm"/>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8586160-EC53-47C7-9056-CDB2349F3D89}"/>
              </a:ext>
            </a:extLst>
          </p:cNvPr>
          <p:cNvCxnSpPr>
            <a:cxnSpLocks/>
          </p:cNvCxnSpPr>
          <p:nvPr/>
        </p:nvCxnSpPr>
        <p:spPr>
          <a:xfrm flipV="1">
            <a:off x="5819203" y="1502131"/>
            <a:ext cx="88289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1511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7F7456C-6279-476F-85E1-426232A9AB53}"/>
              </a:ext>
            </a:extLst>
          </p:cNvPr>
          <p:cNvSpPr>
            <a:spLocks noGrp="1"/>
          </p:cNvSpPr>
          <p:nvPr>
            <p:ph type="body" sz="quarter" idx="13"/>
          </p:nvPr>
        </p:nvSpPr>
        <p:spPr>
          <a:xfrm>
            <a:off x="724280" y="906233"/>
            <a:ext cx="7816470" cy="670772"/>
          </a:xfrm>
        </p:spPr>
        <p:txBody>
          <a:bodyPr/>
          <a:lstStyle/>
          <a:p>
            <a:r>
              <a:rPr lang="en-GB" dirty="0"/>
              <a:t>Code editors</a:t>
            </a:r>
          </a:p>
        </p:txBody>
      </p:sp>
      <p:sp>
        <p:nvSpPr>
          <p:cNvPr id="3" name="Text Placeholder 2">
            <a:extLst>
              <a:ext uri="{FF2B5EF4-FFF2-40B4-BE49-F238E27FC236}">
                <a16:creationId xmlns:a16="http://schemas.microsoft.com/office/drawing/2014/main" id="{53040A37-5922-483D-A2D0-546051A99B82}"/>
              </a:ext>
            </a:extLst>
          </p:cNvPr>
          <p:cNvSpPr>
            <a:spLocks noGrp="1"/>
          </p:cNvSpPr>
          <p:nvPr>
            <p:ph type="body" sz="quarter" idx="15"/>
          </p:nvPr>
        </p:nvSpPr>
        <p:spPr/>
        <p:txBody>
          <a:bodyPr/>
          <a:lstStyle/>
          <a:p>
            <a:r>
              <a:rPr lang="en-GB" dirty="0"/>
              <a:t>The editor provided in an IDE contains additional facilities to a basic text editor, such as:</a:t>
            </a:r>
          </a:p>
          <a:p>
            <a:pPr lvl="1"/>
            <a:r>
              <a:rPr lang="en-GB" dirty="0"/>
              <a:t>Line numbers</a:t>
            </a:r>
          </a:p>
          <a:p>
            <a:pPr lvl="1"/>
            <a:r>
              <a:rPr lang="en-GB" dirty="0"/>
              <a:t>Syntax highlighting</a:t>
            </a:r>
          </a:p>
          <a:p>
            <a:pPr lvl="1"/>
            <a:r>
              <a:rPr lang="en-GB" dirty="0" err="1"/>
              <a:t>Prettyprint</a:t>
            </a:r>
            <a:endParaRPr lang="en-GB" dirty="0"/>
          </a:p>
          <a:p>
            <a:pPr lvl="1"/>
            <a:r>
              <a:rPr lang="en-GB" dirty="0"/>
              <a:t>Auto-completion</a:t>
            </a:r>
          </a:p>
          <a:p>
            <a:pPr lvl="1"/>
            <a:r>
              <a:rPr lang="en-GB" dirty="0"/>
              <a:t>Auto-correction</a:t>
            </a:r>
          </a:p>
        </p:txBody>
      </p:sp>
    </p:spTree>
    <p:extLst>
      <p:ext uri="{BB962C8B-B14F-4D97-AF65-F5344CB8AC3E}">
        <p14:creationId xmlns:p14="http://schemas.microsoft.com/office/powerpoint/2010/main" val="37172170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3E09797-89A6-4648-8852-2EAAB79BB5BF}"/>
              </a:ext>
            </a:extLst>
          </p:cNvPr>
          <p:cNvSpPr>
            <a:spLocks noGrp="1"/>
          </p:cNvSpPr>
          <p:nvPr>
            <p:ph type="body" sz="quarter" idx="13"/>
          </p:nvPr>
        </p:nvSpPr>
        <p:spPr>
          <a:xfrm>
            <a:off x="724280" y="906233"/>
            <a:ext cx="7816470" cy="670772"/>
          </a:xfrm>
        </p:spPr>
        <p:txBody>
          <a:bodyPr/>
          <a:lstStyle/>
          <a:p>
            <a:r>
              <a:rPr lang="en-GB" dirty="0"/>
              <a:t>Line numbers</a:t>
            </a:r>
          </a:p>
        </p:txBody>
      </p:sp>
      <p:sp>
        <p:nvSpPr>
          <p:cNvPr id="3" name="Text Placeholder 2">
            <a:extLst>
              <a:ext uri="{FF2B5EF4-FFF2-40B4-BE49-F238E27FC236}">
                <a16:creationId xmlns:a16="http://schemas.microsoft.com/office/drawing/2014/main" id="{F0A5F5F2-2EAC-40CE-95CA-0FE110AF0CEE}"/>
              </a:ext>
            </a:extLst>
          </p:cNvPr>
          <p:cNvSpPr>
            <a:spLocks noGrp="1"/>
          </p:cNvSpPr>
          <p:nvPr>
            <p:ph type="body" sz="quarter" idx="15"/>
          </p:nvPr>
        </p:nvSpPr>
        <p:spPr/>
        <p:txBody>
          <a:bodyPr/>
          <a:lstStyle/>
          <a:p>
            <a:r>
              <a:rPr lang="en-GB" dirty="0"/>
              <a:t>Line numbers allow a programmer to clearly see each new line of code</a:t>
            </a:r>
          </a:p>
          <a:p>
            <a:pPr lvl="1"/>
            <a:r>
              <a:rPr lang="en-GB" dirty="0"/>
              <a:t>When errors are found, the line number that they occur on will also be stated</a:t>
            </a:r>
          </a:p>
          <a:p>
            <a:pPr lvl="1"/>
            <a:r>
              <a:rPr lang="en-GB" dirty="0"/>
              <a:t>In some IDEs, parts of the program that the programmer doesn’t need to see can be folded</a:t>
            </a:r>
          </a:p>
        </p:txBody>
      </p:sp>
      <p:pic>
        <p:nvPicPr>
          <p:cNvPr id="4" name="Picture 3">
            <a:extLst>
              <a:ext uri="{FF2B5EF4-FFF2-40B4-BE49-F238E27FC236}">
                <a16:creationId xmlns:a16="http://schemas.microsoft.com/office/drawing/2014/main" id="{D497788B-0535-4D03-9CAE-3014585D819B}"/>
              </a:ext>
            </a:extLst>
          </p:cNvPr>
          <p:cNvPicPr>
            <a:picLocks noChangeAspect="1"/>
          </p:cNvPicPr>
          <p:nvPr/>
        </p:nvPicPr>
        <p:blipFill>
          <a:blip r:embed="rId2"/>
          <a:stretch>
            <a:fillRect/>
          </a:stretch>
        </p:blipFill>
        <p:spPr>
          <a:xfrm>
            <a:off x="5043839" y="4150667"/>
            <a:ext cx="2579009" cy="1364891"/>
          </a:xfrm>
          <a:prstGeom prst="rect">
            <a:avLst/>
          </a:prstGeom>
          <a:ln w="6350">
            <a:solidFill>
              <a:schemeClr val="tx1"/>
            </a:solidFill>
          </a:ln>
        </p:spPr>
      </p:pic>
      <p:pic>
        <p:nvPicPr>
          <p:cNvPr id="5" name="Picture 4">
            <a:extLst>
              <a:ext uri="{FF2B5EF4-FFF2-40B4-BE49-F238E27FC236}">
                <a16:creationId xmlns:a16="http://schemas.microsoft.com/office/drawing/2014/main" id="{68441105-F939-43BA-B0B7-64AD61465E34}"/>
              </a:ext>
            </a:extLst>
          </p:cNvPr>
          <p:cNvPicPr>
            <a:picLocks noChangeAspect="1"/>
          </p:cNvPicPr>
          <p:nvPr/>
        </p:nvPicPr>
        <p:blipFill rotWithShape="1">
          <a:blip r:embed="rId3"/>
          <a:srcRect r="34006"/>
          <a:stretch/>
        </p:blipFill>
        <p:spPr>
          <a:xfrm>
            <a:off x="1521152" y="4150667"/>
            <a:ext cx="2884233" cy="1985327"/>
          </a:xfrm>
          <a:prstGeom prst="rect">
            <a:avLst/>
          </a:prstGeom>
          <a:ln w="6350">
            <a:solidFill>
              <a:schemeClr val="tx1"/>
            </a:solidFill>
          </a:ln>
        </p:spPr>
      </p:pic>
      <p:sp>
        <p:nvSpPr>
          <p:cNvPr id="6" name="TextBox 5">
            <a:extLst>
              <a:ext uri="{FF2B5EF4-FFF2-40B4-BE49-F238E27FC236}">
                <a16:creationId xmlns:a16="http://schemas.microsoft.com/office/drawing/2014/main" id="{4799D36F-14E5-4853-8ECE-0C9317CCA7FC}"/>
              </a:ext>
            </a:extLst>
          </p:cNvPr>
          <p:cNvSpPr txBox="1"/>
          <p:nvPr/>
        </p:nvSpPr>
        <p:spPr>
          <a:xfrm>
            <a:off x="5043839" y="5562428"/>
            <a:ext cx="3757260" cy="553998"/>
          </a:xfrm>
          <a:prstGeom prst="rect">
            <a:avLst/>
          </a:prstGeom>
          <a:noFill/>
        </p:spPr>
        <p:txBody>
          <a:bodyPr wrap="square" lIns="0" tIns="0" rIns="0" bIns="0" rtlCol="0">
            <a:spAutoFit/>
          </a:bodyPr>
          <a:lstStyle/>
          <a:p>
            <a:r>
              <a:rPr lang="en-GB" b="1" dirty="0"/>
              <a:t>Notice the line numbers change where the code has been folded</a:t>
            </a:r>
          </a:p>
        </p:txBody>
      </p:sp>
    </p:spTree>
    <p:extLst>
      <p:ext uri="{BB962C8B-B14F-4D97-AF65-F5344CB8AC3E}">
        <p14:creationId xmlns:p14="http://schemas.microsoft.com/office/powerpoint/2010/main" val="19490220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4E3394-FE69-4447-8777-49F8834C61A7}"/>
              </a:ext>
            </a:extLst>
          </p:cNvPr>
          <p:cNvSpPr>
            <a:spLocks noGrp="1"/>
          </p:cNvSpPr>
          <p:nvPr>
            <p:ph type="body" sz="quarter" idx="13"/>
          </p:nvPr>
        </p:nvSpPr>
        <p:spPr>
          <a:xfrm>
            <a:off x="724280" y="906233"/>
            <a:ext cx="7816470" cy="670772"/>
          </a:xfrm>
        </p:spPr>
        <p:txBody>
          <a:bodyPr/>
          <a:lstStyle/>
          <a:p>
            <a:r>
              <a:rPr lang="en-GB" dirty="0"/>
              <a:t>Syntax highlighting</a:t>
            </a:r>
          </a:p>
        </p:txBody>
      </p:sp>
      <p:sp>
        <p:nvSpPr>
          <p:cNvPr id="3" name="Text Placeholder 2">
            <a:extLst>
              <a:ext uri="{FF2B5EF4-FFF2-40B4-BE49-F238E27FC236}">
                <a16:creationId xmlns:a16="http://schemas.microsoft.com/office/drawing/2014/main" id="{AF427A97-9488-4506-84CA-C90121ECB668}"/>
              </a:ext>
            </a:extLst>
          </p:cNvPr>
          <p:cNvSpPr>
            <a:spLocks noGrp="1"/>
          </p:cNvSpPr>
          <p:nvPr>
            <p:ph type="body" sz="quarter" idx="15"/>
          </p:nvPr>
        </p:nvSpPr>
        <p:spPr/>
        <p:txBody>
          <a:bodyPr/>
          <a:lstStyle/>
          <a:p>
            <a:r>
              <a:rPr lang="en-GB" dirty="0"/>
              <a:t>Syntax highlighting is where the colour of the text changes to show different parts of the program</a:t>
            </a:r>
          </a:p>
          <a:p>
            <a:pPr lvl="1"/>
            <a:r>
              <a:rPr lang="en-GB" dirty="0"/>
              <a:t>What do each of the colours mean below?</a:t>
            </a:r>
          </a:p>
        </p:txBody>
      </p:sp>
      <p:pic>
        <p:nvPicPr>
          <p:cNvPr id="4" name="Picture 3">
            <a:extLst>
              <a:ext uri="{FF2B5EF4-FFF2-40B4-BE49-F238E27FC236}">
                <a16:creationId xmlns:a16="http://schemas.microsoft.com/office/drawing/2014/main" id="{911BE8B2-3DFB-49CE-AAFE-79744842093D}"/>
              </a:ext>
            </a:extLst>
          </p:cNvPr>
          <p:cNvPicPr>
            <a:picLocks noChangeAspect="1"/>
          </p:cNvPicPr>
          <p:nvPr/>
        </p:nvPicPr>
        <p:blipFill>
          <a:blip r:embed="rId2"/>
          <a:stretch>
            <a:fillRect/>
          </a:stretch>
        </p:blipFill>
        <p:spPr>
          <a:xfrm>
            <a:off x="1447364" y="3219859"/>
            <a:ext cx="6249272" cy="3067478"/>
          </a:xfrm>
          <a:prstGeom prst="rect">
            <a:avLst/>
          </a:prstGeom>
        </p:spPr>
      </p:pic>
    </p:spTree>
    <p:extLst>
      <p:ext uri="{BB962C8B-B14F-4D97-AF65-F5344CB8AC3E}">
        <p14:creationId xmlns:p14="http://schemas.microsoft.com/office/powerpoint/2010/main" val="25393492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4E3394-FE69-4447-8777-49F8834C61A7}"/>
              </a:ext>
            </a:extLst>
          </p:cNvPr>
          <p:cNvSpPr>
            <a:spLocks noGrp="1"/>
          </p:cNvSpPr>
          <p:nvPr>
            <p:ph type="body" sz="quarter" idx="13"/>
          </p:nvPr>
        </p:nvSpPr>
        <p:spPr/>
        <p:txBody>
          <a:bodyPr/>
          <a:lstStyle/>
          <a:p>
            <a:r>
              <a:rPr lang="en-GB" dirty="0"/>
              <a:t>Syntax highlighting</a:t>
            </a:r>
          </a:p>
        </p:txBody>
      </p:sp>
      <p:pic>
        <p:nvPicPr>
          <p:cNvPr id="4" name="Picture 3">
            <a:extLst>
              <a:ext uri="{FF2B5EF4-FFF2-40B4-BE49-F238E27FC236}">
                <a16:creationId xmlns:a16="http://schemas.microsoft.com/office/drawing/2014/main" id="{911BE8B2-3DFB-49CE-AAFE-79744842093D}"/>
              </a:ext>
            </a:extLst>
          </p:cNvPr>
          <p:cNvPicPr>
            <a:picLocks noChangeAspect="1"/>
          </p:cNvPicPr>
          <p:nvPr/>
        </p:nvPicPr>
        <p:blipFill>
          <a:blip r:embed="rId2"/>
          <a:stretch>
            <a:fillRect/>
          </a:stretch>
        </p:blipFill>
        <p:spPr>
          <a:xfrm>
            <a:off x="1447364" y="3219859"/>
            <a:ext cx="6249272" cy="3067478"/>
          </a:xfrm>
          <a:prstGeom prst="rect">
            <a:avLst/>
          </a:prstGeom>
        </p:spPr>
      </p:pic>
      <p:graphicFrame>
        <p:nvGraphicFramePr>
          <p:cNvPr id="5" name="Table 5">
            <a:extLst>
              <a:ext uri="{FF2B5EF4-FFF2-40B4-BE49-F238E27FC236}">
                <a16:creationId xmlns:a16="http://schemas.microsoft.com/office/drawing/2014/main" id="{F3FFB2BE-1A98-4166-955C-E2B73C10731D}"/>
              </a:ext>
            </a:extLst>
          </p:cNvPr>
          <p:cNvGraphicFramePr>
            <a:graphicFrameLocks noGrp="1"/>
          </p:cNvGraphicFramePr>
          <p:nvPr>
            <p:extLst>
              <p:ext uri="{D42A27DB-BD31-4B8C-83A1-F6EECF244321}">
                <p14:modId xmlns:p14="http://schemas.microsoft.com/office/powerpoint/2010/main" val="3220488385"/>
              </p:ext>
            </p:extLst>
          </p:nvPr>
        </p:nvGraphicFramePr>
        <p:xfrm>
          <a:off x="724280" y="1656752"/>
          <a:ext cx="7797230" cy="1483360"/>
        </p:xfrm>
        <a:graphic>
          <a:graphicData uri="http://schemas.openxmlformats.org/drawingml/2006/table">
            <a:tbl>
              <a:tblPr firstRow="1" bandRow="1">
                <a:tableStyleId>{5940675A-B579-460E-94D1-54222C63F5DA}</a:tableStyleId>
              </a:tblPr>
              <a:tblGrid>
                <a:gridCol w="827089">
                  <a:extLst>
                    <a:ext uri="{9D8B030D-6E8A-4147-A177-3AD203B41FA5}">
                      <a16:colId xmlns:a16="http://schemas.microsoft.com/office/drawing/2014/main" val="1660926156"/>
                    </a:ext>
                  </a:extLst>
                </a:gridCol>
                <a:gridCol w="6970141">
                  <a:extLst>
                    <a:ext uri="{9D8B030D-6E8A-4147-A177-3AD203B41FA5}">
                      <a16:colId xmlns:a16="http://schemas.microsoft.com/office/drawing/2014/main" val="3788205"/>
                    </a:ext>
                  </a:extLst>
                </a:gridCol>
              </a:tblGrid>
              <a:tr h="370840">
                <a:tc>
                  <a:txBody>
                    <a:bodyPr/>
                    <a:lstStyle/>
                    <a:p>
                      <a:endParaRPr lang="en-GB" dirty="0"/>
                    </a:p>
                  </a:txBody>
                  <a:tcPr>
                    <a:solidFill>
                      <a:srgbClr val="132AFF"/>
                    </a:solidFill>
                  </a:tcPr>
                </a:tc>
                <a:tc>
                  <a:txBody>
                    <a:bodyPr/>
                    <a:lstStyle/>
                    <a:p>
                      <a:r>
                        <a:rPr lang="en-GB" dirty="0">
                          <a:solidFill>
                            <a:srgbClr val="FF0000"/>
                          </a:solidFill>
                        </a:rPr>
                        <a:t>Booleans (false, true), Keywords (while, not, if, else)</a:t>
                      </a:r>
                    </a:p>
                  </a:txBody>
                  <a:tcPr/>
                </a:tc>
                <a:extLst>
                  <a:ext uri="{0D108BD9-81ED-4DB2-BD59-A6C34878D82A}">
                    <a16:rowId xmlns:a16="http://schemas.microsoft.com/office/drawing/2014/main" val="4161934223"/>
                  </a:ext>
                </a:extLst>
              </a:tr>
              <a:tr h="370840">
                <a:tc>
                  <a:txBody>
                    <a:bodyPr/>
                    <a:lstStyle/>
                    <a:p>
                      <a:endParaRPr lang="en-GB" dirty="0"/>
                    </a:p>
                  </a:txBody>
                  <a:tcPr>
                    <a:solidFill>
                      <a:srgbClr val="7AD1ED"/>
                    </a:solidFill>
                  </a:tcPr>
                </a:tc>
                <a:tc>
                  <a:txBody>
                    <a:bodyPr/>
                    <a:lstStyle/>
                    <a:p>
                      <a:r>
                        <a:rPr lang="en-GB" dirty="0">
                          <a:solidFill>
                            <a:srgbClr val="FF0000"/>
                          </a:solidFill>
                        </a:rPr>
                        <a:t>Type conversions (str, int)</a:t>
                      </a:r>
                    </a:p>
                  </a:txBody>
                  <a:tcPr/>
                </a:tc>
                <a:extLst>
                  <a:ext uri="{0D108BD9-81ED-4DB2-BD59-A6C34878D82A}">
                    <a16:rowId xmlns:a16="http://schemas.microsoft.com/office/drawing/2014/main" val="1009732852"/>
                  </a:ext>
                </a:extLst>
              </a:tr>
              <a:tr h="370840">
                <a:tc>
                  <a:txBody>
                    <a:bodyPr/>
                    <a:lstStyle/>
                    <a:p>
                      <a:endParaRPr lang="en-GB" dirty="0"/>
                    </a:p>
                  </a:txBody>
                  <a:tcPr>
                    <a:solidFill>
                      <a:srgbClr val="AB221C"/>
                    </a:solidFill>
                  </a:tcPr>
                </a:tc>
                <a:tc>
                  <a:txBody>
                    <a:bodyPr/>
                    <a:lstStyle/>
                    <a:p>
                      <a:r>
                        <a:rPr lang="en-GB" dirty="0">
                          <a:solidFill>
                            <a:srgbClr val="FF0000"/>
                          </a:solidFill>
                        </a:rPr>
                        <a:t>Strings – e.g. "Are you higher or lower in age? "</a:t>
                      </a:r>
                    </a:p>
                  </a:txBody>
                  <a:tcPr/>
                </a:tc>
                <a:extLst>
                  <a:ext uri="{0D108BD9-81ED-4DB2-BD59-A6C34878D82A}">
                    <a16:rowId xmlns:a16="http://schemas.microsoft.com/office/drawing/2014/main" val="2922915575"/>
                  </a:ext>
                </a:extLst>
              </a:tr>
              <a:tr h="370840">
                <a:tc>
                  <a:txBody>
                    <a:bodyPr/>
                    <a:lstStyle/>
                    <a:p>
                      <a:endParaRPr lang="en-GB" dirty="0"/>
                    </a:p>
                  </a:txBody>
                  <a:tcPr>
                    <a:solidFill>
                      <a:schemeClr val="tx1"/>
                    </a:solidFill>
                  </a:tcPr>
                </a:tc>
                <a:tc>
                  <a:txBody>
                    <a:bodyPr/>
                    <a:lstStyle/>
                    <a:p>
                      <a:r>
                        <a:rPr lang="en-GB" dirty="0">
                          <a:solidFill>
                            <a:srgbClr val="FF0000"/>
                          </a:solidFill>
                        </a:rPr>
                        <a:t>All other operators, variables and functions names</a:t>
                      </a:r>
                    </a:p>
                  </a:txBody>
                  <a:tcPr/>
                </a:tc>
                <a:extLst>
                  <a:ext uri="{0D108BD9-81ED-4DB2-BD59-A6C34878D82A}">
                    <a16:rowId xmlns:a16="http://schemas.microsoft.com/office/drawing/2014/main" val="4054564232"/>
                  </a:ext>
                </a:extLst>
              </a:tr>
            </a:tbl>
          </a:graphicData>
        </a:graphic>
      </p:graphicFrame>
    </p:spTree>
    <p:extLst>
      <p:ext uri="{BB962C8B-B14F-4D97-AF65-F5344CB8AC3E}">
        <p14:creationId xmlns:p14="http://schemas.microsoft.com/office/powerpoint/2010/main" val="32155488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98C2D8D-A9B9-4CD7-8980-93876883AAA5}"/>
              </a:ext>
            </a:extLst>
          </p:cNvPr>
          <p:cNvSpPr>
            <a:spLocks noGrp="1"/>
          </p:cNvSpPr>
          <p:nvPr>
            <p:ph type="body" sz="quarter" idx="13"/>
          </p:nvPr>
        </p:nvSpPr>
        <p:spPr>
          <a:xfrm>
            <a:off x="724280" y="906233"/>
            <a:ext cx="7816470" cy="670772"/>
          </a:xfrm>
        </p:spPr>
        <p:txBody>
          <a:bodyPr/>
          <a:lstStyle/>
          <a:p>
            <a:r>
              <a:rPr lang="en-GB" dirty="0" err="1"/>
              <a:t>Prettyprint</a:t>
            </a:r>
            <a:endParaRPr lang="en-GB" dirty="0"/>
          </a:p>
        </p:txBody>
      </p:sp>
      <p:sp>
        <p:nvSpPr>
          <p:cNvPr id="5" name="Text Placeholder 4">
            <a:extLst>
              <a:ext uri="{FF2B5EF4-FFF2-40B4-BE49-F238E27FC236}">
                <a16:creationId xmlns:a16="http://schemas.microsoft.com/office/drawing/2014/main" id="{08DA54D6-1830-4F78-880F-A68ADDE94642}"/>
              </a:ext>
            </a:extLst>
          </p:cNvPr>
          <p:cNvSpPr>
            <a:spLocks noGrp="1"/>
          </p:cNvSpPr>
          <p:nvPr>
            <p:ph type="body" sz="quarter" idx="15"/>
          </p:nvPr>
        </p:nvSpPr>
        <p:spPr/>
        <p:txBody>
          <a:bodyPr/>
          <a:lstStyle/>
          <a:p>
            <a:r>
              <a:rPr lang="en-GB" dirty="0" err="1"/>
              <a:t>Prettyprint</a:t>
            </a:r>
            <a:r>
              <a:rPr lang="en-GB" dirty="0"/>
              <a:t> applies indentation and formatting to code</a:t>
            </a:r>
          </a:p>
          <a:p>
            <a:pPr lvl="1"/>
            <a:r>
              <a:rPr lang="en-GB" dirty="0"/>
              <a:t>This makes it easier for other programmers to read</a:t>
            </a:r>
          </a:p>
          <a:p>
            <a:pPr lvl="1"/>
            <a:r>
              <a:rPr lang="en-GB" dirty="0"/>
              <a:t>It also makes code consistent across different programmers</a:t>
            </a:r>
          </a:p>
        </p:txBody>
      </p:sp>
      <p:sp>
        <p:nvSpPr>
          <p:cNvPr id="6" name="TextBox 5">
            <a:extLst>
              <a:ext uri="{FF2B5EF4-FFF2-40B4-BE49-F238E27FC236}">
                <a16:creationId xmlns:a16="http://schemas.microsoft.com/office/drawing/2014/main" id="{EC0DD197-E0ED-4FB0-B3D6-FBC3FD39BB38}"/>
              </a:ext>
            </a:extLst>
          </p:cNvPr>
          <p:cNvSpPr txBox="1"/>
          <p:nvPr/>
        </p:nvSpPr>
        <p:spPr>
          <a:xfrm>
            <a:off x="5051394" y="3783157"/>
            <a:ext cx="3719744" cy="2308324"/>
          </a:xfrm>
          <a:prstGeom prst="rect">
            <a:avLst/>
          </a:prstGeom>
          <a:noFill/>
          <a:ln>
            <a:solidFill>
              <a:schemeClr val="tx1"/>
            </a:solidFill>
          </a:ln>
        </p:spPr>
        <p:txBody>
          <a:bodyPr wrap="square" rtlCol="0">
            <a:spAutoFit/>
          </a:bodyPr>
          <a:lstStyle/>
          <a:p>
            <a:r>
              <a:rPr lang="en-GB" sz="1200" dirty="0">
                <a:latin typeface="Consolas" panose="020B0609020204030204" pitchFamily="49" charset="0"/>
              </a:rPr>
              <a:t>Class Main</a:t>
            </a:r>
          </a:p>
          <a:p>
            <a:r>
              <a:rPr lang="en-GB" sz="1200" dirty="0">
                <a:latin typeface="Consolas" panose="020B0609020204030204" pitchFamily="49" charset="0"/>
              </a:rPr>
              <a:t>{</a:t>
            </a:r>
          </a:p>
          <a:p>
            <a:r>
              <a:rPr lang="en-GB" sz="1200" dirty="0">
                <a:latin typeface="Consolas" panose="020B0609020204030204" pitchFamily="49" charset="0"/>
              </a:rPr>
              <a:t>  public static void main(String[] </a:t>
            </a:r>
            <a:r>
              <a:rPr lang="en-GB" sz="1200" dirty="0" err="1">
                <a:latin typeface="Consolas" panose="020B0609020204030204" pitchFamily="49" charset="0"/>
              </a:rPr>
              <a:t>args</a:t>
            </a:r>
            <a:r>
              <a:rPr lang="en-GB" sz="1200" dirty="0">
                <a:latin typeface="Consolas" panose="020B0609020204030204" pitchFamily="49" charset="0"/>
              </a:rPr>
              <a:t>)</a:t>
            </a:r>
          </a:p>
          <a:p>
            <a:r>
              <a:rPr lang="en-GB" sz="1200" dirty="0">
                <a:latin typeface="Consolas" panose="020B0609020204030204" pitchFamily="49" charset="0"/>
              </a:rPr>
              <a:t>  {</a:t>
            </a:r>
          </a:p>
          <a:p>
            <a:r>
              <a:rPr lang="en-GB" sz="1200" dirty="0">
                <a:latin typeface="Consolas" panose="020B0609020204030204" pitchFamily="49" charset="0"/>
              </a:rPr>
              <a:t>    </a:t>
            </a:r>
            <a:r>
              <a:rPr lang="en-GB" sz="1200" dirty="0" err="1">
                <a:latin typeface="Consolas" panose="020B0609020204030204" pitchFamily="49" charset="0"/>
              </a:rPr>
              <a:t>system.out.println</a:t>
            </a:r>
            <a:r>
              <a:rPr lang="en-GB" sz="1200" dirty="0">
                <a:latin typeface="Consolas" panose="020B0609020204030204" pitchFamily="49" charset="0"/>
              </a:rPr>
              <a:t>("Sum of 5 and 10");</a:t>
            </a:r>
          </a:p>
          <a:p>
            <a:r>
              <a:rPr lang="en-GB" sz="1200" dirty="0">
                <a:latin typeface="Consolas" panose="020B0609020204030204" pitchFamily="49" charset="0"/>
              </a:rPr>
              <a:t>    int </a:t>
            </a:r>
            <a:r>
              <a:rPr lang="en-GB" sz="1200" dirty="0" err="1">
                <a:latin typeface="Consolas" panose="020B0609020204030204" pitchFamily="49" charset="0"/>
              </a:rPr>
              <a:t>firstNum</a:t>
            </a:r>
            <a:r>
              <a:rPr lang="en-GB" sz="1200" dirty="0">
                <a:latin typeface="Consolas" panose="020B0609020204030204" pitchFamily="49" charset="0"/>
              </a:rPr>
              <a:t> = 5;</a:t>
            </a:r>
          </a:p>
          <a:p>
            <a:r>
              <a:rPr lang="en-GB" sz="1200" dirty="0">
                <a:latin typeface="Consolas" panose="020B0609020204030204" pitchFamily="49" charset="0"/>
              </a:rPr>
              <a:t>    int </a:t>
            </a:r>
            <a:r>
              <a:rPr lang="en-GB" sz="1200" dirty="0" err="1">
                <a:latin typeface="Consolas" panose="020B0609020204030204" pitchFamily="49" charset="0"/>
              </a:rPr>
              <a:t>secondNum</a:t>
            </a:r>
            <a:r>
              <a:rPr lang="en-GB" sz="1200" dirty="0">
                <a:latin typeface="Consolas" panose="020B0609020204030204" pitchFamily="49" charset="0"/>
              </a:rPr>
              <a:t> = 10;</a:t>
            </a:r>
          </a:p>
          <a:p>
            <a:r>
              <a:rPr lang="en-GB" sz="1200" dirty="0">
                <a:latin typeface="Consolas" panose="020B0609020204030204" pitchFamily="49" charset="0"/>
              </a:rPr>
              <a:t>    int sum = first + second;</a:t>
            </a:r>
          </a:p>
          <a:p>
            <a:r>
              <a:rPr lang="en-GB" sz="1200" dirty="0">
                <a:latin typeface="Consolas" panose="020B0609020204030204" pitchFamily="49" charset="0"/>
              </a:rPr>
              <a:t>    </a:t>
            </a:r>
            <a:r>
              <a:rPr lang="en-GB" sz="1200" dirty="0" err="1">
                <a:latin typeface="Consolas" panose="020B0609020204030204" pitchFamily="49" charset="0"/>
              </a:rPr>
              <a:t>system.out.println</a:t>
            </a:r>
            <a:r>
              <a:rPr lang="en-GB" sz="1200" dirty="0">
                <a:latin typeface="Consolas" panose="020B0609020204030204" pitchFamily="49" charset="0"/>
              </a:rPr>
              <a:t>("Sum: " + sum);</a:t>
            </a:r>
          </a:p>
          <a:p>
            <a:r>
              <a:rPr lang="en-GB" sz="1200" dirty="0">
                <a:latin typeface="Consolas" panose="020B0609020204030204" pitchFamily="49" charset="0"/>
              </a:rPr>
              <a:t>  }</a:t>
            </a:r>
          </a:p>
          <a:p>
            <a:r>
              <a:rPr lang="en-GB" sz="1200" dirty="0">
                <a:latin typeface="Consolas" panose="020B0609020204030204" pitchFamily="49" charset="0"/>
              </a:rPr>
              <a:t>}</a:t>
            </a:r>
          </a:p>
          <a:p>
            <a:endParaRPr lang="en-GB" sz="1200" dirty="0">
              <a:latin typeface="Consolas" panose="020B0609020204030204" pitchFamily="49" charset="0"/>
            </a:endParaRPr>
          </a:p>
        </p:txBody>
      </p:sp>
      <p:sp>
        <p:nvSpPr>
          <p:cNvPr id="7" name="TextBox 6">
            <a:extLst>
              <a:ext uri="{FF2B5EF4-FFF2-40B4-BE49-F238E27FC236}">
                <a16:creationId xmlns:a16="http://schemas.microsoft.com/office/drawing/2014/main" id="{C7D06FD9-BA8A-404E-8F36-973862169AAA}"/>
              </a:ext>
            </a:extLst>
          </p:cNvPr>
          <p:cNvSpPr txBox="1"/>
          <p:nvPr/>
        </p:nvSpPr>
        <p:spPr>
          <a:xfrm>
            <a:off x="724280" y="3778067"/>
            <a:ext cx="3004341" cy="1384995"/>
          </a:xfrm>
          <a:prstGeom prst="rect">
            <a:avLst/>
          </a:prstGeom>
          <a:noFill/>
          <a:ln>
            <a:solidFill>
              <a:schemeClr val="tx1"/>
            </a:solidFill>
          </a:ln>
        </p:spPr>
        <p:txBody>
          <a:bodyPr wrap="square" rtlCol="0">
            <a:spAutoFit/>
          </a:bodyPr>
          <a:lstStyle/>
          <a:p>
            <a:r>
              <a:rPr lang="en-GB" sz="1200" dirty="0">
                <a:latin typeface="Consolas" panose="020B0609020204030204" pitchFamily="49" charset="0"/>
              </a:rPr>
              <a:t>Class Main{public static void main(String[] </a:t>
            </a:r>
            <a:r>
              <a:rPr lang="en-GB" sz="1200" dirty="0" err="1">
                <a:latin typeface="Consolas" panose="020B0609020204030204" pitchFamily="49" charset="0"/>
              </a:rPr>
              <a:t>args</a:t>
            </a:r>
            <a:r>
              <a:rPr lang="en-GB" sz="1200" dirty="0">
                <a:latin typeface="Consolas" panose="020B0609020204030204" pitchFamily="49" charset="0"/>
              </a:rPr>
              <a:t>){</a:t>
            </a:r>
            <a:r>
              <a:rPr lang="en-GB" sz="1200" dirty="0" err="1">
                <a:latin typeface="Consolas" panose="020B0609020204030204" pitchFamily="49" charset="0"/>
              </a:rPr>
              <a:t>system.out.println</a:t>
            </a:r>
            <a:r>
              <a:rPr lang="en-GB" sz="1200" dirty="0">
                <a:latin typeface="Consolas" panose="020B0609020204030204" pitchFamily="49" charset="0"/>
              </a:rPr>
              <a:t>("Sum of 5 and 10"); int </a:t>
            </a:r>
            <a:r>
              <a:rPr lang="en-GB" sz="1200" dirty="0" err="1">
                <a:latin typeface="Consolas" panose="020B0609020204030204" pitchFamily="49" charset="0"/>
              </a:rPr>
              <a:t>firstNum</a:t>
            </a:r>
            <a:r>
              <a:rPr lang="en-GB" sz="1200" dirty="0">
                <a:latin typeface="Consolas" panose="020B0609020204030204" pitchFamily="49" charset="0"/>
              </a:rPr>
              <a:t> = 5; int </a:t>
            </a:r>
            <a:r>
              <a:rPr lang="en-GB" sz="1200" dirty="0" err="1">
                <a:latin typeface="Consolas" panose="020B0609020204030204" pitchFamily="49" charset="0"/>
              </a:rPr>
              <a:t>secondNum</a:t>
            </a:r>
            <a:r>
              <a:rPr lang="en-GB" sz="1200" dirty="0">
                <a:latin typeface="Consolas" panose="020B0609020204030204" pitchFamily="49" charset="0"/>
              </a:rPr>
              <a:t> = 10; int sum = first + second; </a:t>
            </a:r>
            <a:r>
              <a:rPr lang="en-GB" sz="1200" dirty="0" err="1">
                <a:latin typeface="Consolas" panose="020B0609020204030204" pitchFamily="49" charset="0"/>
              </a:rPr>
              <a:t>system.out.println</a:t>
            </a:r>
            <a:r>
              <a:rPr lang="en-GB" sz="1200" dirty="0">
                <a:latin typeface="Consolas" panose="020B0609020204030204" pitchFamily="49" charset="0"/>
              </a:rPr>
              <a:t>("Sum: " + sum);}}</a:t>
            </a:r>
          </a:p>
        </p:txBody>
      </p:sp>
      <p:sp>
        <p:nvSpPr>
          <p:cNvPr id="8" name="TextBox 7">
            <a:extLst>
              <a:ext uri="{FF2B5EF4-FFF2-40B4-BE49-F238E27FC236}">
                <a16:creationId xmlns:a16="http://schemas.microsoft.com/office/drawing/2014/main" id="{79428F26-BDA6-42FF-B17D-AB64AEE8936D}"/>
              </a:ext>
            </a:extLst>
          </p:cNvPr>
          <p:cNvSpPr txBox="1"/>
          <p:nvPr/>
        </p:nvSpPr>
        <p:spPr>
          <a:xfrm>
            <a:off x="3728621" y="4000951"/>
            <a:ext cx="1322773" cy="369332"/>
          </a:xfrm>
          <a:prstGeom prst="rect">
            <a:avLst/>
          </a:prstGeom>
          <a:noFill/>
        </p:spPr>
        <p:txBody>
          <a:bodyPr wrap="square" lIns="0" rIns="0" rtlCol="0">
            <a:spAutoFit/>
          </a:bodyPr>
          <a:lstStyle/>
          <a:p>
            <a:pPr algn="ctr"/>
            <a:r>
              <a:rPr lang="en-GB" b="1" dirty="0" err="1"/>
              <a:t>Prettyprint</a:t>
            </a:r>
            <a:endParaRPr lang="en-GB" b="1" dirty="0"/>
          </a:p>
        </p:txBody>
      </p:sp>
      <p:cxnSp>
        <p:nvCxnSpPr>
          <p:cNvPr id="10" name="Straight Arrow Connector 9">
            <a:extLst>
              <a:ext uri="{FF2B5EF4-FFF2-40B4-BE49-F238E27FC236}">
                <a16:creationId xmlns:a16="http://schemas.microsoft.com/office/drawing/2014/main" id="{1F1F3B47-8937-46EB-A372-8FF08979957D}"/>
              </a:ext>
            </a:extLst>
          </p:cNvPr>
          <p:cNvCxnSpPr/>
          <p:nvPr/>
        </p:nvCxnSpPr>
        <p:spPr>
          <a:xfrm>
            <a:off x="3728621" y="4462249"/>
            <a:ext cx="1322773" cy="0"/>
          </a:xfrm>
          <a:prstGeom prst="straightConnector1">
            <a:avLst/>
          </a:prstGeom>
          <a:ln w="38100">
            <a:tailEnd type="triangle"/>
          </a:ln>
          <a:effectLst/>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A8A731C6-7FEC-42C4-8B5D-FDAA1B446ECD}"/>
              </a:ext>
            </a:extLst>
          </p:cNvPr>
          <p:cNvSpPr txBox="1"/>
          <p:nvPr/>
        </p:nvSpPr>
        <p:spPr>
          <a:xfrm>
            <a:off x="622490" y="3379154"/>
            <a:ext cx="2729134" cy="369332"/>
          </a:xfrm>
          <a:prstGeom prst="rect">
            <a:avLst/>
          </a:prstGeom>
          <a:noFill/>
        </p:spPr>
        <p:txBody>
          <a:bodyPr wrap="square" rtlCol="0">
            <a:spAutoFit/>
          </a:bodyPr>
          <a:lstStyle/>
          <a:p>
            <a:r>
              <a:rPr lang="en-GB" i="1" dirty="0"/>
              <a:t>Original code</a:t>
            </a:r>
          </a:p>
        </p:txBody>
      </p:sp>
      <p:sp>
        <p:nvSpPr>
          <p:cNvPr id="12" name="TextBox 11">
            <a:extLst>
              <a:ext uri="{FF2B5EF4-FFF2-40B4-BE49-F238E27FC236}">
                <a16:creationId xmlns:a16="http://schemas.microsoft.com/office/drawing/2014/main" id="{CE8E104C-BD06-4237-904A-DB7559AFB2DF}"/>
              </a:ext>
            </a:extLst>
          </p:cNvPr>
          <p:cNvSpPr txBox="1"/>
          <p:nvPr/>
        </p:nvSpPr>
        <p:spPr>
          <a:xfrm>
            <a:off x="4949604" y="3384618"/>
            <a:ext cx="2729134" cy="369332"/>
          </a:xfrm>
          <a:prstGeom prst="rect">
            <a:avLst/>
          </a:prstGeom>
          <a:noFill/>
        </p:spPr>
        <p:txBody>
          <a:bodyPr wrap="square" rtlCol="0">
            <a:spAutoFit/>
          </a:bodyPr>
          <a:lstStyle/>
          <a:p>
            <a:r>
              <a:rPr lang="en-GB" i="1" dirty="0"/>
              <a:t>Code after </a:t>
            </a:r>
            <a:r>
              <a:rPr lang="en-GB" i="1" dirty="0" err="1"/>
              <a:t>Prettyprint</a:t>
            </a:r>
            <a:endParaRPr lang="en-GB" i="1" dirty="0"/>
          </a:p>
        </p:txBody>
      </p:sp>
    </p:spTree>
    <p:extLst>
      <p:ext uri="{BB962C8B-B14F-4D97-AF65-F5344CB8AC3E}">
        <p14:creationId xmlns:p14="http://schemas.microsoft.com/office/powerpoint/2010/main" val="9569303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GB" dirty="0"/>
              <a:t>Worksheet 5</a:t>
            </a:r>
          </a:p>
        </p:txBody>
      </p:sp>
      <p:sp>
        <p:nvSpPr>
          <p:cNvPr id="3" name="Text Placeholder 2"/>
          <p:cNvSpPr>
            <a:spLocks noGrp="1"/>
          </p:cNvSpPr>
          <p:nvPr>
            <p:ph type="body" sz="quarter" idx="14"/>
          </p:nvPr>
        </p:nvSpPr>
        <p:spPr/>
        <p:txBody>
          <a:bodyPr/>
          <a:lstStyle/>
          <a:p>
            <a:r>
              <a:rPr lang="en-GB" dirty="0"/>
              <a:t>Now complete </a:t>
            </a:r>
            <a:r>
              <a:rPr lang="en-GB" b="1" dirty="0"/>
              <a:t>Task 1 </a:t>
            </a:r>
            <a:r>
              <a:rPr lang="en-GB" dirty="0"/>
              <a:t>and </a:t>
            </a:r>
            <a:r>
              <a:rPr lang="en-GB" b="1" dirty="0"/>
              <a:t>Task 2 </a:t>
            </a:r>
            <a:r>
              <a:rPr lang="en-GB" dirty="0"/>
              <a:t>on </a:t>
            </a:r>
            <a:r>
              <a:rPr lang="en-GB" b="1" dirty="0"/>
              <a:t>Worksheet 5</a:t>
            </a:r>
          </a:p>
        </p:txBody>
      </p:sp>
    </p:spTree>
    <p:extLst>
      <p:ext uri="{BB962C8B-B14F-4D97-AF65-F5344CB8AC3E}">
        <p14:creationId xmlns:p14="http://schemas.microsoft.com/office/powerpoint/2010/main" val="16055770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82AC9EE-DF9E-4119-B121-DB8994224670}"/>
              </a:ext>
            </a:extLst>
          </p:cNvPr>
          <p:cNvSpPr>
            <a:spLocks noGrp="1"/>
          </p:cNvSpPr>
          <p:nvPr>
            <p:ph type="body" sz="quarter" idx="13"/>
          </p:nvPr>
        </p:nvSpPr>
        <p:spPr>
          <a:xfrm>
            <a:off x="724280" y="906233"/>
            <a:ext cx="7816470" cy="670772"/>
          </a:xfrm>
        </p:spPr>
        <p:txBody>
          <a:bodyPr/>
          <a:lstStyle/>
          <a:p>
            <a:r>
              <a:rPr lang="en-GB" dirty="0"/>
              <a:t>Error diagnostics</a:t>
            </a:r>
          </a:p>
        </p:txBody>
      </p:sp>
      <p:sp>
        <p:nvSpPr>
          <p:cNvPr id="3" name="Text Placeholder 2">
            <a:extLst>
              <a:ext uri="{FF2B5EF4-FFF2-40B4-BE49-F238E27FC236}">
                <a16:creationId xmlns:a16="http://schemas.microsoft.com/office/drawing/2014/main" id="{2A27B9A0-4B7A-479C-9150-95097F518E6C}"/>
              </a:ext>
            </a:extLst>
          </p:cNvPr>
          <p:cNvSpPr>
            <a:spLocks noGrp="1"/>
          </p:cNvSpPr>
          <p:nvPr>
            <p:ph type="body" sz="quarter" idx="15"/>
          </p:nvPr>
        </p:nvSpPr>
        <p:spPr/>
        <p:txBody>
          <a:bodyPr/>
          <a:lstStyle/>
          <a:p>
            <a:r>
              <a:rPr lang="en-GB" dirty="0"/>
              <a:t>Error diagnostics help a programmer to find where they have made a mistake</a:t>
            </a:r>
          </a:p>
          <a:p>
            <a:pPr lvl="1"/>
            <a:r>
              <a:rPr lang="en-GB" dirty="0"/>
              <a:t>Errors are identified along with the line number that they </a:t>
            </a:r>
            <a:br>
              <a:rPr lang="en-GB" dirty="0"/>
            </a:br>
            <a:r>
              <a:rPr lang="en-GB" dirty="0"/>
              <a:t>occur on</a:t>
            </a:r>
          </a:p>
          <a:p>
            <a:pPr lvl="1"/>
            <a:r>
              <a:rPr lang="en-GB" dirty="0"/>
              <a:t>The code may be </a:t>
            </a:r>
            <a:br>
              <a:rPr lang="en-GB" dirty="0"/>
            </a:br>
            <a:r>
              <a:rPr lang="en-GB" dirty="0"/>
              <a:t>underlined or highlighted </a:t>
            </a:r>
            <a:br>
              <a:rPr lang="en-GB" dirty="0"/>
            </a:br>
            <a:r>
              <a:rPr lang="en-GB" dirty="0"/>
              <a:t>to show the error</a:t>
            </a:r>
          </a:p>
          <a:p>
            <a:r>
              <a:rPr lang="en-GB" dirty="0"/>
              <a:t>This program is </a:t>
            </a:r>
            <a:br>
              <a:rPr lang="en-GB" dirty="0"/>
            </a:br>
            <a:r>
              <a:rPr lang="en-GB" dirty="0"/>
              <a:t>written C#</a:t>
            </a:r>
          </a:p>
          <a:p>
            <a:pPr lvl="1"/>
            <a:r>
              <a:rPr lang="en-GB" dirty="0"/>
              <a:t>With the help of the error </a:t>
            </a:r>
            <a:br>
              <a:rPr lang="en-GB" dirty="0"/>
            </a:br>
            <a:r>
              <a:rPr lang="en-GB" dirty="0"/>
              <a:t>diagnostics fix the two </a:t>
            </a:r>
            <a:br>
              <a:rPr lang="en-GB" dirty="0"/>
            </a:br>
            <a:r>
              <a:rPr lang="en-GB" dirty="0"/>
              <a:t>errors shown</a:t>
            </a:r>
          </a:p>
        </p:txBody>
      </p:sp>
      <p:pic>
        <p:nvPicPr>
          <p:cNvPr id="5" name="Picture 4">
            <a:extLst>
              <a:ext uri="{FF2B5EF4-FFF2-40B4-BE49-F238E27FC236}">
                <a16:creationId xmlns:a16="http://schemas.microsoft.com/office/drawing/2014/main" id="{ECEA8A0D-D79D-4604-849D-0463861DDE22}"/>
              </a:ext>
            </a:extLst>
          </p:cNvPr>
          <p:cNvPicPr>
            <a:picLocks noChangeAspect="1"/>
          </p:cNvPicPr>
          <p:nvPr/>
        </p:nvPicPr>
        <p:blipFill rotWithShape="1">
          <a:blip r:embed="rId2"/>
          <a:srcRect t="13468" r="22120" b="12567"/>
          <a:stretch/>
        </p:blipFill>
        <p:spPr>
          <a:xfrm>
            <a:off x="4572000" y="3145525"/>
            <a:ext cx="4161622" cy="2910979"/>
          </a:xfrm>
          <a:prstGeom prst="rect">
            <a:avLst/>
          </a:prstGeom>
        </p:spPr>
      </p:pic>
    </p:spTree>
    <p:extLst>
      <p:ext uri="{BB962C8B-B14F-4D97-AF65-F5344CB8AC3E}">
        <p14:creationId xmlns:p14="http://schemas.microsoft.com/office/powerpoint/2010/main" val="19284931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82AC9EE-DF9E-4119-B121-DB8994224670}"/>
              </a:ext>
            </a:extLst>
          </p:cNvPr>
          <p:cNvSpPr>
            <a:spLocks noGrp="1"/>
          </p:cNvSpPr>
          <p:nvPr>
            <p:ph type="body" sz="quarter" idx="13"/>
          </p:nvPr>
        </p:nvSpPr>
        <p:spPr/>
        <p:txBody>
          <a:bodyPr/>
          <a:lstStyle/>
          <a:p>
            <a:r>
              <a:rPr lang="en-GB" dirty="0"/>
              <a:t>Error diagnostics</a:t>
            </a:r>
          </a:p>
        </p:txBody>
      </p:sp>
      <p:sp>
        <p:nvSpPr>
          <p:cNvPr id="3" name="Text Placeholder 2">
            <a:extLst>
              <a:ext uri="{FF2B5EF4-FFF2-40B4-BE49-F238E27FC236}">
                <a16:creationId xmlns:a16="http://schemas.microsoft.com/office/drawing/2014/main" id="{2A27B9A0-4B7A-479C-9150-95097F518E6C}"/>
              </a:ext>
            </a:extLst>
          </p:cNvPr>
          <p:cNvSpPr>
            <a:spLocks noGrp="1"/>
          </p:cNvSpPr>
          <p:nvPr>
            <p:ph type="body" sz="quarter" idx="14"/>
          </p:nvPr>
        </p:nvSpPr>
        <p:spPr/>
        <p:txBody>
          <a:bodyPr/>
          <a:lstStyle/>
          <a:p>
            <a:r>
              <a:rPr lang="en-GB" dirty="0"/>
              <a:t>The errors show that:</a:t>
            </a:r>
          </a:p>
          <a:p>
            <a:pPr lvl="1"/>
            <a:r>
              <a:rPr lang="en-GB" dirty="0">
                <a:solidFill>
                  <a:srgbClr val="FF0000"/>
                </a:solidFill>
              </a:rPr>
              <a:t>A bracket needs to be added to the end of line 16</a:t>
            </a:r>
          </a:p>
          <a:p>
            <a:pPr lvl="1"/>
            <a:r>
              <a:rPr lang="en-GB" dirty="0">
                <a:solidFill>
                  <a:srgbClr val="FF0000"/>
                </a:solidFill>
              </a:rPr>
              <a:t>The variable </a:t>
            </a:r>
            <a:r>
              <a:rPr lang="en-GB" dirty="0" err="1">
                <a:solidFill>
                  <a:srgbClr val="FF0000"/>
                </a:solidFill>
                <a:latin typeface="Consolas" panose="020B0609020204030204" pitchFamily="49" charset="0"/>
              </a:rPr>
              <a:t>oldstAge</a:t>
            </a:r>
            <a:r>
              <a:rPr lang="en-GB" dirty="0">
                <a:solidFill>
                  <a:srgbClr val="FF0000"/>
                </a:solidFill>
              </a:rPr>
              <a:t> in line 13 doesn’t exist. The programmer should use </a:t>
            </a:r>
            <a:br>
              <a:rPr lang="en-GB" dirty="0">
                <a:solidFill>
                  <a:srgbClr val="FF0000"/>
                </a:solidFill>
              </a:rPr>
            </a:br>
            <a:r>
              <a:rPr lang="en-GB" dirty="0" err="1">
                <a:solidFill>
                  <a:srgbClr val="FF0000"/>
                </a:solidFill>
                <a:latin typeface="Consolas" panose="020B0609020204030204" pitchFamily="49" charset="0"/>
              </a:rPr>
              <a:t>oldestAge</a:t>
            </a:r>
            <a:r>
              <a:rPr lang="en-GB" dirty="0">
                <a:solidFill>
                  <a:srgbClr val="FF0000"/>
                </a:solidFill>
              </a:rPr>
              <a:t> which they </a:t>
            </a:r>
            <a:br>
              <a:rPr lang="en-GB" dirty="0">
                <a:solidFill>
                  <a:srgbClr val="FF0000"/>
                </a:solidFill>
              </a:rPr>
            </a:br>
            <a:r>
              <a:rPr lang="en-GB" dirty="0">
                <a:solidFill>
                  <a:srgbClr val="FF0000"/>
                </a:solidFill>
              </a:rPr>
              <a:t>created in line 11</a:t>
            </a:r>
          </a:p>
        </p:txBody>
      </p:sp>
      <p:pic>
        <p:nvPicPr>
          <p:cNvPr id="5" name="Picture 4">
            <a:extLst>
              <a:ext uri="{FF2B5EF4-FFF2-40B4-BE49-F238E27FC236}">
                <a16:creationId xmlns:a16="http://schemas.microsoft.com/office/drawing/2014/main" id="{ECEA8A0D-D79D-4604-849D-0463861DDE22}"/>
              </a:ext>
            </a:extLst>
          </p:cNvPr>
          <p:cNvPicPr>
            <a:picLocks noChangeAspect="1"/>
          </p:cNvPicPr>
          <p:nvPr/>
        </p:nvPicPr>
        <p:blipFill rotWithShape="1">
          <a:blip r:embed="rId2"/>
          <a:srcRect t="13468" r="22120" b="12567"/>
          <a:stretch/>
        </p:blipFill>
        <p:spPr>
          <a:xfrm>
            <a:off x="4572000" y="3145525"/>
            <a:ext cx="4161622" cy="2910979"/>
          </a:xfrm>
          <a:prstGeom prst="rect">
            <a:avLst/>
          </a:prstGeom>
        </p:spPr>
      </p:pic>
    </p:spTree>
    <p:extLst>
      <p:ext uri="{BB962C8B-B14F-4D97-AF65-F5344CB8AC3E}">
        <p14:creationId xmlns:p14="http://schemas.microsoft.com/office/powerpoint/2010/main" val="24181878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82AC9EE-DF9E-4119-B121-DB8994224670}"/>
              </a:ext>
            </a:extLst>
          </p:cNvPr>
          <p:cNvSpPr>
            <a:spLocks noGrp="1"/>
          </p:cNvSpPr>
          <p:nvPr>
            <p:ph type="body" sz="quarter" idx="13"/>
          </p:nvPr>
        </p:nvSpPr>
        <p:spPr>
          <a:xfrm>
            <a:off x="724280" y="906233"/>
            <a:ext cx="7816470" cy="670772"/>
          </a:xfrm>
        </p:spPr>
        <p:txBody>
          <a:bodyPr/>
          <a:lstStyle/>
          <a:p>
            <a:r>
              <a:rPr lang="en-GB" dirty="0"/>
              <a:t>Debugging code</a:t>
            </a:r>
          </a:p>
        </p:txBody>
      </p:sp>
      <p:sp>
        <p:nvSpPr>
          <p:cNvPr id="3" name="Text Placeholder 2">
            <a:extLst>
              <a:ext uri="{FF2B5EF4-FFF2-40B4-BE49-F238E27FC236}">
                <a16:creationId xmlns:a16="http://schemas.microsoft.com/office/drawing/2014/main" id="{2A27B9A0-4B7A-479C-9150-95097F518E6C}"/>
              </a:ext>
            </a:extLst>
          </p:cNvPr>
          <p:cNvSpPr>
            <a:spLocks noGrp="1"/>
          </p:cNvSpPr>
          <p:nvPr>
            <p:ph type="body" sz="quarter" idx="15"/>
          </p:nvPr>
        </p:nvSpPr>
        <p:spPr/>
        <p:txBody>
          <a:bodyPr/>
          <a:lstStyle/>
          <a:p>
            <a:r>
              <a:rPr lang="en-GB" dirty="0"/>
              <a:t>Breakpoints are set by the programmer so that the IDE stops the program mid-way through running</a:t>
            </a:r>
          </a:p>
          <a:p>
            <a:pPr lvl="1"/>
            <a:r>
              <a:rPr lang="en-GB" dirty="0"/>
              <a:t>The programmer can the step through code line by line</a:t>
            </a:r>
          </a:p>
          <a:p>
            <a:pPr lvl="1"/>
            <a:r>
              <a:rPr lang="en-GB" dirty="0"/>
              <a:t>They can watch </a:t>
            </a:r>
            <a:br>
              <a:rPr lang="en-GB" dirty="0"/>
            </a:br>
            <a:r>
              <a:rPr lang="en-GB" dirty="0"/>
              <a:t>variables as </a:t>
            </a:r>
            <a:br>
              <a:rPr lang="en-GB" dirty="0"/>
            </a:br>
            <a:r>
              <a:rPr lang="en-GB" dirty="0"/>
              <a:t>they change</a:t>
            </a:r>
          </a:p>
          <a:p>
            <a:r>
              <a:rPr lang="en-GB" dirty="0"/>
              <a:t>The breakpoint was </a:t>
            </a:r>
            <a:br>
              <a:rPr lang="en-GB" dirty="0"/>
            </a:br>
            <a:r>
              <a:rPr lang="en-GB" dirty="0"/>
              <a:t>set to line 18</a:t>
            </a:r>
          </a:p>
          <a:p>
            <a:pPr lvl="1"/>
            <a:r>
              <a:rPr lang="en-GB" dirty="0"/>
              <a:t>What do the </a:t>
            </a:r>
            <a:br>
              <a:rPr lang="en-GB" dirty="0"/>
            </a:br>
            <a:r>
              <a:rPr lang="en-GB" dirty="0"/>
              <a:t>variables contain </a:t>
            </a:r>
            <a:br>
              <a:rPr lang="en-GB" dirty="0"/>
            </a:br>
            <a:r>
              <a:rPr lang="en-GB" dirty="0"/>
              <a:t>at this point?</a:t>
            </a:r>
          </a:p>
        </p:txBody>
      </p:sp>
      <p:pic>
        <p:nvPicPr>
          <p:cNvPr id="4" name="Picture 3">
            <a:extLst>
              <a:ext uri="{FF2B5EF4-FFF2-40B4-BE49-F238E27FC236}">
                <a16:creationId xmlns:a16="http://schemas.microsoft.com/office/drawing/2014/main" id="{2B600DD7-3E33-4A34-B3DC-B52B09787DDF}"/>
              </a:ext>
            </a:extLst>
          </p:cNvPr>
          <p:cNvPicPr>
            <a:picLocks noChangeAspect="1"/>
          </p:cNvPicPr>
          <p:nvPr/>
        </p:nvPicPr>
        <p:blipFill rotWithShape="1">
          <a:blip r:embed="rId2"/>
          <a:srcRect t="17933"/>
          <a:stretch/>
        </p:blipFill>
        <p:spPr>
          <a:xfrm>
            <a:off x="4072632" y="3234925"/>
            <a:ext cx="4752588" cy="2872606"/>
          </a:xfrm>
          <a:prstGeom prst="rect">
            <a:avLst/>
          </a:prstGeom>
        </p:spPr>
      </p:pic>
    </p:spTree>
    <p:extLst>
      <p:ext uri="{BB962C8B-B14F-4D97-AF65-F5344CB8AC3E}">
        <p14:creationId xmlns:p14="http://schemas.microsoft.com/office/powerpoint/2010/main" val="39548451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6BDCF67-AD94-4324-A2BC-B24A46085F17}"/>
              </a:ext>
            </a:extLst>
          </p:cNvPr>
          <p:cNvSpPr>
            <a:spLocks noGrp="1"/>
          </p:cNvSpPr>
          <p:nvPr>
            <p:ph type="body" sz="quarter" idx="13"/>
          </p:nvPr>
        </p:nvSpPr>
        <p:spPr/>
        <p:txBody>
          <a:bodyPr/>
          <a:lstStyle/>
          <a:p>
            <a:r>
              <a:rPr lang="en-GB" dirty="0"/>
              <a:t>Variables</a:t>
            </a:r>
          </a:p>
        </p:txBody>
      </p:sp>
      <p:sp>
        <p:nvSpPr>
          <p:cNvPr id="5" name="Text Placeholder 4">
            <a:extLst>
              <a:ext uri="{FF2B5EF4-FFF2-40B4-BE49-F238E27FC236}">
                <a16:creationId xmlns:a16="http://schemas.microsoft.com/office/drawing/2014/main" id="{60B4D025-29E6-449D-9D37-3328382DB443}"/>
              </a:ext>
            </a:extLst>
          </p:cNvPr>
          <p:cNvSpPr>
            <a:spLocks noGrp="1"/>
          </p:cNvSpPr>
          <p:nvPr>
            <p:ph type="body" sz="quarter" idx="14"/>
          </p:nvPr>
        </p:nvSpPr>
        <p:spPr/>
        <p:txBody>
          <a:bodyPr/>
          <a:lstStyle/>
          <a:p>
            <a:pPr lvl="1"/>
            <a:r>
              <a:rPr lang="en-GB" dirty="0" err="1">
                <a:solidFill>
                  <a:srgbClr val="FF0000"/>
                </a:solidFill>
                <a:latin typeface="Consolas" panose="020B0609020204030204" pitchFamily="49" charset="0"/>
              </a:rPr>
              <a:t>ageGuessed</a:t>
            </a:r>
            <a:r>
              <a:rPr lang="en-GB" dirty="0">
                <a:solidFill>
                  <a:srgbClr val="FF0000"/>
                </a:solidFill>
                <a:latin typeface="+mj-lt"/>
              </a:rPr>
              <a:t> </a:t>
            </a:r>
            <a:r>
              <a:rPr lang="en-GB" dirty="0">
                <a:solidFill>
                  <a:srgbClr val="FF0000"/>
                </a:solidFill>
              </a:rPr>
              <a:t>= false</a:t>
            </a:r>
          </a:p>
          <a:p>
            <a:pPr lvl="1"/>
            <a:r>
              <a:rPr lang="en-GB" dirty="0" err="1">
                <a:solidFill>
                  <a:srgbClr val="FF0000"/>
                </a:solidFill>
                <a:latin typeface="Consolas" panose="020B0609020204030204" pitchFamily="49" charset="0"/>
              </a:rPr>
              <a:t>oldestAge</a:t>
            </a:r>
            <a:r>
              <a:rPr lang="en-GB" dirty="0">
                <a:solidFill>
                  <a:srgbClr val="FF0000"/>
                </a:solidFill>
              </a:rPr>
              <a:t> = 120</a:t>
            </a:r>
          </a:p>
          <a:p>
            <a:pPr lvl="1"/>
            <a:r>
              <a:rPr lang="en-GB" dirty="0" err="1">
                <a:solidFill>
                  <a:srgbClr val="FF0000"/>
                </a:solidFill>
                <a:latin typeface="Consolas" panose="020B0609020204030204" pitchFamily="49" charset="0"/>
              </a:rPr>
              <a:t>youngestAge</a:t>
            </a:r>
            <a:r>
              <a:rPr lang="en-GB" dirty="0">
                <a:solidFill>
                  <a:srgbClr val="FF0000"/>
                </a:solidFill>
              </a:rPr>
              <a:t> = 0</a:t>
            </a:r>
          </a:p>
          <a:p>
            <a:pPr lvl="1"/>
            <a:r>
              <a:rPr lang="en-GB" dirty="0" err="1">
                <a:solidFill>
                  <a:srgbClr val="FF0000"/>
                </a:solidFill>
                <a:latin typeface="Consolas" panose="020B0609020204030204" pitchFamily="49" charset="0"/>
              </a:rPr>
              <a:t>currentGuess</a:t>
            </a:r>
            <a:r>
              <a:rPr lang="en-GB" dirty="0">
                <a:solidFill>
                  <a:srgbClr val="FF0000"/>
                </a:solidFill>
              </a:rPr>
              <a:t> = 60</a:t>
            </a:r>
          </a:p>
          <a:p>
            <a:pPr lvl="1"/>
            <a:r>
              <a:rPr lang="en-GB" dirty="0">
                <a:solidFill>
                  <a:srgbClr val="FF0000"/>
                </a:solidFill>
                <a:latin typeface="Consolas" panose="020B0609020204030204" pitchFamily="49" charset="0"/>
              </a:rPr>
              <a:t>correct = null</a:t>
            </a:r>
            <a:r>
              <a:rPr lang="en-GB" dirty="0">
                <a:solidFill>
                  <a:srgbClr val="FF0000"/>
                </a:solidFill>
              </a:rPr>
              <a:t> </a:t>
            </a:r>
            <a:r>
              <a:rPr lang="en-GB" dirty="0"/>
              <a:t>(it hasn’t yet been assigned a value)</a:t>
            </a:r>
          </a:p>
          <a:p>
            <a:pPr lvl="1"/>
            <a:r>
              <a:rPr lang="en-GB" dirty="0" err="1">
                <a:solidFill>
                  <a:srgbClr val="FF0000"/>
                </a:solidFill>
                <a:latin typeface="Consolas" panose="020B0609020204030204" pitchFamily="49" charset="0"/>
              </a:rPr>
              <a:t>args</a:t>
            </a:r>
            <a:r>
              <a:rPr lang="en-GB" dirty="0">
                <a:solidFill>
                  <a:srgbClr val="FF0000"/>
                </a:solidFill>
                <a:latin typeface="Consolas" panose="020B0609020204030204" pitchFamily="49" charset="0"/>
              </a:rPr>
              <a:t> = {string[0]}</a:t>
            </a:r>
            <a:r>
              <a:rPr lang="en-GB" dirty="0"/>
              <a:t> </a:t>
            </a:r>
            <a:br>
              <a:rPr lang="en-GB" dirty="0"/>
            </a:br>
            <a:r>
              <a:rPr lang="en-GB" dirty="0"/>
              <a:t>These are arguments </a:t>
            </a:r>
            <a:br>
              <a:rPr lang="en-GB" dirty="0"/>
            </a:br>
            <a:r>
              <a:rPr lang="en-GB" dirty="0"/>
              <a:t>sent to the program </a:t>
            </a:r>
            <a:br>
              <a:rPr lang="en-GB" dirty="0"/>
            </a:br>
            <a:r>
              <a:rPr lang="en-GB" dirty="0"/>
              <a:t>when it is called</a:t>
            </a:r>
          </a:p>
          <a:p>
            <a:endParaRPr lang="en-GB" dirty="0"/>
          </a:p>
        </p:txBody>
      </p:sp>
      <p:pic>
        <p:nvPicPr>
          <p:cNvPr id="4" name="Picture 3">
            <a:extLst>
              <a:ext uri="{FF2B5EF4-FFF2-40B4-BE49-F238E27FC236}">
                <a16:creationId xmlns:a16="http://schemas.microsoft.com/office/drawing/2014/main" id="{BDE0B849-0005-4954-A6DA-3541FE8ACB42}"/>
              </a:ext>
            </a:extLst>
          </p:cNvPr>
          <p:cNvPicPr>
            <a:picLocks noChangeAspect="1"/>
          </p:cNvPicPr>
          <p:nvPr/>
        </p:nvPicPr>
        <p:blipFill rotWithShape="1">
          <a:blip r:embed="rId2"/>
          <a:srcRect t="60206" r="47835" b="4450"/>
          <a:stretch/>
        </p:blipFill>
        <p:spPr>
          <a:xfrm>
            <a:off x="4848837" y="4030269"/>
            <a:ext cx="3850547" cy="1921498"/>
          </a:xfrm>
          <a:prstGeom prst="rect">
            <a:avLst/>
          </a:prstGeom>
        </p:spPr>
      </p:pic>
    </p:spTree>
    <p:extLst>
      <p:ext uri="{BB962C8B-B14F-4D97-AF65-F5344CB8AC3E}">
        <p14:creationId xmlns:p14="http://schemas.microsoft.com/office/powerpoint/2010/main" val="35825732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82AC9EE-DF9E-4119-B121-DB8994224670}"/>
              </a:ext>
            </a:extLst>
          </p:cNvPr>
          <p:cNvSpPr>
            <a:spLocks noGrp="1"/>
          </p:cNvSpPr>
          <p:nvPr>
            <p:ph type="body" sz="quarter" idx="13"/>
          </p:nvPr>
        </p:nvSpPr>
        <p:spPr>
          <a:xfrm>
            <a:off x="724280" y="906233"/>
            <a:ext cx="7816470" cy="670772"/>
          </a:xfrm>
        </p:spPr>
        <p:txBody>
          <a:bodyPr/>
          <a:lstStyle/>
          <a:p>
            <a:r>
              <a:rPr lang="en-GB" dirty="0"/>
              <a:t>Run-time environment</a:t>
            </a:r>
          </a:p>
        </p:txBody>
      </p:sp>
      <p:sp>
        <p:nvSpPr>
          <p:cNvPr id="3" name="Text Placeholder 2">
            <a:extLst>
              <a:ext uri="{FF2B5EF4-FFF2-40B4-BE49-F238E27FC236}">
                <a16:creationId xmlns:a16="http://schemas.microsoft.com/office/drawing/2014/main" id="{2A27B9A0-4B7A-479C-9150-95097F518E6C}"/>
              </a:ext>
            </a:extLst>
          </p:cNvPr>
          <p:cNvSpPr>
            <a:spLocks noGrp="1"/>
          </p:cNvSpPr>
          <p:nvPr>
            <p:ph type="body" sz="quarter" idx="15"/>
          </p:nvPr>
        </p:nvSpPr>
        <p:spPr/>
        <p:txBody>
          <a:bodyPr/>
          <a:lstStyle/>
          <a:p>
            <a:r>
              <a:rPr lang="en-GB" dirty="0"/>
              <a:t>The run-time environment allows a programmer to test their program while it is running</a:t>
            </a:r>
          </a:p>
          <a:p>
            <a:pPr lvl="1"/>
            <a:r>
              <a:rPr lang="en-GB" dirty="0"/>
              <a:t>If the program crashes the run-time environment can see what happened and give useful information to </a:t>
            </a:r>
            <a:br>
              <a:rPr lang="en-GB" dirty="0"/>
            </a:br>
            <a:r>
              <a:rPr lang="en-GB" dirty="0"/>
              <a:t>the programmer</a:t>
            </a:r>
          </a:p>
          <a:p>
            <a:r>
              <a:rPr lang="en-GB" dirty="0"/>
              <a:t>The run-time environment also means the libraries that come with the </a:t>
            </a:r>
            <a:r>
              <a:rPr lang="en-GB"/>
              <a:t>programming language </a:t>
            </a:r>
            <a:r>
              <a:rPr lang="en-GB" dirty="0"/>
              <a:t>will be available to the programmer to use</a:t>
            </a:r>
          </a:p>
        </p:txBody>
      </p:sp>
    </p:spTree>
    <p:extLst>
      <p:ext uri="{BB962C8B-B14F-4D97-AF65-F5344CB8AC3E}">
        <p14:creationId xmlns:p14="http://schemas.microsoft.com/office/powerpoint/2010/main" val="30568575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8B712878-3F80-4E1E-933F-652A0869B42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62714" y="2979406"/>
            <a:ext cx="2488663" cy="2488663"/>
          </a:xfrm>
          <a:prstGeom prst="rect">
            <a:avLst/>
          </a:prstGeom>
        </p:spPr>
      </p:pic>
      <p:sp>
        <p:nvSpPr>
          <p:cNvPr id="2" name="Text Placeholder 1">
            <a:extLst>
              <a:ext uri="{FF2B5EF4-FFF2-40B4-BE49-F238E27FC236}">
                <a16:creationId xmlns:a16="http://schemas.microsoft.com/office/drawing/2014/main" id="{E2FB978D-299A-4FE4-8392-C7033C0E0921}"/>
              </a:ext>
            </a:extLst>
          </p:cNvPr>
          <p:cNvSpPr>
            <a:spLocks noGrp="1"/>
          </p:cNvSpPr>
          <p:nvPr>
            <p:ph type="body" sz="quarter" idx="13"/>
          </p:nvPr>
        </p:nvSpPr>
        <p:spPr>
          <a:xfrm>
            <a:off x="724280" y="906233"/>
            <a:ext cx="7816470" cy="670772"/>
          </a:xfrm>
        </p:spPr>
        <p:txBody>
          <a:bodyPr/>
          <a:lstStyle/>
          <a:p>
            <a:r>
              <a:rPr lang="en-GB" dirty="0"/>
              <a:t>Translators</a:t>
            </a:r>
          </a:p>
        </p:txBody>
      </p:sp>
      <p:sp>
        <p:nvSpPr>
          <p:cNvPr id="3" name="Text Placeholder 2">
            <a:extLst>
              <a:ext uri="{FF2B5EF4-FFF2-40B4-BE49-F238E27FC236}">
                <a16:creationId xmlns:a16="http://schemas.microsoft.com/office/drawing/2014/main" id="{C347ABBA-4635-428C-9AB7-8FEA571F066D}"/>
              </a:ext>
            </a:extLst>
          </p:cNvPr>
          <p:cNvSpPr>
            <a:spLocks noGrp="1"/>
          </p:cNvSpPr>
          <p:nvPr>
            <p:ph type="body" sz="quarter" idx="15"/>
          </p:nvPr>
        </p:nvSpPr>
        <p:spPr/>
        <p:txBody>
          <a:bodyPr/>
          <a:lstStyle/>
          <a:p>
            <a:r>
              <a:rPr lang="en-GB" dirty="0"/>
              <a:t>IDEs will contain the necessary translators to run and test the code</a:t>
            </a:r>
          </a:p>
          <a:p>
            <a:pPr lvl="1"/>
            <a:r>
              <a:rPr lang="en-GB" dirty="0"/>
              <a:t>The IDE may compile the code or </a:t>
            </a:r>
            <a:br>
              <a:rPr lang="en-GB" dirty="0"/>
            </a:br>
            <a:r>
              <a:rPr lang="en-GB" dirty="0"/>
              <a:t>interpret it by running it line by line </a:t>
            </a:r>
            <a:br>
              <a:rPr lang="en-GB" dirty="0"/>
            </a:br>
            <a:r>
              <a:rPr lang="en-GB" dirty="0"/>
              <a:t>– this is very helpful when </a:t>
            </a:r>
            <a:br>
              <a:rPr lang="en-GB" dirty="0"/>
            </a:br>
            <a:r>
              <a:rPr lang="en-GB" dirty="0"/>
              <a:t>debugging the code</a:t>
            </a:r>
          </a:p>
          <a:p>
            <a:pPr lvl="1"/>
            <a:r>
              <a:rPr lang="en-GB" dirty="0"/>
              <a:t>If the language is a compiled </a:t>
            </a:r>
            <a:br>
              <a:rPr lang="en-GB" dirty="0"/>
            </a:br>
            <a:r>
              <a:rPr lang="en-GB" dirty="0"/>
              <a:t>program, what actually happens </a:t>
            </a:r>
            <a:br>
              <a:rPr lang="en-GB" dirty="0"/>
            </a:br>
            <a:r>
              <a:rPr lang="en-GB" dirty="0"/>
              <a:t>when the ‘run’ program is </a:t>
            </a:r>
            <a:br>
              <a:rPr lang="en-GB" dirty="0"/>
            </a:br>
            <a:r>
              <a:rPr lang="en-GB" dirty="0"/>
              <a:t>pressed in the IDE?</a:t>
            </a:r>
          </a:p>
        </p:txBody>
      </p:sp>
    </p:spTree>
    <p:extLst>
      <p:ext uri="{BB962C8B-B14F-4D97-AF65-F5344CB8AC3E}">
        <p14:creationId xmlns:p14="http://schemas.microsoft.com/office/powerpoint/2010/main" val="32803917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42790BE-63B8-4EF8-859B-2983F98970B5}"/>
              </a:ext>
            </a:extLst>
          </p:cNvPr>
          <p:cNvSpPr>
            <a:spLocks noGrp="1"/>
          </p:cNvSpPr>
          <p:nvPr>
            <p:ph type="body" sz="quarter" idx="13"/>
          </p:nvPr>
        </p:nvSpPr>
        <p:spPr/>
        <p:txBody>
          <a:bodyPr/>
          <a:lstStyle/>
          <a:p>
            <a:r>
              <a:rPr lang="en-GB" dirty="0"/>
              <a:t>Translators</a:t>
            </a:r>
          </a:p>
        </p:txBody>
      </p:sp>
      <p:sp>
        <p:nvSpPr>
          <p:cNvPr id="3" name="Text Placeholder 2">
            <a:extLst>
              <a:ext uri="{FF2B5EF4-FFF2-40B4-BE49-F238E27FC236}">
                <a16:creationId xmlns:a16="http://schemas.microsoft.com/office/drawing/2014/main" id="{479A6028-7DE9-489E-8AAA-C2FC62AA1D65}"/>
              </a:ext>
            </a:extLst>
          </p:cNvPr>
          <p:cNvSpPr>
            <a:spLocks noGrp="1"/>
          </p:cNvSpPr>
          <p:nvPr>
            <p:ph type="body" sz="quarter" idx="14"/>
          </p:nvPr>
        </p:nvSpPr>
        <p:spPr/>
        <p:txBody>
          <a:bodyPr/>
          <a:lstStyle/>
          <a:p>
            <a:r>
              <a:rPr lang="en-GB" dirty="0"/>
              <a:t>For compiled languages, when the ‘run’ button is pressed the IDE will:</a:t>
            </a:r>
          </a:p>
          <a:p>
            <a:pPr lvl="1"/>
            <a:r>
              <a:rPr lang="en-GB" dirty="0">
                <a:solidFill>
                  <a:srgbClr val="FF0000"/>
                </a:solidFill>
              </a:rPr>
              <a:t>Compile the code in a temporary folder</a:t>
            </a:r>
          </a:p>
          <a:p>
            <a:pPr lvl="1"/>
            <a:r>
              <a:rPr lang="en-GB" dirty="0">
                <a:solidFill>
                  <a:srgbClr val="FF0000"/>
                </a:solidFill>
              </a:rPr>
              <a:t>Run the code</a:t>
            </a:r>
          </a:p>
        </p:txBody>
      </p:sp>
    </p:spTree>
    <p:extLst>
      <p:ext uri="{BB962C8B-B14F-4D97-AF65-F5344CB8AC3E}">
        <p14:creationId xmlns:p14="http://schemas.microsoft.com/office/powerpoint/2010/main" val="37038659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7236E5C-95A3-42D2-9236-79322EDB40A0}"/>
              </a:ext>
            </a:extLst>
          </p:cNvPr>
          <p:cNvSpPr>
            <a:spLocks noGrp="1"/>
          </p:cNvSpPr>
          <p:nvPr>
            <p:ph type="body" sz="quarter" idx="13"/>
          </p:nvPr>
        </p:nvSpPr>
        <p:spPr>
          <a:xfrm>
            <a:off x="724280" y="906233"/>
            <a:ext cx="7816470" cy="670772"/>
          </a:xfrm>
        </p:spPr>
        <p:txBody>
          <a:bodyPr/>
          <a:lstStyle/>
          <a:p>
            <a:r>
              <a:rPr lang="en-GB" dirty="0"/>
              <a:t>Auto-completion and correction</a:t>
            </a:r>
          </a:p>
        </p:txBody>
      </p:sp>
      <p:sp>
        <p:nvSpPr>
          <p:cNvPr id="5" name="Text Placeholder 4">
            <a:extLst>
              <a:ext uri="{FF2B5EF4-FFF2-40B4-BE49-F238E27FC236}">
                <a16:creationId xmlns:a16="http://schemas.microsoft.com/office/drawing/2014/main" id="{292ABBD2-B3FD-4FB9-9A20-B43AE691E624}"/>
              </a:ext>
            </a:extLst>
          </p:cNvPr>
          <p:cNvSpPr>
            <a:spLocks noGrp="1"/>
          </p:cNvSpPr>
          <p:nvPr>
            <p:ph type="body" sz="quarter" idx="15"/>
          </p:nvPr>
        </p:nvSpPr>
        <p:spPr/>
        <p:txBody>
          <a:bodyPr/>
          <a:lstStyle/>
          <a:p>
            <a:r>
              <a:rPr lang="en-GB" dirty="0"/>
              <a:t>Auto-completion gives the programmer suggestions for variable names and keywords as they type</a:t>
            </a:r>
          </a:p>
          <a:p>
            <a:pPr lvl="1"/>
            <a:r>
              <a:rPr lang="en-GB" dirty="0"/>
              <a:t>This may improve the speed that a programmer writes code</a:t>
            </a:r>
          </a:p>
          <a:p>
            <a:pPr lvl="1"/>
            <a:r>
              <a:rPr lang="en-GB" dirty="0"/>
              <a:t>Tabs, brackets and braces may also be added automatically to the code to save the programmer time</a:t>
            </a:r>
          </a:p>
          <a:p>
            <a:r>
              <a:rPr lang="en-GB" dirty="0"/>
              <a:t>Some IDEs have auto-correction which fixes mistakes such as those </a:t>
            </a:r>
            <a:br>
              <a:rPr lang="en-GB" dirty="0"/>
            </a:br>
            <a:r>
              <a:rPr lang="en-GB" dirty="0"/>
              <a:t>made in keywords</a:t>
            </a:r>
          </a:p>
          <a:p>
            <a:pPr lvl="1"/>
            <a:r>
              <a:rPr lang="en-GB" dirty="0"/>
              <a:t>Some programmers may not </a:t>
            </a:r>
            <a:br>
              <a:rPr lang="en-GB" dirty="0"/>
            </a:br>
            <a:r>
              <a:rPr lang="en-GB" dirty="0"/>
              <a:t>like these tools as they could </a:t>
            </a:r>
            <a:br>
              <a:rPr lang="en-GB" dirty="0"/>
            </a:br>
            <a:r>
              <a:rPr lang="en-GB" dirty="0"/>
              <a:t>introduce a mistake to their </a:t>
            </a:r>
            <a:br>
              <a:rPr lang="en-GB" dirty="0"/>
            </a:br>
            <a:r>
              <a:rPr lang="en-GB" dirty="0"/>
              <a:t>code without them realising</a:t>
            </a:r>
          </a:p>
          <a:p>
            <a:pPr lvl="1"/>
            <a:endParaRPr lang="en-GB" dirty="0"/>
          </a:p>
        </p:txBody>
      </p:sp>
      <p:pic>
        <p:nvPicPr>
          <p:cNvPr id="3" name="Picture 2">
            <a:extLst>
              <a:ext uri="{FF2B5EF4-FFF2-40B4-BE49-F238E27FC236}">
                <a16:creationId xmlns:a16="http://schemas.microsoft.com/office/drawing/2014/main" id="{5E791F1F-973F-412B-BDA7-B44EEBC10CAF}"/>
              </a:ext>
            </a:extLst>
          </p:cNvPr>
          <p:cNvPicPr>
            <a:picLocks noChangeAspect="1"/>
          </p:cNvPicPr>
          <p:nvPr/>
        </p:nvPicPr>
        <p:blipFill>
          <a:blip r:embed="rId2"/>
          <a:stretch>
            <a:fillRect/>
          </a:stretch>
        </p:blipFill>
        <p:spPr>
          <a:xfrm>
            <a:off x="4572000" y="4256840"/>
            <a:ext cx="4173818" cy="2056239"/>
          </a:xfrm>
          <a:prstGeom prst="rect">
            <a:avLst/>
          </a:prstGeom>
        </p:spPr>
      </p:pic>
    </p:spTree>
    <p:extLst>
      <p:ext uri="{BB962C8B-B14F-4D97-AF65-F5344CB8AC3E}">
        <p14:creationId xmlns:p14="http://schemas.microsoft.com/office/powerpoint/2010/main" val="25121458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3"/>
          </p:nvPr>
        </p:nvSpPr>
        <p:spPr/>
        <p:txBody>
          <a:bodyPr/>
          <a:lstStyle/>
          <a:p>
            <a:r>
              <a:rPr lang="en-GB" dirty="0"/>
              <a:t>Worksheet 5</a:t>
            </a:r>
          </a:p>
        </p:txBody>
      </p:sp>
      <p:sp>
        <p:nvSpPr>
          <p:cNvPr id="5" name="Text Placeholder 4"/>
          <p:cNvSpPr>
            <a:spLocks noGrp="1"/>
          </p:cNvSpPr>
          <p:nvPr>
            <p:ph type="body" sz="quarter" idx="14"/>
          </p:nvPr>
        </p:nvSpPr>
        <p:spPr/>
        <p:txBody>
          <a:bodyPr/>
          <a:lstStyle/>
          <a:p>
            <a:r>
              <a:rPr lang="en-GB" dirty="0"/>
              <a:t>Now complete </a:t>
            </a:r>
            <a:r>
              <a:rPr lang="en-GB" b="1" dirty="0"/>
              <a:t>Task 3 </a:t>
            </a:r>
            <a:r>
              <a:rPr lang="en-GB" dirty="0"/>
              <a:t>and </a:t>
            </a:r>
            <a:r>
              <a:rPr lang="en-GB" b="1" dirty="0"/>
              <a:t>Task 4</a:t>
            </a:r>
            <a:r>
              <a:rPr lang="en-GB" dirty="0"/>
              <a:t> on </a:t>
            </a:r>
            <a:r>
              <a:rPr lang="en-GB" b="1" dirty="0"/>
              <a:t>Worksheet 5</a:t>
            </a:r>
          </a:p>
        </p:txBody>
      </p:sp>
    </p:spTree>
    <p:extLst>
      <p:ext uri="{BB962C8B-B14F-4D97-AF65-F5344CB8AC3E}">
        <p14:creationId xmlns:p14="http://schemas.microsoft.com/office/powerpoint/2010/main" val="28998979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82AC9EE-DF9E-4119-B121-DB8994224670}"/>
              </a:ext>
            </a:extLst>
          </p:cNvPr>
          <p:cNvSpPr>
            <a:spLocks noGrp="1"/>
          </p:cNvSpPr>
          <p:nvPr>
            <p:ph type="body" sz="quarter" idx="13"/>
          </p:nvPr>
        </p:nvSpPr>
        <p:spPr>
          <a:xfrm>
            <a:off x="724280" y="906233"/>
            <a:ext cx="7816470" cy="670772"/>
          </a:xfrm>
        </p:spPr>
        <p:txBody>
          <a:bodyPr/>
          <a:lstStyle/>
          <a:p>
            <a:r>
              <a:rPr lang="en-GB" dirty="0"/>
              <a:t>Plenary</a:t>
            </a:r>
          </a:p>
        </p:txBody>
      </p:sp>
      <p:sp>
        <p:nvSpPr>
          <p:cNvPr id="3" name="Text Placeholder 2">
            <a:extLst>
              <a:ext uri="{FF2B5EF4-FFF2-40B4-BE49-F238E27FC236}">
                <a16:creationId xmlns:a16="http://schemas.microsoft.com/office/drawing/2014/main" id="{2A27B9A0-4B7A-479C-9150-95097F518E6C}"/>
              </a:ext>
            </a:extLst>
          </p:cNvPr>
          <p:cNvSpPr>
            <a:spLocks noGrp="1"/>
          </p:cNvSpPr>
          <p:nvPr>
            <p:ph type="body" sz="quarter" idx="15"/>
          </p:nvPr>
        </p:nvSpPr>
        <p:spPr/>
        <p:txBody>
          <a:bodyPr/>
          <a:lstStyle/>
          <a:p>
            <a:r>
              <a:rPr lang="en-GB" dirty="0"/>
              <a:t>With a partner, take it in turns to explain each of the following terms related to IDEs:</a:t>
            </a:r>
          </a:p>
          <a:p>
            <a:pPr lvl="1"/>
            <a:r>
              <a:rPr lang="en-GB" dirty="0"/>
              <a:t>Code editor</a:t>
            </a:r>
          </a:p>
          <a:p>
            <a:pPr lvl="1"/>
            <a:r>
              <a:rPr lang="en-GB" dirty="0"/>
              <a:t>Run-time environment</a:t>
            </a:r>
          </a:p>
          <a:p>
            <a:pPr lvl="1"/>
            <a:r>
              <a:rPr lang="en-GB" dirty="0"/>
              <a:t>Translators</a:t>
            </a:r>
          </a:p>
          <a:p>
            <a:pPr lvl="1"/>
            <a:r>
              <a:rPr lang="en-GB" dirty="0"/>
              <a:t>Error diagnostics</a:t>
            </a:r>
          </a:p>
          <a:p>
            <a:pPr lvl="1"/>
            <a:r>
              <a:rPr lang="en-GB" dirty="0"/>
              <a:t>Auto-completion</a:t>
            </a:r>
          </a:p>
          <a:p>
            <a:pPr lvl="1"/>
            <a:r>
              <a:rPr lang="en-GB" dirty="0"/>
              <a:t>Auto-correction</a:t>
            </a:r>
          </a:p>
          <a:p>
            <a:pPr lvl="1"/>
            <a:r>
              <a:rPr lang="en-GB" dirty="0" err="1"/>
              <a:t>Prettyprint</a:t>
            </a:r>
            <a:endParaRPr lang="en-GB" dirty="0"/>
          </a:p>
          <a:p>
            <a:pPr lvl="1"/>
            <a:endParaRPr lang="en-GB" dirty="0"/>
          </a:p>
        </p:txBody>
      </p:sp>
    </p:spTree>
    <p:extLst>
      <p:ext uri="{BB962C8B-B14F-4D97-AF65-F5344CB8AC3E}">
        <p14:creationId xmlns:p14="http://schemas.microsoft.com/office/powerpoint/2010/main" val="9081836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82AC9EE-DF9E-4119-B121-DB8994224670}"/>
              </a:ext>
            </a:extLst>
          </p:cNvPr>
          <p:cNvSpPr>
            <a:spLocks noGrp="1"/>
          </p:cNvSpPr>
          <p:nvPr>
            <p:ph type="body" sz="quarter" idx="13"/>
          </p:nvPr>
        </p:nvSpPr>
        <p:spPr/>
        <p:txBody>
          <a:bodyPr/>
          <a:lstStyle/>
          <a:p>
            <a:r>
              <a:rPr lang="en-GB" dirty="0"/>
              <a:t>Plenary</a:t>
            </a:r>
          </a:p>
        </p:txBody>
      </p:sp>
      <p:sp>
        <p:nvSpPr>
          <p:cNvPr id="3" name="Text Placeholder 2">
            <a:extLst>
              <a:ext uri="{FF2B5EF4-FFF2-40B4-BE49-F238E27FC236}">
                <a16:creationId xmlns:a16="http://schemas.microsoft.com/office/drawing/2014/main" id="{2A27B9A0-4B7A-479C-9150-95097F518E6C}"/>
              </a:ext>
            </a:extLst>
          </p:cNvPr>
          <p:cNvSpPr>
            <a:spLocks noGrp="1"/>
          </p:cNvSpPr>
          <p:nvPr>
            <p:ph type="body" sz="quarter" idx="14"/>
          </p:nvPr>
        </p:nvSpPr>
        <p:spPr/>
        <p:txBody>
          <a:bodyPr/>
          <a:lstStyle/>
          <a:p>
            <a:pPr lvl="1"/>
            <a:r>
              <a:rPr lang="en-GB" b="1" dirty="0"/>
              <a:t>Code editor</a:t>
            </a:r>
            <a:r>
              <a:rPr lang="en-GB" dirty="0"/>
              <a:t> – </a:t>
            </a:r>
            <a:r>
              <a:rPr lang="en-GB" dirty="0">
                <a:solidFill>
                  <a:srgbClr val="FF0000"/>
                </a:solidFill>
              </a:rPr>
              <a:t>Use to write and edit programming code</a:t>
            </a:r>
          </a:p>
          <a:p>
            <a:pPr lvl="1"/>
            <a:r>
              <a:rPr lang="en-GB" b="1" dirty="0"/>
              <a:t>Run-time environment </a:t>
            </a:r>
            <a:r>
              <a:rPr lang="en-GB" dirty="0"/>
              <a:t>– </a:t>
            </a:r>
            <a:r>
              <a:rPr lang="en-GB" dirty="0">
                <a:solidFill>
                  <a:srgbClr val="FF0000"/>
                </a:solidFill>
              </a:rPr>
              <a:t>The facility of the IDE that allows programs to be run</a:t>
            </a:r>
          </a:p>
          <a:p>
            <a:pPr lvl="1"/>
            <a:r>
              <a:rPr lang="en-GB" b="1" dirty="0"/>
              <a:t>Translators </a:t>
            </a:r>
            <a:r>
              <a:rPr lang="en-GB" dirty="0"/>
              <a:t>– </a:t>
            </a:r>
            <a:r>
              <a:rPr lang="en-GB" dirty="0">
                <a:solidFill>
                  <a:srgbClr val="FF0000"/>
                </a:solidFill>
              </a:rPr>
              <a:t>Compilers and interpreters</a:t>
            </a:r>
            <a:endParaRPr lang="en-GB" b="1" dirty="0"/>
          </a:p>
          <a:p>
            <a:pPr lvl="1"/>
            <a:r>
              <a:rPr lang="en-GB" b="1" dirty="0"/>
              <a:t>Error diagnostics </a:t>
            </a:r>
            <a:r>
              <a:rPr lang="en-GB" dirty="0"/>
              <a:t>– </a:t>
            </a:r>
            <a:r>
              <a:rPr lang="en-GB" dirty="0">
                <a:solidFill>
                  <a:srgbClr val="FF0000"/>
                </a:solidFill>
              </a:rPr>
              <a:t>A list of errors along with the line number in which they were detected</a:t>
            </a:r>
          </a:p>
          <a:p>
            <a:pPr lvl="1"/>
            <a:r>
              <a:rPr lang="en-GB" b="1" dirty="0"/>
              <a:t>Auto-completion </a:t>
            </a:r>
            <a:r>
              <a:rPr lang="en-GB" dirty="0"/>
              <a:t>– </a:t>
            </a:r>
            <a:r>
              <a:rPr lang="en-GB" dirty="0">
                <a:solidFill>
                  <a:srgbClr val="FF0000"/>
                </a:solidFill>
              </a:rPr>
              <a:t>A drop-down list of choices that will complete keywords or variables</a:t>
            </a:r>
          </a:p>
          <a:p>
            <a:pPr lvl="1"/>
            <a:r>
              <a:rPr lang="en-GB" b="1" dirty="0"/>
              <a:t>Auto-correction </a:t>
            </a:r>
            <a:r>
              <a:rPr lang="en-GB" dirty="0"/>
              <a:t>– </a:t>
            </a:r>
            <a:r>
              <a:rPr lang="en-GB" dirty="0">
                <a:solidFill>
                  <a:srgbClr val="FF0000"/>
                </a:solidFill>
              </a:rPr>
              <a:t>Correcting minor typing errors</a:t>
            </a:r>
          </a:p>
          <a:p>
            <a:pPr lvl="1"/>
            <a:r>
              <a:rPr lang="en-GB" b="1" dirty="0" err="1"/>
              <a:t>Prettyprint</a:t>
            </a:r>
            <a:r>
              <a:rPr lang="en-GB" b="1" dirty="0"/>
              <a:t> </a:t>
            </a:r>
            <a:r>
              <a:rPr lang="en-GB" dirty="0"/>
              <a:t>– </a:t>
            </a:r>
            <a:r>
              <a:rPr lang="en-GB" dirty="0">
                <a:solidFill>
                  <a:srgbClr val="FF0000"/>
                </a:solidFill>
              </a:rPr>
              <a:t>Altering indentation and formatting to make code easier to read</a:t>
            </a:r>
          </a:p>
          <a:p>
            <a:pPr lvl="1"/>
            <a:endParaRPr lang="en-GB" dirty="0"/>
          </a:p>
        </p:txBody>
      </p:sp>
    </p:spTree>
    <p:extLst>
      <p:ext uri="{BB962C8B-B14F-4D97-AF65-F5344CB8AC3E}">
        <p14:creationId xmlns:p14="http://schemas.microsoft.com/office/powerpoint/2010/main" val="12606876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2962146"/>
      </p:ext>
    </p:extLst>
  </p:cSld>
  <p:clrMapOvr>
    <a:masterClrMapping/>
  </p:clrMapOvr>
</p:sld>
</file>

<file path=ppt/theme/theme1.xml><?xml version="1.0" encoding="utf-8"?>
<a:theme xmlns:a="http://schemas.openxmlformats.org/drawingml/2006/main" name="Unit 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4951742A866DD4C8563BF4DFAFD4423" ma:contentTypeVersion="13" ma:contentTypeDescription="Create a new document." ma:contentTypeScope="" ma:versionID="f785eec6e2c67b839315347a29dc3713">
  <xsd:schema xmlns:xsd="http://www.w3.org/2001/XMLSchema" xmlns:xs="http://www.w3.org/2001/XMLSchema" xmlns:p="http://schemas.microsoft.com/office/2006/metadata/properties" xmlns:ns2="1ef05dc5-97a2-498b-bf7c-bd189143a1ff" xmlns:ns3="94dce8ab-38ff-4714-b1ed-1fc5e4d9abd1" targetNamespace="http://schemas.microsoft.com/office/2006/metadata/properties" ma:root="true" ma:fieldsID="a0c82b207cdf2da5c092e9a40fe5e576" ns2:_="" ns3:_="">
    <xsd:import namespace="1ef05dc5-97a2-498b-bf7c-bd189143a1ff"/>
    <xsd:import namespace="94dce8ab-38ff-4714-b1ed-1fc5e4d9abd1"/>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DateTaken" minOccurs="0"/>
                <xsd:element ref="ns3:MediaServiceLocation" minOccurs="0"/>
                <xsd:element ref="ns3:MediaServiceEventHashCode" minOccurs="0"/>
                <xsd:element ref="ns3:MediaServiceGenerationTime"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ef05dc5-97a2-498b-bf7c-bd189143a1f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4dce8ab-38ff-4714-b1ed-1fc5e4d9abd1"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MediaServiceAutoTags" ma:internalName="MediaServiceAutoTags" ma:readOnly="true">
      <xsd:simpleType>
        <xsd:restriction base="dms:Text"/>
      </xsd:simpleType>
    </xsd:element>
    <xsd:element name="MediaServiceOCR" ma:index="13" nillable="true" ma:displayName="MediaServiceOCR"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MediaServiceLocation" ma:internalName="MediaServiceLocation"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99AFA4D-22F0-479B-BE7A-3CFD0D74ABCE}">
  <ds:schemaRefs>
    <ds:schemaRef ds:uri="http://schemas.microsoft.com/office/infopath/2007/PartnerControls"/>
    <ds:schemaRef ds:uri="1ef05dc5-97a2-498b-bf7c-bd189143a1ff"/>
    <ds:schemaRef ds:uri="http://schemas.microsoft.com/office/2006/documentManagement/types"/>
    <ds:schemaRef ds:uri="http://purl.org/dc/terms/"/>
    <ds:schemaRef ds:uri="http://purl.org/dc/dcmitype/"/>
    <ds:schemaRef ds:uri="http://purl.org/dc/elements/1.1/"/>
    <ds:schemaRef ds:uri="94dce8ab-38ff-4714-b1ed-1fc5e4d9abd1"/>
    <ds:schemaRef ds:uri="http://schemas.openxmlformats.org/package/2006/metadata/core-propertie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5076FF13-70AC-4D69-BD08-27D9F8DF232F}">
  <ds:schemaRefs>
    <ds:schemaRef ds:uri="http://schemas.microsoft.com/sharepoint/v3/contenttype/forms"/>
  </ds:schemaRefs>
</ds:datastoreItem>
</file>

<file path=customXml/itemProps3.xml><?xml version="1.0" encoding="utf-8"?>
<ds:datastoreItem xmlns:ds="http://schemas.openxmlformats.org/officeDocument/2006/customXml" ds:itemID="{3B883657-E07F-404E-8AE9-CF57D7DCE53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ef05dc5-97a2-498b-bf7c-bd189143a1ff"/>
    <ds:schemaRef ds:uri="94dce8ab-38ff-4714-b1ed-1fc5e4d9abd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Unit 3</Template>
  <TotalTime>5713</TotalTime>
  <Words>1071</Words>
  <Application>Microsoft Office PowerPoint</Application>
  <PresentationFormat>On-screen Show (4:3)</PresentationFormat>
  <Paragraphs>132</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Consolas</vt:lpstr>
      <vt:lpstr>Calibri</vt:lpstr>
      <vt:lpstr>Unit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PG Online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PG Online Ltd</dc:creator>
  <cp:lastModifiedBy>Rob Heathcote</cp:lastModifiedBy>
  <cp:revision>53</cp:revision>
  <dcterms:created xsi:type="dcterms:W3CDTF">2014-10-31T18:21:46Z</dcterms:created>
  <dcterms:modified xsi:type="dcterms:W3CDTF">2021-12-02T16:11:35Z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0x01010024951742A866DD4C8563BF4DFAFD4423</vt:lpwstr>
  </property>
</Properties>
</file>